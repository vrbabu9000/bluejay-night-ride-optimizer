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21"/>
  </p:notesMasterIdLst>
  <p:sldIdLst>
    <p:sldId id="354" r:id="rId4"/>
    <p:sldId id="355" r:id="rId5"/>
    <p:sldId id="353" r:id="rId6"/>
    <p:sldId id="357" r:id="rId7"/>
    <p:sldId id="358" r:id="rId8"/>
    <p:sldId id="316" r:id="rId9"/>
    <p:sldId id="298" r:id="rId10"/>
    <p:sldId id="315" r:id="rId11"/>
    <p:sldId id="331" r:id="rId12"/>
    <p:sldId id="326" r:id="rId13"/>
    <p:sldId id="259" r:id="rId14"/>
    <p:sldId id="310" r:id="rId15"/>
    <p:sldId id="359" r:id="rId16"/>
    <p:sldId id="327" r:id="rId17"/>
    <p:sldId id="334" r:id="rId18"/>
    <p:sldId id="321" r:id="rId19"/>
    <p:sldId id="34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52FF"/>
    <a:srgbClr val="EDBE43"/>
    <a:srgbClr val="2681AC"/>
    <a:srgbClr val="82B134"/>
    <a:srgbClr val="ED5D62"/>
    <a:srgbClr val="EE5D62"/>
    <a:srgbClr val="E74230"/>
    <a:srgbClr val="2AAC8D"/>
    <a:srgbClr val="E97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78"/>
  </p:normalViewPr>
  <p:slideViewPr>
    <p:cSldViewPr snapToGrid="0" showGuides="1">
      <p:cViewPr>
        <p:scale>
          <a:sx n="80" d="100"/>
          <a:sy n="80" d="100"/>
        </p:scale>
        <p:origin x="336" y="1704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Rides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E5D6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1C8A-5E42-9A02-7CD057CB777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C8A-5E42-9A02-7CD057CB7770}"/>
              </c:ext>
            </c:extLst>
          </c:dPt>
          <c:dPt>
            <c:idx val="2"/>
            <c:invertIfNegative val="0"/>
            <c:bubble3D val="0"/>
            <c:spPr>
              <a:solidFill>
                <a:srgbClr val="EDBE4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C8A-5E42-9A02-7CD057CB7770}"/>
              </c:ext>
            </c:extLst>
          </c:dPt>
          <c:dPt>
            <c:idx val="3"/>
            <c:invertIfNegative val="0"/>
            <c:bubble3D val="0"/>
            <c:spPr>
              <a:solidFill>
                <a:srgbClr val="EDBE4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C8A-5E42-9A02-7CD057CB7770}"/>
              </c:ext>
            </c:extLst>
          </c:dPt>
          <c:dPt>
            <c:idx val="4"/>
            <c:invertIfNegative val="0"/>
            <c:bubble3D val="0"/>
            <c:spPr>
              <a:solidFill>
                <a:srgbClr val="82B13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C8A-5E42-9A02-7CD057CB7770}"/>
              </c:ext>
            </c:extLst>
          </c:dPt>
          <c:dPt>
            <c:idx val="5"/>
            <c:invertIfNegative val="0"/>
            <c:bubble3D val="0"/>
            <c:spPr>
              <a:solidFill>
                <a:srgbClr val="82B13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1C8A-5E42-9A02-7CD057CB7770}"/>
              </c:ext>
            </c:extLst>
          </c:dPt>
          <c:dPt>
            <c:idx val="6"/>
            <c:invertIfNegative val="0"/>
            <c:bubble3D val="0"/>
            <c:spPr>
              <a:solidFill>
                <a:srgbClr val="2681A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C8A-5E42-9A02-7CD057CB7770}"/>
              </c:ext>
            </c:extLst>
          </c:dPt>
          <c:dPt>
            <c:idx val="7"/>
            <c:invertIfNegative val="0"/>
            <c:bubble3D val="0"/>
            <c:spPr>
              <a:solidFill>
                <a:srgbClr val="2681A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C8A-5E42-9A02-7CD057CB7770}"/>
              </c:ext>
            </c:extLst>
          </c:dPt>
          <c:dLbls>
            <c:numFmt formatCode="#.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lang="en-US" sz="900" b="0" i="0" u="none" strike="noStrike" kern="1200" baseline="0">
                    <a:solidFill>
                      <a:srgbClr val="1B254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8"/>
              <c:pt idx="0">
                <c:v>6p</c:v>
              </c:pt>
              <c:pt idx="1">
                <c:v>7p</c:v>
              </c:pt>
              <c:pt idx="2">
                <c:v>8p</c:v>
              </c:pt>
              <c:pt idx="3">
                <c:v>9p</c:v>
              </c:pt>
              <c:pt idx="4">
                <c:v>10p</c:v>
              </c:pt>
              <c:pt idx="5">
                <c:v>11p</c:v>
              </c:pt>
              <c:pt idx="6">
                <c:v>12a</c:v>
              </c:pt>
              <c:pt idx="7">
                <c:v>1a</c:v>
              </c:pt>
            </c:strLit>
          </c:cat>
          <c:val>
            <c:numLit>
              <c:formatCode>General</c:formatCode>
              <c:ptCount val="8"/>
              <c:pt idx="0">
                <c:v>5098</c:v>
              </c:pt>
              <c:pt idx="1">
                <c:v>4900</c:v>
              </c:pt>
              <c:pt idx="2">
                <c:v>3800</c:v>
              </c:pt>
              <c:pt idx="3">
                <c:v>2800</c:v>
              </c:pt>
              <c:pt idx="4">
                <c:v>2650</c:v>
              </c:pt>
              <c:pt idx="5">
                <c:v>2500</c:v>
              </c:pt>
              <c:pt idx="6">
                <c:v>1700</c:v>
              </c:pt>
              <c:pt idx="7">
                <c:v>1550</c:v>
              </c:pt>
            </c:numLit>
          </c:val>
          <c:extLst>
            <c:ext xmlns:c16="http://schemas.microsoft.com/office/drawing/2014/chart" uri="{C3380CC4-5D6E-409C-BE32-E72D297353CC}">
              <c16:uniqueId val="{0000000F-1C8A-5E42-9A02-7CD057CB77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993055583"/>
        <c:axId val="993601855"/>
      </c:barChart>
      <c:valAx>
        <c:axId val="993601855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993055583"/>
        <c:crosses val="autoZero"/>
        <c:crossBetween val="between"/>
      </c:valAx>
      <c:catAx>
        <c:axId val="99305558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noFill/>
          <a:ln w="12701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lIns="0" tIns="0" rIns="0" bIns="0" anchor="ctr" anchorCtr="1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1100" b="0" i="0" u="none" strike="noStrike" kern="1200" baseline="0">
                <a:solidFill>
                  <a:srgbClr val="1B2540"/>
                </a:solidFill>
                <a:latin typeface="Calibri"/>
                <a:ea typeface="+mn-ea"/>
                <a:cs typeface="+mn-cs"/>
              </a:defRPr>
            </a:pPr>
            <a:endParaRPr lang="en-US"/>
          </a:p>
        </c:txPr>
        <c:crossAx val="9936018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span"/>
    <c:showDLblsOverMax val="0"/>
  </c:chart>
  <c:spPr>
    <a:noFill/>
    <a:ln w="6350" cap="flat" cmpd="sng" algn="ctr">
      <a:noFill/>
      <a:prstDash val="solid"/>
      <a:miter lim="800000"/>
    </a:ln>
    <a:effectLst/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v>Trips</c:v>
          </c:tx>
          <c:dPt>
            <c:idx val="0"/>
            <c:bubble3D val="0"/>
            <c:spPr>
              <a:solidFill>
                <a:srgbClr val="82B1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162-E84F-A736-A388E83FA214}"/>
              </c:ext>
            </c:extLst>
          </c:dPt>
          <c:dPt>
            <c:idx val="1"/>
            <c:bubble3D val="0"/>
            <c:spPr>
              <a:solidFill>
                <a:srgbClr val="ED5D6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162-E84F-A736-A388E83FA214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lIns="0" tIns="0" rIns="0" bIns="0"/>
                <a:lstStyle/>
                <a:p>
                  <a:pPr marL="0" marR="0" indent="0" algn="ctr" defTabSz="91440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tabLst/>
                    <a:defRPr sz="1200" b="1" i="0" u="none" strike="noStrike" kern="1200" baseline="0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162-E84F-A736-A388E83FA214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lIns="0" tIns="0" rIns="0" bIns="0"/>
                <a:lstStyle/>
                <a:p>
                  <a:pPr marL="0" marR="0" indent="0" algn="ctr" defTabSz="91440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tabLst/>
                    <a:defRPr sz="1200" b="1" i="0" u="none" strike="noStrike" kern="1200" baseline="0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D162-E84F-A736-A388E83FA21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1800" b="1" i="0" u="none" strike="noStrike" kern="1200" baseline="0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2"/>
              <c:pt idx="0">
                <c:v>Blue Jay vans</c:v>
              </c:pt>
              <c:pt idx="1">
                <c:v>Lyft overflow</c:v>
              </c:pt>
            </c:strLit>
          </c:cat>
          <c:val>
            <c:numLit>
              <c:formatCode>General</c:formatCode>
              <c:ptCount val="2"/>
              <c:pt idx="0">
                <c:v>73</c:v>
              </c:pt>
              <c:pt idx="1">
                <c:v>27</c:v>
              </c:pt>
            </c:numLit>
          </c:val>
          <c:extLst>
            <c:ext xmlns:c16="http://schemas.microsoft.com/office/drawing/2014/chart" uri="{C3380CC4-5D6E-409C-BE32-E72D297353CC}">
              <c16:uniqueId val="{00000004-D162-E84F-A736-A388E83FA2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2"/>
      </c:doughnutChart>
      <c:spPr>
        <a:noFill/>
        <a:ln>
          <a:noFill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100" b="0" i="0" u="none" strike="noStrike" kern="1200" baseline="0">
              <a:solidFill>
                <a:srgbClr val="1B254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The median experience is good (~11 min wait, ~11 min ride). The pain is the tail: the slowest 1 in 10 wait 17–21 min and ride 21–30 min — brushing or breaking the 20- and 25-minute targets. And ~1 in 4 trips overflow to paid Lyft. That tail + overflow is exactly what a smarter assignment policy can target. Define P90 out loud using the explainer box so nobody has to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87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MILP solves a snapshot. Real dispatch is a moving target, so we wrap it in a rolling-horizon loop: re-solve as requests arrive, but never rip out a pickup a van has already started. Two knobs we'll tune: re-optimization trigger (per request vs. fixed interval) and solver time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77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 make it concrete and prove we can build the pipeline: a small simulation on real map geometry. Left is greedy assignment — longer detours, a request overflows. Right is optimized — tighter pooling, shorter waits, no overflow, on the same requests. Be explicit it's synthetic demand calibrated to April's patterns, not a results claim; the real evaluation comes with trip-level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51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Every method sees identical inputs, so differences are the policy, not luck. Emphasize the tail and overflow metrics — they match the problem we opened with. Own the negative-result possibility: if a simple rule ties the MILP, that's a real result; the validated model and replay environment still stand. Synthetic-calibration fallback if data is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20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7081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7081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363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Rectangle: Rounded Corners 1">
            <a:extLst>
              <a:ext uri="{FF2B5EF4-FFF2-40B4-BE49-F238E27FC236}">
                <a16:creationId xmlns:a16="http://schemas.microsoft.com/office/drawing/2014/main" id="{9B170A24-4237-4A70-9200-F3671F756EF9}"/>
              </a:ext>
            </a:extLst>
          </p:cNvPr>
          <p:cNvSpPr/>
          <p:nvPr userDrawn="1"/>
        </p:nvSpPr>
        <p:spPr>
          <a:xfrm>
            <a:off x="1085065" y="1621765"/>
            <a:ext cx="2045865" cy="4641011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7DDE1C7E-0AF1-4247-82AC-F6782CD91E36}"/>
              </a:ext>
            </a:extLst>
          </p:cNvPr>
          <p:cNvSpPr/>
          <p:nvPr userDrawn="1"/>
        </p:nvSpPr>
        <p:spPr>
          <a:xfrm>
            <a:off x="3743733" y="1621765"/>
            <a:ext cx="2045865" cy="464101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8">
            <a:extLst>
              <a:ext uri="{FF2B5EF4-FFF2-40B4-BE49-F238E27FC236}">
                <a16:creationId xmlns:a16="http://schemas.microsoft.com/office/drawing/2014/main" id="{C36C23BD-36FB-45CD-AD71-C97F25E0AD67}"/>
              </a:ext>
            </a:extLst>
          </p:cNvPr>
          <p:cNvSpPr/>
          <p:nvPr userDrawn="1"/>
        </p:nvSpPr>
        <p:spPr>
          <a:xfrm>
            <a:off x="6402401" y="1621765"/>
            <a:ext cx="2045865" cy="464101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B9907113-9844-44DD-BCA0-2A5830E277FF}"/>
              </a:ext>
            </a:extLst>
          </p:cNvPr>
          <p:cNvSpPr/>
          <p:nvPr userDrawn="1"/>
        </p:nvSpPr>
        <p:spPr>
          <a:xfrm>
            <a:off x="9061069" y="1621765"/>
            <a:ext cx="2045865" cy="464101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AC638080-4342-4FDC-9AD4-6E4633A03B1A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1137445" y="1690611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9" name="그림 개체 틀 2">
            <a:extLst>
              <a:ext uri="{FF2B5EF4-FFF2-40B4-BE49-F238E27FC236}">
                <a16:creationId xmlns:a16="http://schemas.microsoft.com/office/drawing/2014/main" id="{CC890550-845D-4463-9348-F50EC7656847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3796113" y="4269899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E9FC6CB9-A143-4E26-A853-A6E7F17649A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454781" y="1690611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그림 개체 틀 2">
            <a:extLst>
              <a:ext uri="{FF2B5EF4-FFF2-40B4-BE49-F238E27FC236}">
                <a16:creationId xmlns:a16="http://schemas.microsoft.com/office/drawing/2014/main" id="{1D7AEBE5-448A-43C7-ABF6-94479A95588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9113448" y="4269899"/>
            <a:ext cx="1941107" cy="194110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54B6AE-5972-43D3-9A2C-D6A6B785190F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0" y="2966650"/>
            <a:ext cx="6096000" cy="27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84EDE4B0-41C6-417F-B345-5BD228F58563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8743950" y="558509"/>
            <a:ext cx="2533650" cy="574098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>
            <a:extLst>
              <a:ext uri="{FF2B5EF4-FFF2-40B4-BE49-F238E27FC236}">
                <a16:creationId xmlns:a16="http://schemas.microsoft.com/office/drawing/2014/main" id="{CD775369-CDD2-4A94-B61F-905FE9A35030}"/>
              </a:ext>
            </a:extLst>
          </p:cNvPr>
          <p:cNvGrpSpPr/>
          <p:nvPr userDrawn="1"/>
        </p:nvGrpSpPr>
        <p:grpSpPr>
          <a:xfrm>
            <a:off x="9623275" y="2003247"/>
            <a:ext cx="2578350" cy="4052320"/>
            <a:chOff x="9508727" y="2147107"/>
            <a:chExt cx="2683273" cy="4217224"/>
          </a:xfrm>
        </p:grpSpPr>
        <p:sp>
          <p:nvSpPr>
            <p:cNvPr id="3" name="Freeform: Shape 19">
              <a:extLst>
                <a:ext uri="{FF2B5EF4-FFF2-40B4-BE49-F238E27FC236}">
                  <a16:creationId xmlns:a16="http://schemas.microsoft.com/office/drawing/2014/main" id="{C8B1CD1C-D046-4665-B0CC-2E305B71277C}"/>
                </a:ext>
              </a:extLst>
            </p:cNvPr>
            <p:cNvSpPr/>
            <p:nvPr/>
          </p:nvSpPr>
          <p:spPr>
            <a:xfrm>
              <a:off x="11381596" y="5780548"/>
              <a:ext cx="810404" cy="583783"/>
            </a:xfrm>
            <a:custGeom>
              <a:avLst/>
              <a:gdLst>
                <a:gd name="connsiteX0" fmla="*/ 267669 w 810404"/>
                <a:gd name="connsiteY0" fmla="*/ 0 h 583783"/>
                <a:gd name="connsiteX1" fmla="*/ 769357 w 810404"/>
                <a:gd name="connsiteY1" fmla="*/ 0 h 583783"/>
                <a:gd name="connsiteX2" fmla="*/ 805844 w 810404"/>
                <a:gd name="connsiteY2" fmla="*/ 0 h 583783"/>
                <a:gd name="connsiteX3" fmla="*/ 810404 w 810404"/>
                <a:gd name="connsiteY3" fmla="*/ 0 h 583783"/>
                <a:gd name="connsiteX4" fmla="*/ 810404 w 810404"/>
                <a:gd name="connsiteY4" fmla="*/ 583783 h 583783"/>
                <a:gd name="connsiteX5" fmla="*/ 805844 w 810404"/>
                <a:gd name="connsiteY5" fmla="*/ 583783 h 583783"/>
                <a:gd name="connsiteX6" fmla="*/ 769357 w 810404"/>
                <a:gd name="connsiteY6" fmla="*/ 583783 h 583783"/>
                <a:gd name="connsiteX7" fmla="*/ 170371 w 810404"/>
                <a:gd name="connsiteY7" fmla="*/ 583783 h 583783"/>
                <a:gd name="connsiteX8" fmla="*/ 152128 w 810404"/>
                <a:gd name="connsiteY8" fmla="*/ 367906 h 583783"/>
                <a:gd name="connsiteX9" fmla="*/ 267669 w 810404"/>
                <a:gd name="connsiteY9" fmla="*/ 0 h 583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0404" h="583783">
                  <a:moveTo>
                    <a:pt x="267669" y="0"/>
                  </a:moveTo>
                  <a:lnTo>
                    <a:pt x="769357" y="0"/>
                  </a:lnTo>
                  <a:lnTo>
                    <a:pt x="805844" y="0"/>
                  </a:lnTo>
                  <a:lnTo>
                    <a:pt x="810404" y="0"/>
                  </a:lnTo>
                  <a:lnTo>
                    <a:pt x="810404" y="583783"/>
                  </a:lnTo>
                  <a:lnTo>
                    <a:pt x="805844" y="583783"/>
                  </a:lnTo>
                  <a:cubicBezTo>
                    <a:pt x="805844" y="583783"/>
                    <a:pt x="793682" y="583783"/>
                    <a:pt x="769357" y="583783"/>
                  </a:cubicBezTo>
                  <a:cubicBezTo>
                    <a:pt x="675101" y="583783"/>
                    <a:pt x="413614" y="583783"/>
                    <a:pt x="170371" y="583783"/>
                  </a:cubicBezTo>
                  <a:cubicBezTo>
                    <a:pt x="-133682" y="583783"/>
                    <a:pt x="39629" y="483446"/>
                    <a:pt x="152128" y="367906"/>
                  </a:cubicBezTo>
                  <a:cubicBezTo>
                    <a:pt x="264629" y="249324"/>
                    <a:pt x="267669" y="0"/>
                    <a:pt x="267669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" name="Freeform: Shape 20">
              <a:extLst>
                <a:ext uri="{FF2B5EF4-FFF2-40B4-BE49-F238E27FC236}">
                  <a16:creationId xmlns:a16="http://schemas.microsoft.com/office/drawing/2014/main" id="{15DF985B-5183-4396-987E-2F575934E036}"/>
                </a:ext>
              </a:extLst>
            </p:cNvPr>
            <p:cNvSpPr/>
            <p:nvPr/>
          </p:nvSpPr>
          <p:spPr>
            <a:xfrm>
              <a:off x="9508727" y="2147107"/>
              <a:ext cx="2683273" cy="3642562"/>
            </a:xfrm>
            <a:custGeom>
              <a:avLst/>
              <a:gdLst>
                <a:gd name="connsiteX0" fmla="*/ 170270 w 2683273"/>
                <a:gd name="connsiteY0" fmla="*/ 0 h 3642562"/>
                <a:gd name="connsiteX1" fmla="*/ 2645266 w 2683273"/>
                <a:gd name="connsiteY1" fmla="*/ 0 h 3642562"/>
                <a:gd name="connsiteX2" fmla="*/ 2683273 w 2683273"/>
                <a:gd name="connsiteY2" fmla="*/ 0 h 3642562"/>
                <a:gd name="connsiteX3" fmla="*/ 2683273 w 2683273"/>
                <a:gd name="connsiteY3" fmla="*/ 3642562 h 3642562"/>
                <a:gd name="connsiteX4" fmla="*/ 155068 w 2683273"/>
                <a:gd name="connsiteY4" fmla="*/ 3642562 h 3642562"/>
                <a:gd name="connsiteX5" fmla="*/ 0 w 2683273"/>
                <a:gd name="connsiteY5" fmla="*/ 3469251 h 3642562"/>
                <a:gd name="connsiteX6" fmla="*/ 0 w 2683273"/>
                <a:gd name="connsiteY6" fmla="*/ 170270 h 3642562"/>
                <a:gd name="connsiteX7" fmla="*/ 170270 w 2683273"/>
                <a:gd name="connsiteY7" fmla="*/ 0 h 364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3273" h="3642562">
                  <a:moveTo>
                    <a:pt x="170270" y="0"/>
                  </a:moveTo>
                  <a:lnTo>
                    <a:pt x="2645266" y="0"/>
                  </a:lnTo>
                  <a:lnTo>
                    <a:pt x="2683273" y="0"/>
                  </a:lnTo>
                  <a:lnTo>
                    <a:pt x="2683273" y="3642562"/>
                  </a:lnTo>
                  <a:lnTo>
                    <a:pt x="155068" y="3642562"/>
                  </a:lnTo>
                  <a:cubicBezTo>
                    <a:pt x="69933" y="3642562"/>
                    <a:pt x="0" y="3566549"/>
                    <a:pt x="0" y="3469251"/>
                  </a:cubicBezTo>
                  <a:lnTo>
                    <a:pt x="0" y="170270"/>
                  </a:lnTo>
                  <a:cubicBezTo>
                    <a:pt x="0" y="72973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" name="Freeform: Shape 21">
              <a:extLst>
                <a:ext uri="{FF2B5EF4-FFF2-40B4-BE49-F238E27FC236}">
                  <a16:creationId xmlns:a16="http://schemas.microsoft.com/office/drawing/2014/main" id="{A331BE5D-84A2-45BF-895F-3E7D84A9B95D}"/>
                </a:ext>
              </a:extLst>
            </p:cNvPr>
            <p:cNvSpPr/>
            <p:nvPr/>
          </p:nvSpPr>
          <p:spPr>
            <a:xfrm>
              <a:off x="9536092" y="2177513"/>
              <a:ext cx="2655908" cy="3195604"/>
            </a:xfrm>
            <a:custGeom>
              <a:avLst/>
              <a:gdLst>
                <a:gd name="connsiteX0" fmla="*/ 170270 w 2655908"/>
                <a:gd name="connsiteY0" fmla="*/ 0 h 3195604"/>
                <a:gd name="connsiteX1" fmla="*/ 2623983 w 2655908"/>
                <a:gd name="connsiteY1" fmla="*/ 0 h 3195604"/>
                <a:gd name="connsiteX2" fmla="*/ 2655908 w 2655908"/>
                <a:gd name="connsiteY2" fmla="*/ 0 h 3195604"/>
                <a:gd name="connsiteX3" fmla="*/ 2655908 w 2655908"/>
                <a:gd name="connsiteY3" fmla="*/ 3195604 h 3195604"/>
                <a:gd name="connsiteX4" fmla="*/ 0 w 2655908"/>
                <a:gd name="connsiteY4" fmla="*/ 3195604 h 3195604"/>
                <a:gd name="connsiteX5" fmla="*/ 0 w 2655908"/>
                <a:gd name="connsiteY5" fmla="*/ 148987 h 3195604"/>
                <a:gd name="connsiteX6" fmla="*/ 170270 w 2655908"/>
                <a:gd name="connsiteY6" fmla="*/ 0 h 319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5908" h="3195604">
                  <a:moveTo>
                    <a:pt x="170270" y="0"/>
                  </a:moveTo>
                  <a:lnTo>
                    <a:pt x="2623983" y="0"/>
                  </a:lnTo>
                  <a:lnTo>
                    <a:pt x="2655908" y="0"/>
                  </a:lnTo>
                  <a:lnTo>
                    <a:pt x="2655908" y="3195604"/>
                  </a:lnTo>
                  <a:lnTo>
                    <a:pt x="0" y="3195604"/>
                  </a:lnTo>
                  <a:lnTo>
                    <a:pt x="0" y="148987"/>
                  </a:lnTo>
                  <a:cubicBezTo>
                    <a:pt x="0" y="60811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" name="Freeform: Shape 22">
              <a:extLst>
                <a:ext uri="{FF2B5EF4-FFF2-40B4-BE49-F238E27FC236}">
                  <a16:creationId xmlns:a16="http://schemas.microsoft.com/office/drawing/2014/main" id="{0334B1D7-F2A4-464F-83C1-038C6746E996}"/>
                </a:ext>
              </a:extLst>
            </p:cNvPr>
            <p:cNvSpPr/>
            <p:nvPr/>
          </p:nvSpPr>
          <p:spPr>
            <a:xfrm>
              <a:off x="11384738" y="6312642"/>
              <a:ext cx="807262" cy="48649"/>
            </a:xfrm>
            <a:custGeom>
              <a:avLst/>
              <a:gdLst>
                <a:gd name="connsiteX0" fmla="*/ 0 w 807262"/>
                <a:gd name="connsiteY0" fmla="*/ 0 h 48649"/>
                <a:gd name="connsiteX1" fmla="*/ 807262 w 807262"/>
                <a:gd name="connsiteY1" fmla="*/ 0 h 48649"/>
                <a:gd name="connsiteX2" fmla="*/ 807262 w 807262"/>
                <a:gd name="connsiteY2" fmla="*/ 48649 h 48649"/>
                <a:gd name="connsiteX3" fmla="*/ 799662 w 807262"/>
                <a:gd name="connsiteY3" fmla="*/ 48649 h 48649"/>
                <a:gd name="connsiteX4" fmla="*/ 772297 w 807262"/>
                <a:gd name="connsiteY4" fmla="*/ 48649 h 48649"/>
                <a:gd name="connsiteX5" fmla="*/ 173311 w 807262"/>
                <a:gd name="connsiteY5" fmla="*/ 48649 h 48649"/>
                <a:gd name="connsiteX6" fmla="*/ 0 w 807262"/>
                <a:gd name="connsiteY6" fmla="*/ 6081 h 48649"/>
                <a:gd name="connsiteX7" fmla="*/ 0 w 807262"/>
                <a:gd name="connsiteY7" fmla="*/ 3041 h 4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62" h="48649">
                  <a:moveTo>
                    <a:pt x="0" y="0"/>
                  </a:moveTo>
                  <a:lnTo>
                    <a:pt x="807262" y="0"/>
                  </a:lnTo>
                  <a:lnTo>
                    <a:pt x="807262" y="48649"/>
                  </a:lnTo>
                  <a:lnTo>
                    <a:pt x="799662" y="48649"/>
                  </a:lnTo>
                  <a:cubicBezTo>
                    <a:pt x="793581" y="48649"/>
                    <a:pt x="784459" y="48649"/>
                    <a:pt x="772297" y="48649"/>
                  </a:cubicBezTo>
                  <a:cubicBezTo>
                    <a:pt x="678039" y="48649"/>
                    <a:pt x="416553" y="48649"/>
                    <a:pt x="173311" y="48649"/>
                  </a:cubicBezTo>
                  <a:cubicBezTo>
                    <a:pt x="48648" y="48649"/>
                    <a:pt x="0" y="36487"/>
                    <a:pt x="0" y="6081"/>
                  </a:cubicBezTo>
                  <a:cubicBezTo>
                    <a:pt x="0" y="6081"/>
                    <a:pt x="0" y="6081"/>
                    <a:pt x="0" y="304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" name="Freeform: Shape 23">
              <a:extLst>
                <a:ext uri="{FF2B5EF4-FFF2-40B4-BE49-F238E27FC236}">
                  <a16:creationId xmlns:a16="http://schemas.microsoft.com/office/drawing/2014/main" id="{C41ECE32-510F-49F7-8F25-325D9954D5EB}"/>
                </a:ext>
              </a:extLst>
            </p:cNvPr>
            <p:cNvSpPr/>
            <p:nvPr/>
          </p:nvSpPr>
          <p:spPr>
            <a:xfrm>
              <a:off x="9536092" y="5379197"/>
              <a:ext cx="2655908" cy="395270"/>
            </a:xfrm>
            <a:custGeom>
              <a:avLst/>
              <a:gdLst>
                <a:gd name="connsiteX0" fmla="*/ 0 w 2655908"/>
                <a:gd name="connsiteY0" fmla="*/ 0 h 395270"/>
                <a:gd name="connsiteX1" fmla="*/ 2655908 w 2655908"/>
                <a:gd name="connsiteY1" fmla="*/ 0 h 395270"/>
                <a:gd name="connsiteX2" fmla="*/ 2655908 w 2655908"/>
                <a:gd name="connsiteY2" fmla="*/ 395270 h 395270"/>
                <a:gd name="connsiteX3" fmla="*/ 2623983 w 2655908"/>
                <a:gd name="connsiteY3" fmla="*/ 395270 h 395270"/>
                <a:gd name="connsiteX4" fmla="*/ 170270 w 2655908"/>
                <a:gd name="connsiteY4" fmla="*/ 395270 h 395270"/>
                <a:gd name="connsiteX5" fmla="*/ 0 w 2655908"/>
                <a:gd name="connsiteY5" fmla="*/ 246284 h 39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5908" h="395270">
                  <a:moveTo>
                    <a:pt x="0" y="0"/>
                  </a:moveTo>
                  <a:lnTo>
                    <a:pt x="2655908" y="0"/>
                  </a:lnTo>
                  <a:lnTo>
                    <a:pt x="2655908" y="395270"/>
                  </a:lnTo>
                  <a:lnTo>
                    <a:pt x="2623983" y="395270"/>
                  </a:lnTo>
                  <a:lnTo>
                    <a:pt x="170270" y="395270"/>
                  </a:lnTo>
                  <a:cubicBezTo>
                    <a:pt x="82095" y="395270"/>
                    <a:pt x="0" y="322297"/>
                    <a:pt x="0" y="24628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8" name="Freeform: Shape 24">
              <a:extLst>
                <a:ext uri="{FF2B5EF4-FFF2-40B4-BE49-F238E27FC236}">
                  <a16:creationId xmlns:a16="http://schemas.microsoft.com/office/drawing/2014/main" id="{DAF25550-19AA-4E2B-A652-7E336C1520CE}"/>
                </a:ext>
              </a:extLst>
            </p:cNvPr>
            <p:cNvSpPr/>
            <p:nvPr/>
          </p:nvSpPr>
          <p:spPr>
            <a:xfrm>
              <a:off x="9711093" y="2388830"/>
              <a:ext cx="2480907" cy="2797293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25">
              <a:extLst>
                <a:ext uri="{FF2B5EF4-FFF2-40B4-BE49-F238E27FC236}">
                  <a16:creationId xmlns:a16="http://schemas.microsoft.com/office/drawing/2014/main" id="{C41985CA-E5CD-493D-BCC2-4DC892D4F748}"/>
                </a:ext>
              </a:extLst>
            </p:cNvPr>
            <p:cNvSpPr/>
            <p:nvPr/>
          </p:nvSpPr>
          <p:spPr>
            <a:xfrm>
              <a:off x="10791316" y="2439610"/>
              <a:ext cx="1400684" cy="2776919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03234DE-03FA-4BBE-B3EC-4B8E1FA3F965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817728" y="2221239"/>
            <a:ext cx="2363393" cy="27368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1" name="Picture Placeholder 33">
            <a:extLst>
              <a:ext uri="{FF2B5EF4-FFF2-40B4-BE49-F238E27FC236}">
                <a16:creationId xmlns:a16="http://schemas.microsoft.com/office/drawing/2014/main" id="{5859E347-CB04-4BCA-B22A-2E87C94AA4F0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102225" y="2422236"/>
            <a:ext cx="1707440" cy="3185620"/>
          </a:xfrm>
          <a:custGeom>
            <a:avLst/>
            <a:gdLst>
              <a:gd name="connsiteX0" fmla="*/ 256439 w 2384085"/>
              <a:gd name="connsiteY0" fmla="*/ 0 h 4448059"/>
              <a:gd name="connsiteX1" fmla="*/ 483496 w 2384085"/>
              <a:gd name="connsiteY1" fmla="*/ 0 h 4448059"/>
              <a:gd name="connsiteX2" fmla="*/ 505506 w 2384085"/>
              <a:gd name="connsiteY2" fmla="*/ 18839 h 4448059"/>
              <a:gd name="connsiteX3" fmla="*/ 675825 w 2384085"/>
              <a:gd name="connsiteY3" fmla="*/ 164616 h 4448059"/>
              <a:gd name="connsiteX4" fmla="*/ 1697576 w 2384085"/>
              <a:gd name="connsiteY4" fmla="*/ 164616 h 4448059"/>
              <a:gd name="connsiteX5" fmla="*/ 1867894 w 2384085"/>
              <a:gd name="connsiteY5" fmla="*/ 18839 h 4448059"/>
              <a:gd name="connsiteX6" fmla="*/ 1889905 w 2384085"/>
              <a:gd name="connsiteY6" fmla="*/ 0 h 4448059"/>
              <a:gd name="connsiteX7" fmla="*/ 2127646 w 2384085"/>
              <a:gd name="connsiteY7" fmla="*/ 0 h 4448059"/>
              <a:gd name="connsiteX8" fmla="*/ 2384085 w 2384085"/>
              <a:gd name="connsiteY8" fmla="*/ 219488 h 4448059"/>
              <a:gd name="connsiteX9" fmla="*/ 2384085 w 2384085"/>
              <a:gd name="connsiteY9" fmla="*/ 4228571 h 4448059"/>
              <a:gd name="connsiteX10" fmla="*/ 2127646 w 2384085"/>
              <a:gd name="connsiteY10" fmla="*/ 4448059 h 4448059"/>
              <a:gd name="connsiteX11" fmla="*/ 256439 w 2384085"/>
              <a:gd name="connsiteY11" fmla="*/ 4448059 h 4448059"/>
              <a:gd name="connsiteX12" fmla="*/ 0 w 2384085"/>
              <a:gd name="connsiteY12" fmla="*/ 4228571 h 4448059"/>
              <a:gd name="connsiteX13" fmla="*/ 0 w 2384085"/>
              <a:gd name="connsiteY13" fmla="*/ 219488 h 4448059"/>
              <a:gd name="connsiteX14" fmla="*/ 256439 w 2384085"/>
              <a:gd name="connsiteY14" fmla="*/ 0 h 4448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384085" h="4448059">
                <a:moveTo>
                  <a:pt x="256439" y="0"/>
                </a:moveTo>
                <a:lnTo>
                  <a:pt x="483496" y="0"/>
                </a:lnTo>
                <a:cubicBezTo>
                  <a:pt x="495623" y="0"/>
                  <a:pt x="505506" y="8414"/>
                  <a:pt x="505506" y="18839"/>
                </a:cubicBezTo>
                <a:cubicBezTo>
                  <a:pt x="505506" y="99364"/>
                  <a:pt x="581797" y="164616"/>
                  <a:pt x="675825" y="164616"/>
                </a:cubicBezTo>
                <a:lnTo>
                  <a:pt x="1697576" y="164616"/>
                </a:lnTo>
                <a:cubicBezTo>
                  <a:pt x="1791657" y="164616"/>
                  <a:pt x="1867894" y="99318"/>
                  <a:pt x="1867894" y="18839"/>
                </a:cubicBezTo>
                <a:cubicBezTo>
                  <a:pt x="1867894" y="8460"/>
                  <a:pt x="1877724" y="0"/>
                  <a:pt x="1889905" y="0"/>
                </a:cubicBezTo>
                <a:lnTo>
                  <a:pt x="2127646" y="0"/>
                </a:lnTo>
                <a:cubicBezTo>
                  <a:pt x="2269275" y="0"/>
                  <a:pt x="2384085" y="98267"/>
                  <a:pt x="2384085" y="219488"/>
                </a:cubicBezTo>
                <a:lnTo>
                  <a:pt x="2384085" y="4228571"/>
                </a:lnTo>
                <a:cubicBezTo>
                  <a:pt x="2384085" y="4349792"/>
                  <a:pt x="2269275" y="4448059"/>
                  <a:pt x="2127646" y="4448059"/>
                </a:cubicBezTo>
                <a:lnTo>
                  <a:pt x="256439" y="4448059"/>
                </a:lnTo>
                <a:cubicBezTo>
                  <a:pt x="114810" y="4448059"/>
                  <a:pt x="0" y="4349792"/>
                  <a:pt x="0" y="4228571"/>
                </a:cubicBezTo>
                <a:lnTo>
                  <a:pt x="0" y="219488"/>
                </a:lnTo>
                <a:cubicBezTo>
                  <a:pt x="0" y="98267"/>
                  <a:pt x="114810" y="0"/>
                  <a:pt x="25643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CAF25859-B628-482A-9A82-D999A7D2F2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529" y="127081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6040C181-57BF-48D8-B4C1-38C7E1F1981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9480" y="752475"/>
            <a:ext cx="10893040" cy="53530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1581FE-E298-4732-8C46-2B5C3884FBB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862354" y="2142048"/>
            <a:ext cx="4610245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8475BA0-99AF-4B48-81C2-3F3F597A967E}"/>
              </a:ext>
            </a:extLst>
          </p:cNvPr>
          <p:cNvGrpSpPr/>
          <p:nvPr userDrawn="1"/>
        </p:nvGrpSpPr>
        <p:grpSpPr>
          <a:xfrm>
            <a:off x="555386" y="1772815"/>
            <a:ext cx="2644061" cy="4736917"/>
            <a:chOff x="555386" y="1772815"/>
            <a:chExt cx="2644061" cy="4736917"/>
          </a:xfrm>
        </p:grpSpPr>
        <p:grpSp>
          <p:nvGrpSpPr>
            <p:cNvPr id="3" name="Group 1">
              <a:extLst>
                <a:ext uri="{FF2B5EF4-FFF2-40B4-BE49-F238E27FC236}">
                  <a16:creationId xmlns:a16="http://schemas.microsoft.com/office/drawing/2014/main" id="{C3A1D9C2-ADDD-4C09-AC00-0682A4D18D94}"/>
                </a:ext>
              </a:extLst>
            </p:cNvPr>
            <p:cNvGrpSpPr/>
            <p:nvPr userDrawn="1"/>
          </p:nvGrpSpPr>
          <p:grpSpPr>
            <a:xfrm>
              <a:off x="748335" y="1772815"/>
              <a:ext cx="2258161" cy="4506899"/>
              <a:chOff x="8767919" y="321075"/>
              <a:chExt cx="1576881" cy="3147180"/>
            </a:xfrm>
            <a:effectLst/>
          </p:grpSpPr>
          <p:sp>
            <p:nvSpPr>
              <p:cNvPr id="5" name="Graphic 2">
                <a:extLst>
                  <a:ext uri="{FF2B5EF4-FFF2-40B4-BE49-F238E27FC236}">
                    <a16:creationId xmlns:a16="http://schemas.microsoft.com/office/drawing/2014/main" id="{A012FCC1-737A-4057-9631-360E89CAE0EF}"/>
                  </a:ext>
                </a:extLst>
              </p:cNvPr>
              <p:cNvSpPr/>
              <p:nvPr/>
            </p:nvSpPr>
            <p:spPr>
              <a:xfrm>
                <a:off x="8770360" y="321075"/>
                <a:ext cx="1572696" cy="3147180"/>
              </a:xfrm>
              <a:custGeom>
                <a:avLst/>
                <a:gdLst>
                  <a:gd name="connsiteX0" fmla="*/ 2940654 w 3387838"/>
                  <a:gd name="connsiteY0" fmla="*/ 6858876 h 6858875"/>
                  <a:gd name="connsiteX1" fmla="*/ 447185 w 3387838"/>
                  <a:gd name="connsiteY1" fmla="*/ 6858876 h 6858875"/>
                  <a:gd name="connsiteX2" fmla="*/ 0 w 3387838"/>
                  <a:gd name="connsiteY2" fmla="*/ 6411691 h 6858875"/>
                  <a:gd name="connsiteX3" fmla="*/ 0 w 3387838"/>
                  <a:gd name="connsiteY3" fmla="*/ 447185 h 6858875"/>
                  <a:gd name="connsiteX4" fmla="*/ 447185 w 3387838"/>
                  <a:gd name="connsiteY4" fmla="*/ 0 h 6858875"/>
                  <a:gd name="connsiteX5" fmla="*/ 2940654 w 3387838"/>
                  <a:gd name="connsiteY5" fmla="*/ 0 h 6858875"/>
                  <a:gd name="connsiteX6" fmla="*/ 3387838 w 3387838"/>
                  <a:gd name="connsiteY6" fmla="*/ 447185 h 6858875"/>
                  <a:gd name="connsiteX7" fmla="*/ 3387838 w 3387838"/>
                  <a:gd name="connsiteY7" fmla="*/ 6411759 h 6858875"/>
                  <a:gd name="connsiteX8" fmla="*/ 2940654 w 3387838"/>
                  <a:gd name="connsiteY8" fmla="*/ 6858876 h 6858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87838" h="6858875">
                    <a:moveTo>
                      <a:pt x="2940654" y="6858876"/>
                    </a:moveTo>
                    <a:lnTo>
                      <a:pt x="447185" y="6858876"/>
                    </a:lnTo>
                    <a:cubicBezTo>
                      <a:pt x="200216" y="6858876"/>
                      <a:pt x="0" y="6658660"/>
                      <a:pt x="0" y="6411691"/>
                    </a:cubicBezTo>
                    <a:lnTo>
                      <a:pt x="0" y="447185"/>
                    </a:lnTo>
                    <a:cubicBezTo>
                      <a:pt x="67" y="200216"/>
                      <a:pt x="200216" y="0"/>
                      <a:pt x="447185" y="0"/>
                    </a:cubicBezTo>
                    <a:lnTo>
                      <a:pt x="2940654" y="0"/>
                    </a:lnTo>
                    <a:cubicBezTo>
                      <a:pt x="3187622" y="0"/>
                      <a:pt x="3387838" y="200216"/>
                      <a:pt x="3387838" y="447185"/>
                    </a:cubicBezTo>
                    <a:lnTo>
                      <a:pt x="3387838" y="6411759"/>
                    </a:lnTo>
                    <a:cubicBezTo>
                      <a:pt x="3387771" y="6658660"/>
                      <a:pt x="3187555" y="6858876"/>
                      <a:pt x="2940654" y="6858876"/>
                    </a:cubicBezTo>
                    <a:close/>
                  </a:path>
                </a:pathLst>
              </a:custGeom>
              <a:solidFill>
                <a:srgbClr val="D0D4D8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Graphic 2">
                <a:extLst>
                  <a:ext uri="{FF2B5EF4-FFF2-40B4-BE49-F238E27FC236}">
                    <a16:creationId xmlns:a16="http://schemas.microsoft.com/office/drawing/2014/main" id="{5EEB1D40-2A57-43D0-ACC0-6FC0496B4094}"/>
                  </a:ext>
                </a:extLst>
              </p:cNvPr>
              <p:cNvSpPr/>
              <p:nvPr/>
            </p:nvSpPr>
            <p:spPr>
              <a:xfrm>
                <a:off x="8791431" y="337582"/>
                <a:ext cx="1530553" cy="3114135"/>
              </a:xfrm>
              <a:custGeom>
                <a:avLst/>
                <a:gdLst>
                  <a:gd name="connsiteX0" fmla="*/ 2858870 w 3305986"/>
                  <a:gd name="connsiteY0" fmla="*/ 6786860 h 6786860"/>
                  <a:gd name="connsiteX1" fmla="*/ 447185 w 3305986"/>
                  <a:gd name="connsiteY1" fmla="*/ 6786860 h 6786860"/>
                  <a:gd name="connsiteX2" fmla="*/ 0 w 3305986"/>
                  <a:gd name="connsiteY2" fmla="*/ 6339676 h 6786860"/>
                  <a:gd name="connsiteX3" fmla="*/ 0 w 3305986"/>
                  <a:gd name="connsiteY3" fmla="*/ 447185 h 6786860"/>
                  <a:gd name="connsiteX4" fmla="*/ 447185 w 3305986"/>
                  <a:gd name="connsiteY4" fmla="*/ 0 h 6786860"/>
                  <a:gd name="connsiteX5" fmla="*/ 2858802 w 3305986"/>
                  <a:gd name="connsiteY5" fmla="*/ 0 h 6786860"/>
                  <a:gd name="connsiteX6" fmla="*/ 3305987 w 3305986"/>
                  <a:gd name="connsiteY6" fmla="*/ 447185 h 6786860"/>
                  <a:gd name="connsiteX7" fmla="*/ 3305987 w 3305986"/>
                  <a:gd name="connsiteY7" fmla="*/ 6339743 h 6786860"/>
                  <a:gd name="connsiteX8" fmla="*/ 2858870 w 3305986"/>
                  <a:gd name="connsiteY8" fmla="*/ 6786860 h 6786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05986" h="6786860">
                    <a:moveTo>
                      <a:pt x="2858870" y="6786860"/>
                    </a:moveTo>
                    <a:lnTo>
                      <a:pt x="447185" y="6786860"/>
                    </a:lnTo>
                    <a:cubicBezTo>
                      <a:pt x="200216" y="6786860"/>
                      <a:pt x="0" y="6586644"/>
                      <a:pt x="0" y="6339676"/>
                    </a:cubicBezTo>
                    <a:lnTo>
                      <a:pt x="0" y="447185"/>
                    </a:lnTo>
                    <a:cubicBezTo>
                      <a:pt x="0" y="200216"/>
                      <a:pt x="200216" y="0"/>
                      <a:pt x="447185" y="0"/>
                    </a:cubicBezTo>
                    <a:lnTo>
                      <a:pt x="2858802" y="0"/>
                    </a:lnTo>
                    <a:cubicBezTo>
                      <a:pt x="3105771" y="0"/>
                      <a:pt x="3305987" y="200216"/>
                      <a:pt x="3305987" y="447185"/>
                    </a:cubicBezTo>
                    <a:lnTo>
                      <a:pt x="3305987" y="6339743"/>
                    </a:lnTo>
                    <a:cubicBezTo>
                      <a:pt x="3305987" y="6586644"/>
                      <a:pt x="3105771" y="6786860"/>
                      <a:pt x="2858870" y="6786860"/>
                    </a:cubicBezTo>
                    <a:close/>
                  </a:path>
                </a:pathLst>
              </a:cu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Graphic 2">
                <a:extLst>
                  <a:ext uri="{FF2B5EF4-FFF2-40B4-BE49-F238E27FC236}">
                    <a16:creationId xmlns:a16="http://schemas.microsoft.com/office/drawing/2014/main" id="{4E182557-C4E9-403E-8E59-394C42BD79D7}"/>
                  </a:ext>
                </a:extLst>
              </p:cNvPr>
              <p:cNvSpPr/>
              <p:nvPr/>
            </p:nvSpPr>
            <p:spPr>
              <a:xfrm>
                <a:off x="8768197" y="768764"/>
                <a:ext cx="11004" cy="107231"/>
              </a:xfrm>
              <a:custGeom>
                <a:avLst/>
                <a:gdLst>
                  <a:gd name="connsiteX0" fmla="*/ 15158 w 23982"/>
                  <a:gd name="connsiteY0" fmla="*/ 233697 h 233697"/>
                  <a:gd name="connsiteX1" fmla="*/ 0 w 23982"/>
                  <a:gd name="connsiteY1" fmla="*/ 233697 h 233697"/>
                  <a:gd name="connsiteX2" fmla="*/ 0 w 23982"/>
                  <a:gd name="connsiteY2" fmla="*/ 0 h 233697"/>
                  <a:gd name="connsiteX3" fmla="*/ 15158 w 23982"/>
                  <a:gd name="connsiteY3" fmla="*/ 0 h 233697"/>
                  <a:gd name="connsiteX4" fmla="*/ 23983 w 23982"/>
                  <a:gd name="connsiteY4" fmla="*/ 8825 h 233697"/>
                  <a:gd name="connsiteX5" fmla="*/ 23983 w 23982"/>
                  <a:gd name="connsiteY5" fmla="*/ 224805 h 233697"/>
                  <a:gd name="connsiteX6" fmla="*/ 15158 w 23982"/>
                  <a:gd name="connsiteY6" fmla="*/ 233697 h 233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982" h="233697">
                    <a:moveTo>
                      <a:pt x="15158" y="233697"/>
                    </a:moveTo>
                    <a:lnTo>
                      <a:pt x="0" y="233697"/>
                    </a:lnTo>
                    <a:lnTo>
                      <a:pt x="0" y="0"/>
                    </a:lnTo>
                    <a:lnTo>
                      <a:pt x="15158" y="0"/>
                    </a:lnTo>
                    <a:cubicBezTo>
                      <a:pt x="20008" y="0"/>
                      <a:pt x="23983" y="3975"/>
                      <a:pt x="23983" y="8825"/>
                    </a:cubicBezTo>
                    <a:lnTo>
                      <a:pt x="23983" y="224805"/>
                    </a:lnTo>
                    <a:cubicBezTo>
                      <a:pt x="23983" y="229723"/>
                      <a:pt x="20008" y="233697"/>
                      <a:pt x="15158" y="233697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Graphic 2">
                <a:extLst>
                  <a:ext uri="{FF2B5EF4-FFF2-40B4-BE49-F238E27FC236}">
                    <a16:creationId xmlns:a16="http://schemas.microsoft.com/office/drawing/2014/main" id="{1618111A-5E78-4D07-AAED-3474E6A97493}"/>
                  </a:ext>
                </a:extLst>
              </p:cNvPr>
              <p:cNvSpPr/>
              <p:nvPr/>
            </p:nvSpPr>
            <p:spPr>
              <a:xfrm>
                <a:off x="8768197" y="998838"/>
                <a:ext cx="15362" cy="213875"/>
              </a:xfrm>
              <a:custGeom>
                <a:avLst/>
                <a:gdLst>
                  <a:gd name="connsiteX0" fmla="*/ 24656 w 33481"/>
                  <a:gd name="connsiteY0" fmla="*/ 466115 h 466115"/>
                  <a:gd name="connsiteX1" fmla="*/ 10105 w 33481"/>
                  <a:gd name="connsiteY1" fmla="*/ 466115 h 466115"/>
                  <a:gd name="connsiteX2" fmla="*/ 0 w 33481"/>
                  <a:gd name="connsiteY2" fmla="*/ 456010 h 466115"/>
                  <a:gd name="connsiteX3" fmla="*/ 0 w 33481"/>
                  <a:gd name="connsiteY3" fmla="*/ 10105 h 466115"/>
                  <a:gd name="connsiteX4" fmla="*/ 10105 w 33481"/>
                  <a:gd name="connsiteY4" fmla="*/ 0 h 466115"/>
                  <a:gd name="connsiteX5" fmla="*/ 24656 w 33481"/>
                  <a:gd name="connsiteY5" fmla="*/ 0 h 466115"/>
                  <a:gd name="connsiteX6" fmla="*/ 33482 w 33481"/>
                  <a:gd name="connsiteY6" fmla="*/ 8825 h 466115"/>
                  <a:gd name="connsiteX7" fmla="*/ 33482 w 33481"/>
                  <a:gd name="connsiteY7" fmla="*/ 457223 h 466115"/>
                  <a:gd name="connsiteX8" fmla="*/ 24656 w 33481"/>
                  <a:gd name="connsiteY8" fmla="*/ 466115 h 466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466115">
                    <a:moveTo>
                      <a:pt x="24656" y="466115"/>
                    </a:moveTo>
                    <a:lnTo>
                      <a:pt x="10105" y="466115"/>
                    </a:lnTo>
                    <a:cubicBezTo>
                      <a:pt x="4514" y="466115"/>
                      <a:pt x="0" y="461601"/>
                      <a:pt x="0" y="456010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457223"/>
                    </a:lnTo>
                    <a:cubicBezTo>
                      <a:pt x="33482" y="462140"/>
                      <a:pt x="29507" y="466115"/>
                      <a:pt x="24656" y="466115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Graphic 2">
                <a:extLst>
                  <a:ext uri="{FF2B5EF4-FFF2-40B4-BE49-F238E27FC236}">
                    <a16:creationId xmlns:a16="http://schemas.microsoft.com/office/drawing/2014/main" id="{81B1B4C7-8744-44CD-B56D-9684295EB197}"/>
                  </a:ext>
                </a:extLst>
              </p:cNvPr>
              <p:cNvSpPr/>
              <p:nvPr/>
            </p:nvSpPr>
            <p:spPr>
              <a:xfrm>
                <a:off x="8768228" y="1014200"/>
                <a:ext cx="8686" cy="179100"/>
              </a:xfrm>
              <a:custGeom>
                <a:avLst/>
                <a:gdLst>
                  <a:gd name="connsiteX0" fmla="*/ 17650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650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650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24" y="390327"/>
                      <a:pt x="17650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Graphic 2">
                <a:extLst>
                  <a:ext uri="{FF2B5EF4-FFF2-40B4-BE49-F238E27FC236}">
                    <a16:creationId xmlns:a16="http://schemas.microsoft.com/office/drawing/2014/main" id="{4C545CBA-93F1-4501-97E1-218B50DE567A}"/>
                  </a:ext>
                </a:extLst>
              </p:cNvPr>
              <p:cNvSpPr/>
              <p:nvPr/>
            </p:nvSpPr>
            <p:spPr>
              <a:xfrm>
                <a:off x="8767919" y="1284428"/>
                <a:ext cx="15362" cy="213875"/>
              </a:xfrm>
              <a:custGeom>
                <a:avLst/>
                <a:gdLst>
                  <a:gd name="connsiteX0" fmla="*/ 24656 w 33481"/>
                  <a:gd name="connsiteY0" fmla="*/ 466115 h 466114"/>
                  <a:gd name="connsiteX1" fmla="*/ 10105 w 33481"/>
                  <a:gd name="connsiteY1" fmla="*/ 466115 h 466114"/>
                  <a:gd name="connsiteX2" fmla="*/ 0 w 33481"/>
                  <a:gd name="connsiteY2" fmla="*/ 456010 h 466114"/>
                  <a:gd name="connsiteX3" fmla="*/ 0 w 33481"/>
                  <a:gd name="connsiteY3" fmla="*/ 10105 h 466114"/>
                  <a:gd name="connsiteX4" fmla="*/ 10105 w 33481"/>
                  <a:gd name="connsiteY4" fmla="*/ 0 h 466114"/>
                  <a:gd name="connsiteX5" fmla="*/ 24656 w 33481"/>
                  <a:gd name="connsiteY5" fmla="*/ 0 h 466114"/>
                  <a:gd name="connsiteX6" fmla="*/ 33482 w 33481"/>
                  <a:gd name="connsiteY6" fmla="*/ 8825 h 466114"/>
                  <a:gd name="connsiteX7" fmla="*/ 33482 w 33481"/>
                  <a:gd name="connsiteY7" fmla="*/ 457222 h 466114"/>
                  <a:gd name="connsiteX8" fmla="*/ 24656 w 33481"/>
                  <a:gd name="connsiteY8" fmla="*/ 466115 h 466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466114">
                    <a:moveTo>
                      <a:pt x="24656" y="466115"/>
                    </a:moveTo>
                    <a:lnTo>
                      <a:pt x="10105" y="466115"/>
                    </a:lnTo>
                    <a:cubicBezTo>
                      <a:pt x="4514" y="466115"/>
                      <a:pt x="0" y="461601"/>
                      <a:pt x="0" y="456010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457222"/>
                    </a:lnTo>
                    <a:cubicBezTo>
                      <a:pt x="33482" y="462208"/>
                      <a:pt x="29507" y="466115"/>
                      <a:pt x="24656" y="466115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Graphic 2">
                <a:extLst>
                  <a:ext uri="{FF2B5EF4-FFF2-40B4-BE49-F238E27FC236}">
                    <a16:creationId xmlns:a16="http://schemas.microsoft.com/office/drawing/2014/main" id="{1B11E3B1-C656-47AA-B472-C215A6BAAB43}"/>
                  </a:ext>
                </a:extLst>
              </p:cNvPr>
              <p:cNvSpPr/>
              <p:nvPr/>
            </p:nvSpPr>
            <p:spPr>
              <a:xfrm>
                <a:off x="8767919" y="1299791"/>
                <a:ext cx="8686" cy="179100"/>
              </a:xfrm>
              <a:custGeom>
                <a:avLst/>
                <a:gdLst>
                  <a:gd name="connsiteX0" fmla="*/ 17718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718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718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91" y="390327"/>
                      <a:pt x="17718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Graphic 2">
                <a:extLst>
                  <a:ext uri="{FF2B5EF4-FFF2-40B4-BE49-F238E27FC236}">
                    <a16:creationId xmlns:a16="http://schemas.microsoft.com/office/drawing/2014/main" id="{3F79FD6F-0FAE-4BBB-BA6B-895282E1AEB1}"/>
                  </a:ext>
                </a:extLst>
              </p:cNvPr>
              <p:cNvSpPr/>
              <p:nvPr/>
            </p:nvSpPr>
            <p:spPr>
              <a:xfrm>
                <a:off x="10329438" y="1070583"/>
                <a:ext cx="15362" cy="346145"/>
              </a:xfrm>
              <a:custGeom>
                <a:avLst/>
                <a:gdLst>
                  <a:gd name="connsiteX0" fmla="*/ 24656 w 33481"/>
                  <a:gd name="connsiteY0" fmla="*/ 754380 h 754380"/>
                  <a:gd name="connsiteX1" fmla="*/ 10105 w 33481"/>
                  <a:gd name="connsiteY1" fmla="*/ 754380 h 754380"/>
                  <a:gd name="connsiteX2" fmla="*/ 0 w 33481"/>
                  <a:gd name="connsiteY2" fmla="*/ 744275 h 754380"/>
                  <a:gd name="connsiteX3" fmla="*/ 0 w 33481"/>
                  <a:gd name="connsiteY3" fmla="*/ 10105 h 754380"/>
                  <a:gd name="connsiteX4" fmla="*/ 10105 w 33481"/>
                  <a:gd name="connsiteY4" fmla="*/ 0 h 754380"/>
                  <a:gd name="connsiteX5" fmla="*/ 24656 w 33481"/>
                  <a:gd name="connsiteY5" fmla="*/ 0 h 754380"/>
                  <a:gd name="connsiteX6" fmla="*/ 33482 w 33481"/>
                  <a:gd name="connsiteY6" fmla="*/ 8825 h 754380"/>
                  <a:gd name="connsiteX7" fmla="*/ 33482 w 33481"/>
                  <a:gd name="connsiteY7" fmla="*/ 745555 h 754380"/>
                  <a:gd name="connsiteX8" fmla="*/ 24656 w 33481"/>
                  <a:gd name="connsiteY8" fmla="*/ 754380 h 75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754380">
                    <a:moveTo>
                      <a:pt x="24656" y="754380"/>
                    </a:moveTo>
                    <a:lnTo>
                      <a:pt x="10105" y="754380"/>
                    </a:lnTo>
                    <a:cubicBezTo>
                      <a:pt x="4514" y="754380"/>
                      <a:pt x="0" y="749866"/>
                      <a:pt x="0" y="744275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745555"/>
                    </a:lnTo>
                    <a:cubicBezTo>
                      <a:pt x="33482" y="750405"/>
                      <a:pt x="29507" y="754380"/>
                      <a:pt x="24656" y="754380"/>
                    </a:cubicBezTo>
                    <a:close/>
                  </a:path>
                </a:pathLst>
              </a:custGeom>
              <a:solidFill>
                <a:srgbClr val="8A9096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en-US"/>
              </a:p>
            </p:txBody>
          </p:sp>
          <p:sp>
            <p:nvSpPr>
              <p:cNvPr id="13" name="Graphic 2">
                <a:extLst>
                  <a:ext uri="{FF2B5EF4-FFF2-40B4-BE49-F238E27FC236}">
                    <a16:creationId xmlns:a16="http://schemas.microsoft.com/office/drawing/2014/main" id="{CD9876AD-72BC-4386-85AA-7AD4EC730B95}"/>
                  </a:ext>
                </a:extLst>
              </p:cNvPr>
              <p:cNvSpPr/>
              <p:nvPr/>
            </p:nvSpPr>
            <p:spPr>
              <a:xfrm>
                <a:off x="10336113" y="1095466"/>
                <a:ext cx="8686" cy="289856"/>
              </a:xfrm>
              <a:custGeom>
                <a:avLst/>
                <a:gdLst>
                  <a:gd name="connsiteX0" fmla="*/ 17650 w 18930"/>
                  <a:gd name="connsiteY0" fmla="*/ 631704 h 631704"/>
                  <a:gd name="connsiteX1" fmla="*/ 1886 w 18930"/>
                  <a:gd name="connsiteY1" fmla="*/ 631704 h 631704"/>
                  <a:gd name="connsiteX2" fmla="*/ 0 w 18930"/>
                  <a:gd name="connsiteY2" fmla="*/ 629818 h 631704"/>
                  <a:gd name="connsiteX3" fmla="*/ 0 w 18930"/>
                  <a:gd name="connsiteY3" fmla="*/ 1886 h 631704"/>
                  <a:gd name="connsiteX4" fmla="*/ 1886 w 18930"/>
                  <a:gd name="connsiteY4" fmla="*/ 0 h 631704"/>
                  <a:gd name="connsiteX5" fmla="*/ 17650 w 18930"/>
                  <a:gd name="connsiteY5" fmla="*/ 0 h 631704"/>
                  <a:gd name="connsiteX6" fmla="*/ 18930 w 18930"/>
                  <a:gd name="connsiteY6" fmla="*/ 1280 h 631704"/>
                  <a:gd name="connsiteX7" fmla="*/ 18930 w 18930"/>
                  <a:gd name="connsiteY7" fmla="*/ 630491 h 631704"/>
                  <a:gd name="connsiteX8" fmla="*/ 17650 w 18930"/>
                  <a:gd name="connsiteY8" fmla="*/ 631704 h 631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631704">
                    <a:moveTo>
                      <a:pt x="17650" y="631704"/>
                    </a:moveTo>
                    <a:lnTo>
                      <a:pt x="1886" y="631704"/>
                    </a:lnTo>
                    <a:cubicBezTo>
                      <a:pt x="808" y="631704"/>
                      <a:pt x="0" y="630828"/>
                      <a:pt x="0" y="629818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630491"/>
                    </a:lnTo>
                    <a:cubicBezTo>
                      <a:pt x="18863" y="631098"/>
                      <a:pt x="18324" y="631704"/>
                      <a:pt x="17650" y="631704"/>
                    </a:cubicBezTo>
                    <a:close/>
                  </a:path>
                </a:pathLst>
              </a:custGeom>
              <a:solidFill>
                <a:srgbClr val="4A4C4D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en-US"/>
              </a:p>
            </p:txBody>
          </p:sp>
          <p:sp>
            <p:nvSpPr>
              <p:cNvPr id="14" name="Graphic 2">
                <a:extLst>
                  <a:ext uri="{FF2B5EF4-FFF2-40B4-BE49-F238E27FC236}">
                    <a16:creationId xmlns:a16="http://schemas.microsoft.com/office/drawing/2014/main" id="{D2CC3FF1-756F-4F6A-ABB6-443E8804A56E}"/>
                  </a:ext>
                </a:extLst>
              </p:cNvPr>
              <p:cNvSpPr/>
              <p:nvPr/>
            </p:nvSpPr>
            <p:spPr>
              <a:xfrm>
                <a:off x="10332372" y="1794713"/>
                <a:ext cx="12426" cy="237214"/>
              </a:xfrm>
              <a:custGeom>
                <a:avLst/>
                <a:gdLst>
                  <a:gd name="connsiteX0" fmla="*/ 18257 w 27081"/>
                  <a:gd name="connsiteY0" fmla="*/ 516977 h 516977"/>
                  <a:gd name="connsiteX1" fmla="*/ 10105 w 27081"/>
                  <a:gd name="connsiteY1" fmla="*/ 516977 h 516977"/>
                  <a:gd name="connsiteX2" fmla="*/ 0 w 27081"/>
                  <a:gd name="connsiteY2" fmla="*/ 506872 h 516977"/>
                  <a:gd name="connsiteX3" fmla="*/ 0 w 27081"/>
                  <a:gd name="connsiteY3" fmla="*/ 10105 h 516977"/>
                  <a:gd name="connsiteX4" fmla="*/ 10105 w 27081"/>
                  <a:gd name="connsiteY4" fmla="*/ 0 h 516977"/>
                  <a:gd name="connsiteX5" fmla="*/ 18257 w 27081"/>
                  <a:gd name="connsiteY5" fmla="*/ 0 h 516977"/>
                  <a:gd name="connsiteX6" fmla="*/ 27082 w 27081"/>
                  <a:gd name="connsiteY6" fmla="*/ 8825 h 516977"/>
                  <a:gd name="connsiteX7" fmla="*/ 27082 w 27081"/>
                  <a:gd name="connsiteY7" fmla="*/ 508152 h 516977"/>
                  <a:gd name="connsiteX8" fmla="*/ 18257 w 27081"/>
                  <a:gd name="connsiteY8" fmla="*/ 516977 h 51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081" h="516977">
                    <a:moveTo>
                      <a:pt x="18257" y="516977"/>
                    </a:moveTo>
                    <a:lnTo>
                      <a:pt x="10105" y="516977"/>
                    </a:lnTo>
                    <a:cubicBezTo>
                      <a:pt x="4514" y="516977"/>
                      <a:pt x="0" y="512464"/>
                      <a:pt x="0" y="506872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18257" y="0"/>
                    </a:lnTo>
                    <a:cubicBezTo>
                      <a:pt x="23107" y="0"/>
                      <a:pt x="27082" y="3975"/>
                      <a:pt x="27082" y="8825"/>
                    </a:cubicBezTo>
                    <a:lnTo>
                      <a:pt x="27082" y="508152"/>
                    </a:lnTo>
                    <a:cubicBezTo>
                      <a:pt x="27082" y="513003"/>
                      <a:pt x="23107" y="516977"/>
                      <a:pt x="18257" y="516977"/>
                    </a:cubicBezTo>
                    <a:close/>
                  </a:path>
                </a:pathLst>
              </a:custGeom>
              <a:solidFill>
                <a:srgbClr val="8A9096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Graphic 2">
                <a:extLst>
                  <a:ext uri="{FF2B5EF4-FFF2-40B4-BE49-F238E27FC236}">
                    <a16:creationId xmlns:a16="http://schemas.microsoft.com/office/drawing/2014/main" id="{CA9F738A-6F34-4634-9991-8070B6BBD093}"/>
                  </a:ext>
                </a:extLst>
              </p:cNvPr>
              <p:cNvSpPr/>
              <p:nvPr/>
            </p:nvSpPr>
            <p:spPr>
              <a:xfrm>
                <a:off x="10337751" y="1811744"/>
                <a:ext cx="7047" cy="198636"/>
              </a:xfrm>
              <a:custGeom>
                <a:avLst/>
                <a:gdLst>
                  <a:gd name="connsiteX0" fmla="*/ 14080 w 15359"/>
                  <a:gd name="connsiteY0" fmla="*/ 432903 h 432902"/>
                  <a:gd name="connsiteX1" fmla="*/ 1886 w 15359"/>
                  <a:gd name="connsiteY1" fmla="*/ 432903 h 432902"/>
                  <a:gd name="connsiteX2" fmla="*/ 0 w 15359"/>
                  <a:gd name="connsiteY2" fmla="*/ 431016 h 432902"/>
                  <a:gd name="connsiteX3" fmla="*/ 0 w 15359"/>
                  <a:gd name="connsiteY3" fmla="*/ 1886 h 432902"/>
                  <a:gd name="connsiteX4" fmla="*/ 1886 w 15359"/>
                  <a:gd name="connsiteY4" fmla="*/ 0 h 432902"/>
                  <a:gd name="connsiteX5" fmla="*/ 14080 w 15359"/>
                  <a:gd name="connsiteY5" fmla="*/ 0 h 432902"/>
                  <a:gd name="connsiteX6" fmla="*/ 15360 w 15359"/>
                  <a:gd name="connsiteY6" fmla="*/ 1280 h 432902"/>
                  <a:gd name="connsiteX7" fmla="*/ 15360 w 15359"/>
                  <a:gd name="connsiteY7" fmla="*/ 431690 h 432902"/>
                  <a:gd name="connsiteX8" fmla="*/ 14080 w 15359"/>
                  <a:gd name="connsiteY8" fmla="*/ 432903 h 4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" h="432902">
                    <a:moveTo>
                      <a:pt x="14080" y="432903"/>
                    </a:moveTo>
                    <a:lnTo>
                      <a:pt x="1886" y="432903"/>
                    </a:lnTo>
                    <a:cubicBezTo>
                      <a:pt x="808" y="432903"/>
                      <a:pt x="0" y="432027"/>
                      <a:pt x="0" y="431016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4080" y="0"/>
                    </a:lnTo>
                    <a:cubicBezTo>
                      <a:pt x="14753" y="0"/>
                      <a:pt x="15360" y="539"/>
                      <a:pt x="15360" y="1280"/>
                    </a:cubicBezTo>
                    <a:lnTo>
                      <a:pt x="15360" y="431690"/>
                    </a:lnTo>
                    <a:cubicBezTo>
                      <a:pt x="15360" y="432364"/>
                      <a:pt x="14821" y="432903"/>
                      <a:pt x="14080" y="432903"/>
                    </a:cubicBezTo>
                    <a:close/>
                  </a:path>
                </a:pathLst>
              </a:custGeom>
              <a:solidFill>
                <a:srgbClr val="4A4C4D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Oval 216">
                <a:extLst>
                  <a:ext uri="{FF2B5EF4-FFF2-40B4-BE49-F238E27FC236}">
                    <a16:creationId xmlns:a16="http://schemas.microsoft.com/office/drawing/2014/main" id="{A52A5347-C4C4-4FA6-B12E-5754475248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4840" y="385880"/>
                <a:ext cx="73152" cy="73152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217">
                <a:extLst>
                  <a:ext uri="{FF2B5EF4-FFF2-40B4-BE49-F238E27FC236}">
                    <a16:creationId xmlns:a16="http://schemas.microsoft.com/office/drawing/2014/main" id="{109D141B-CD02-4849-BE33-79485E30A9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9414" y="390452"/>
                <a:ext cx="64008" cy="64008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218">
                <a:extLst>
                  <a:ext uri="{FF2B5EF4-FFF2-40B4-BE49-F238E27FC236}">
                    <a16:creationId xmlns:a16="http://schemas.microsoft.com/office/drawing/2014/main" id="{841ED452-0D20-40B8-B489-EBE662D7CB81}"/>
                  </a:ext>
                </a:extLst>
              </p:cNvPr>
              <p:cNvSpPr/>
              <p:nvPr/>
            </p:nvSpPr>
            <p:spPr>
              <a:xfrm>
                <a:off x="9835596" y="406637"/>
                <a:ext cx="31638" cy="3163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Oval 219">
                <a:extLst>
                  <a:ext uri="{FF2B5EF4-FFF2-40B4-BE49-F238E27FC236}">
                    <a16:creationId xmlns:a16="http://schemas.microsoft.com/office/drawing/2014/main" id="{BEDF7FF7-F9C6-46BA-B351-65BC46BE40F5}"/>
                  </a:ext>
                </a:extLst>
              </p:cNvPr>
              <p:cNvSpPr/>
              <p:nvPr/>
            </p:nvSpPr>
            <p:spPr>
              <a:xfrm>
                <a:off x="9843025" y="414064"/>
                <a:ext cx="16783" cy="16783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Graphic 2">
                <a:extLst>
                  <a:ext uri="{FF2B5EF4-FFF2-40B4-BE49-F238E27FC236}">
                    <a16:creationId xmlns:a16="http://schemas.microsoft.com/office/drawing/2014/main" id="{1F74A476-C745-4EDD-B738-F3339CB2B5BE}"/>
                  </a:ext>
                </a:extLst>
              </p:cNvPr>
              <p:cNvSpPr/>
              <p:nvPr userDrawn="1"/>
            </p:nvSpPr>
            <p:spPr>
              <a:xfrm flipH="1">
                <a:off x="8769273" y="781546"/>
                <a:ext cx="5842" cy="81663"/>
              </a:xfrm>
              <a:custGeom>
                <a:avLst/>
                <a:gdLst>
                  <a:gd name="connsiteX0" fmla="*/ 17650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650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650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24" y="390327"/>
                      <a:pt x="17650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AFADFCF3-D1D5-4860-B9A8-DF5456387879}"/>
                </a:ext>
              </a:extLst>
            </p:cNvPr>
            <p:cNvSpPr/>
            <p:nvPr userDrawn="1"/>
          </p:nvSpPr>
          <p:spPr>
            <a:xfrm>
              <a:off x="555386" y="6085986"/>
              <a:ext cx="2644061" cy="423746"/>
            </a:xfrm>
            <a:prstGeom prst="trapezoid">
              <a:avLst>
                <a:gd name="adj" fmla="val 3552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그림 개체 틀 2">
            <a:extLst>
              <a:ext uri="{FF2B5EF4-FFF2-40B4-BE49-F238E27FC236}">
                <a16:creationId xmlns:a16="http://schemas.microsoft.com/office/drawing/2014/main" id="{95A6C2DB-A757-48D9-8278-4845BACB05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91176" y="1"/>
            <a:ext cx="6605602" cy="6866390"/>
          </a:xfrm>
          <a:custGeom>
            <a:avLst/>
            <a:gdLst>
              <a:gd name="connsiteX0" fmla="*/ 0 w 4427984"/>
              <a:gd name="connsiteY0" fmla="*/ 0 h 6866389"/>
              <a:gd name="connsiteX1" fmla="*/ 4427984 w 4427984"/>
              <a:gd name="connsiteY1" fmla="*/ 0 h 6866389"/>
              <a:gd name="connsiteX2" fmla="*/ 4427984 w 4427984"/>
              <a:gd name="connsiteY2" fmla="*/ 6866389 h 6866389"/>
              <a:gd name="connsiteX3" fmla="*/ 0 w 4427984"/>
              <a:gd name="connsiteY3" fmla="*/ 6866389 h 6866389"/>
              <a:gd name="connsiteX4" fmla="*/ 0 w 4427984"/>
              <a:gd name="connsiteY4" fmla="*/ 0 h 6866389"/>
              <a:gd name="connsiteX0" fmla="*/ 595618 w 4427984"/>
              <a:gd name="connsiteY0" fmla="*/ 0 h 6883167"/>
              <a:gd name="connsiteX1" fmla="*/ 4427984 w 4427984"/>
              <a:gd name="connsiteY1" fmla="*/ 16778 h 6883167"/>
              <a:gd name="connsiteX2" fmla="*/ 4427984 w 4427984"/>
              <a:gd name="connsiteY2" fmla="*/ 6883167 h 6883167"/>
              <a:gd name="connsiteX3" fmla="*/ 0 w 4427984"/>
              <a:gd name="connsiteY3" fmla="*/ 6883167 h 6883167"/>
              <a:gd name="connsiteX4" fmla="*/ 595618 w 4427984"/>
              <a:gd name="connsiteY4" fmla="*/ 0 h 6883167"/>
              <a:gd name="connsiteX0" fmla="*/ 1258348 w 5090714"/>
              <a:gd name="connsiteY0" fmla="*/ 0 h 6883167"/>
              <a:gd name="connsiteX1" fmla="*/ 5090714 w 5090714"/>
              <a:gd name="connsiteY1" fmla="*/ 16778 h 6883167"/>
              <a:gd name="connsiteX2" fmla="*/ 5090714 w 5090714"/>
              <a:gd name="connsiteY2" fmla="*/ 6883167 h 6883167"/>
              <a:gd name="connsiteX3" fmla="*/ 0 w 5090714"/>
              <a:gd name="connsiteY3" fmla="*/ 6874779 h 6883167"/>
              <a:gd name="connsiteX4" fmla="*/ 1258348 w 5090714"/>
              <a:gd name="connsiteY4" fmla="*/ 0 h 6883167"/>
              <a:gd name="connsiteX0" fmla="*/ 1493240 w 5090714"/>
              <a:gd name="connsiteY0" fmla="*/ 0 h 6883167"/>
              <a:gd name="connsiteX1" fmla="*/ 5090714 w 5090714"/>
              <a:gd name="connsiteY1" fmla="*/ 16778 h 6883167"/>
              <a:gd name="connsiteX2" fmla="*/ 5090714 w 5090714"/>
              <a:gd name="connsiteY2" fmla="*/ 6883167 h 6883167"/>
              <a:gd name="connsiteX3" fmla="*/ 0 w 5090714"/>
              <a:gd name="connsiteY3" fmla="*/ 6874779 h 6883167"/>
              <a:gd name="connsiteX4" fmla="*/ 1493240 w 5090714"/>
              <a:gd name="connsiteY4" fmla="*/ 0 h 6883167"/>
              <a:gd name="connsiteX0" fmla="*/ 1459684 w 5090714"/>
              <a:gd name="connsiteY0" fmla="*/ 0 h 6866389"/>
              <a:gd name="connsiteX1" fmla="*/ 5090714 w 5090714"/>
              <a:gd name="connsiteY1" fmla="*/ 0 h 6866389"/>
              <a:gd name="connsiteX2" fmla="*/ 5090714 w 5090714"/>
              <a:gd name="connsiteY2" fmla="*/ 6866389 h 6866389"/>
              <a:gd name="connsiteX3" fmla="*/ 0 w 5090714"/>
              <a:gd name="connsiteY3" fmla="*/ 6858001 h 6866389"/>
              <a:gd name="connsiteX4" fmla="*/ 1459684 w 5090714"/>
              <a:gd name="connsiteY4" fmla="*/ 0 h 6866389"/>
              <a:gd name="connsiteX0" fmla="*/ 1711354 w 5090714"/>
              <a:gd name="connsiteY0" fmla="*/ 0 h 6874778"/>
              <a:gd name="connsiteX1" fmla="*/ 5090714 w 5090714"/>
              <a:gd name="connsiteY1" fmla="*/ 8389 h 6874778"/>
              <a:gd name="connsiteX2" fmla="*/ 5090714 w 5090714"/>
              <a:gd name="connsiteY2" fmla="*/ 6874778 h 6874778"/>
              <a:gd name="connsiteX3" fmla="*/ 0 w 5090714"/>
              <a:gd name="connsiteY3" fmla="*/ 6866390 h 6874778"/>
              <a:gd name="connsiteX4" fmla="*/ 1711354 w 5090714"/>
              <a:gd name="connsiteY4" fmla="*/ 0 h 6874778"/>
              <a:gd name="connsiteX0" fmla="*/ 1937857 w 5317217"/>
              <a:gd name="connsiteY0" fmla="*/ 0 h 6874779"/>
              <a:gd name="connsiteX1" fmla="*/ 5317217 w 5317217"/>
              <a:gd name="connsiteY1" fmla="*/ 8389 h 6874779"/>
              <a:gd name="connsiteX2" fmla="*/ 5317217 w 5317217"/>
              <a:gd name="connsiteY2" fmla="*/ 6874778 h 6874779"/>
              <a:gd name="connsiteX3" fmla="*/ 0 w 5317217"/>
              <a:gd name="connsiteY3" fmla="*/ 6874779 h 6874779"/>
              <a:gd name="connsiteX4" fmla="*/ 1937857 w 5317217"/>
              <a:gd name="connsiteY4" fmla="*/ 0 h 6874779"/>
              <a:gd name="connsiteX0" fmla="*/ 1280632 w 5317217"/>
              <a:gd name="connsiteY0" fmla="*/ 10661 h 6866390"/>
              <a:gd name="connsiteX1" fmla="*/ 5317217 w 5317217"/>
              <a:gd name="connsiteY1" fmla="*/ 0 h 6866390"/>
              <a:gd name="connsiteX2" fmla="*/ 5317217 w 5317217"/>
              <a:gd name="connsiteY2" fmla="*/ 6866389 h 6866390"/>
              <a:gd name="connsiteX3" fmla="*/ 0 w 5317217"/>
              <a:gd name="connsiteY3" fmla="*/ 6866390 h 6866390"/>
              <a:gd name="connsiteX4" fmla="*/ 1280632 w 5317217"/>
              <a:gd name="connsiteY4" fmla="*/ 10661 h 6866390"/>
              <a:gd name="connsiteX0" fmla="*/ 1280632 w 5317217"/>
              <a:gd name="connsiteY0" fmla="*/ 1136 h 6866390"/>
              <a:gd name="connsiteX1" fmla="*/ 5317217 w 5317217"/>
              <a:gd name="connsiteY1" fmla="*/ 0 h 6866390"/>
              <a:gd name="connsiteX2" fmla="*/ 5317217 w 5317217"/>
              <a:gd name="connsiteY2" fmla="*/ 6866389 h 6866390"/>
              <a:gd name="connsiteX3" fmla="*/ 0 w 5317217"/>
              <a:gd name="connsiteY3" fmla="*/ 6866390 h 6866390"/>
              <a:gd name="connsiteX4" fmla="*/ 1280632 w 5317217"/>
              <a:gd name="connsiteY4" fmla="*/ 1136 h 6866390"/>
              <a:gd name="connsiteX0" fmla="*/ 1413982 w 5450567"/>
              <a:gd name="connsiteY0" fmla="*/ 1136 h 6866390"/>
              <a:gd name="connsiteX1" fmla="*/ 5450567 w 5450567"/>
              <a:gd name="connsiteY1" fmla="*/ 0 h 6866390"/>
              <a:gd name="connsiteX2" fmla="*/ 5450567 w 5450567"/>
              <a:gd name="connsiteY2" fmla="*/ 6866389 h 6866390"/>
              <a:gd name="connsiteX3" fmla="*/ 0 w 5450567"/>
              <a:gd name="connsiteY3" fmla="*/ 6866390 h 6866390"/>
              <a:gd name="connsiteX4" fmla="*/ 1413982 w 5450567"/>
              <a:gd name="connsiteY4" fmla="*/ 1136 h 6866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0567" h="6866390">
                <a:moveTo>
                  <a:pt x="1413982" y="1136"/>
                </a:moveTo>
                <a:lnTo>
                  <a:pt x="5450567" y="0"/>
                </a:lnTo>
                <a:lnTo>
                  <a:pt x="5450567" y="6866389"/>
                </a:lnTo>
                <a:lnTo>
                  <a:pt x="0" y="6866390"/>
                </a:lnTo>
                <a:lnTo>
                  <a:pt x="1413982" y="113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2" name="그림 개체 틀 28">
            <a:extLst>
              <a:ext uri="{FF2B5EF4-FFF2-40B4-BE49-F238E27FC236}">
                <a16:creationId xmlns:a16="http://schemas.microsoft.com/office/drawing/2014/main" id="{6EC506C3-1583-4264-B3BE-D5508AE0F3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4694" y="1873256"/>
            <a:ext cx="2086440" cy="4306019"/>
          </a:xfrm>
          <a:custGeom>
            <a:avLst/>
            <a:gdLst>
              <a:gd name="connsiteX0" fmla="*/ 224424 w 2086440"/>
              <a:gd name="connsiteY0" fmla="*/ 0 h 4306019"/>
              <a:gd name="connsiteX1" fmla="*/ 423133 w 2086440"/>
              <a:gd name="connsiteY1" fmla="*/ 0 h 4306019"/>
              <a:gd name="connsiteX2" fmla="*/ 442396 w 2086440"/>
              <a:gd name="connsiteY2" fmla="*/ 18238 h 4306019"/>
              <a:gd name="connsiteX3" fmla="*/ 591450 w 2086440"/>
              <a:gd name="connsiteY3" fmla="*/ 159360 h 4306019"/>
              <a:gd name="connsiteX4" fmla="*/ 1485639 w 2086440"/>
              <a:gd name="connsiteY4" fmla="*/ 159360 h 4306019"/>
              <a:gd name="connsiteX5" fmla="*/ 1634694 w 2086440"/>
              <a:gd name="connsiteY5" fmla="*/ 18238 h 4306019"/>
              <a:gd name="connsiteX6" fmla="*/ 1653957 w 2086440"/>
              <a:gd name="connsiteY6" fmla="*/ 0 h 4306019"/>
              <a:gd name="connsiteX7" fmla="*/ 1862017 w 2086440"/>
              <a:gd name="connsiteY7" fmla="*/ 0 h 4306019"/>
              <a:gd name="connsiteX8" fmla="*/ 2086440 w 2086440"/>
              <a:gd name="connsiteY8" fmla="*/ 212479 h 4306019"/>
              <a:gd name="connsiteX9" fmla="*/ 2086440 w 2086440"/>
              <a:gd name="connsiteY9" fmla="*/ 4093539 h 4306019"/>
              <a:gd name="connsiteX10" fmla="*/ 1862017 w 2086440"/>
              <a:gd name="connsiteY10" fmla="*/ 4306019 h 4306019"/>
              <a:gd name="connsiteX11" fmla="*/ 224424 w 2086440"/>
              <a:gd name="connsiteY11" fmla="*/ 4306019 h 4306019"/>
              <a:gd name="connsiteX12" fmla="*/ 0 w 2086440"/>
              <a:gd name="connsiteY12" fmla="*/ 4093539 h 4306019"/>
              <a:gd name="connsiteX13" fmla="*/ 0 w 2086440"/>
              <a:gd name="connsiteY13" fmla="*/ 212479 h 4306019"/>
              <a:gd name="connsiteX14" fmla="*/ 224424 w 2086440"/>
              <a:gd name="connsiteY14" fmla="*/ 0 h 430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86440" h="4306019">
                <a:moveTo>
                  <a:pt x="224424" y="0"/>
                </a:moveTo>
                <a:lnTo>
                  <a:pt x="423133" y="0"/>
                </a:lnTo>
                <a:cubicBezTo>
                  <a:pt x="433746" y="0"/>
                  <a:pt x="442396" y="8145"/>
                  <a:pt x="442396" y="18238"/>
                </a:cubicBezTo>
                <a:cubicBezTo>
                  <a:pt x="442396" y="96191"/>
                  <a:pt x="509162" y="159360"/>
                  <a:pt x="591450" y="159360"/>
                </a:cubicBezTo>
                <a:lnTo>
                  <a:pt x="1485639" y="159360"/>
                </a:lnTo>
                <a:cubicBezTo>
                  <a:pt x="1567975" y="159360"/>
                  <a:pt x="1634694" y="96147"/>
                  <a:pt x="1634694" y="18238"/>
                </a:cubicBezTo>
                <a:cubicBezTo>
                  <a:pt x="1634694" y="8190"/>
                  <a:pt x="1643297" y="0"/>
                  <a:pt x="1653957" y="0"/>
                </a:cubicBezTo>
                <a:lnTo>
                  <a:pt x="1862017" y="0"/>
                </a:lnTo>
                <a:cubicBezTo>
                  <a:pt x="1985964" y="0"/>
                  <a:pt x="2086440" y="95129"/>
                  <a:pt x="2086440" y="212479"/>
                </a:cubicBezTo>
                <a:lnTo>
                  <a:pt x="2086440" y="4093539"/>
                </a:lnTo>
                <a:cubicBezTo>
                  <a:pt x="2086440" y="4210890"/>
                  <a:pt x="1985964" y="4306019"/>
                  <a:pt x="1862017" y="4306019"/>
                </a:cubicBezTo>
                <a:lnTo>
                  <a:pt x="224424" y="4306019"/>
                </a:lnTo>
                <a:cubicBezTo>
                  <a:pt x="100476" y="4306019"/>
                  <a:pt x="0" y="4210890"/>
                  <a:pt x="0" y="4093539"/>
                </a:cubicBezTo>
                <a:lnTo>
                  <a:pt x="0" y="212479"/>
                </a:lnTo>
                <a:cubicBezTo>
                  <a:pt x="0" y="95129"/>
                  <a:pt x="100476" y="0"/>
                  <a:pt x="22442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3">
            <a:extLst>
              <a:ext uri="{FF2B5EF4-FFF2-40B4-BE49-F238E27FC236}">
                <a16:creationId xmlns:a16="http://schemas.microsoft.com/office/drawing/2014/main" id="{E74176E5-F084-4E2E-A506-C75E194EC1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528" y="2945497"/>
            <a:ext cx="12192528" cy="3912503"/>
          </a:xfrm>
          <a:custGeom>
            <a:avLst/>
            <a:gdLst>
              <a:gd name="connsiteX0" fmla="*/ 2510807 w 12192528"/>
              <a:gd name="connsiteY0" fmla="*/ 3014103 h 3912503"/>
              <a:gd name="connsiteX1" fmla="*/ 2506134 w 12192528"/>
              <a:gd name="connsiteY1" fmla="*/ 3036693 h 3912503"/>
              <a:gd name="connsiteX2" fmla="*/ 2513999 w 12192528"/>
              <a:gd name="connsiteY2" fmla="*/ 3045911 h 3912503"/>
              <a:gd name="connsiteX3" fmla="*/ 2535353 w 12192528"/>
              <a:gd name="connsiteY3" fmla="*/ 3078914 h 3912503"/>
              <a:gd name="connsiteX4" fmla="*/ 2542807 w 12192528"/>
              <a:gd name="connsiteY4" fmla="*/ 3052570 h 3912503"/>
              <a:gd name="connsiteX5" fmla="*/ 2535357 w 12192528"/>
              <a:gd name="connsiteY5" fmla="*/ 3048255 h 3912503"/>
              <a:gd name="connsiteX6" fmla="*/ 2528294 w 12192528"/>
              <a:gd name="connsiteY6" fmla="*/ 3034130 h 3912503"/>
              <a:gd name="connsiteX7" fmla="*/ 2519082 w 12192528"/>
              <a:gd name="connsiteY7" fmla="*/ 2974106 h 3912503"/>
              <a:gd name="connsiteX8" fmla="*/ 2518351 w 12192528"/>
              <a:gd name="connsiteY8" fmla="*/ 2977637 h 3912503"/>
              <a:gd name="connsiteX9" fmla="*/ 2521233 w 12192528"/>
              <a:gd name="connsiteY9" fmla="*/ 2977637 h 3912503"/>
              <a:gd name="connsiteX10" fmla="*/ 2524763 w 12192528"/>
              <a:gd name="connsiteY10" fmla="*/ 2977637 h 3912503"/>
              <a:gd name="connsiteX11" fmla="*/ 2521233 w 12192528"/>
              <a:gd name="connsiteY11" fmla="*/ 2974106 h 3912503"/>
              <a:gd name="connsiteX12" fmla="*/ 2531825 w 12192528"/>
              <a:gd name="connsiteY12" fmla="*/ 2963514 h 3912503"/>
              <a:gd name="connsiteX13" fmla="*/ 2524763 w 12192528"/>
              <a:gd name="connsiteY13" fmla="*/ 2963515 h 3912503"/>
              <a:gd name="connsiteX14" fmla="*/ 2528294 w 12192528"/>
              <a:gd name="connsiteY14" fmla="*/ 2970576 h 3912503"/>
              <a:gd name="connsiteX15" fmla="*/ 2531825 w 12192528"/>
              <a:gd name="connsiteY15" fmla="*/ 2970576 h 3912503"/>
              <a:gd name="connsiteX16" fmla="*/ 2535357 w 12192528"/>
              <a:gd name="connsiteY16" fmla="*/ 2974106 h 3912503"/>
              <a:gd name="connsiteX17" fmla="*/ 2538887 w 12192528"/>
              <a:gd name="connsiteY17" fmla="*/ 2988230 h 3912503"/>
              <a:gd name="connsiteX18" fmla="*/ 2535357 w 12192528"/>
              <a:gd name="connsiteY18" fmla="*/ 2984700 h 3912503"/>
              <a:gd name="connsiteX19" fmla="*/ 2535357 w 12192528"/>
              <a:gd name="connsiteY19" fmla="*/ 2988230 h 3912503"/>
              <a:gd name="connsiteX20" fmla="*/ 2535357 w 12192528"/>
              <a:gd name="connsiteY20" fmla="*/ 2991761 h 3912503"/>
              <a:gd name="connsiteX21" fmla="*/ 2538887 w 12192528"/>
              <a:gd name="connsiteY21" fmla="*/ 2991761 h 3912503"/>
              <a:gd name="connsiteX22" fmla="*/ 2542418 w 12192528"/>
              <a:gd name="connsiteY22" fmla="*/ 2995293 h 3912503"/>
              <a:gd name="connsiteX23" fmla="*/ 2538887 w 12192528"/>
              <a:gd name="connsiteY23" fmla="*/ 2995292 h 3912503"/>
              <a:gd name="connsiteX24" fmla="*/ 2542418 w 12192528"/>
              <a:gd name="connsiteY24" fmla="*/ 2998823 h 3912503"/>
              <a:gd name="connsiteX25" fmla="*/ 2542418 w 12192528"/>
              <a:gd name="connsiteY25" fmla="*/ 3002354 h 3912503"/>
              <a:gd name="connsiteX26" fmla="*/ 2530060 w 12192528"/>
              <a:gd name="connsiteY26" fmla="*/ 2993968 h 3912503"/>
              <a:gd name="connsiteX27" fmla="*/ 2518211 w 12192528"/>
              <a:gd name="connsiteY27" fmla="*/ 2978311 h 3912503"/>
              <a:gd name="connsiteX28" fmla="*/ 2515439 w 12192528"/>
              <a:gd name="connsiteY28" fmla="*/ 2991716 h 3912503"/>
              <a:gd name="connsiteX29" fmla="*/ 2542418 w 12192528"/>
              <a:gd name="connsiteY29" fmla="*/ 3016478 h 3912503"/>
              <a:gd name="connsiteX30" fmla="*/ 2545948 w 12192528"/>
              <a:gd name="connsiteY30" fmla="*/ 3027070 h 3912503"/>
              <a:gd name="connsiteX31" fmla="*/ 2546831 w 12192528"/>
              <a:gd name="connsiteY31" fmla="*/ 3023539 h 3912503"/>
              <a:gd name="connsiteX32" fmla="*/ 2549810 w 12192528"/>
              <a:gd name="connsiteY32" fmla="*/ 3026943 h 3912503"/>
              <a:gd name="connsiteX33" fmla="*/ 2551500 w 12192528"/>
              <a:gd name="connsiteY33" fmla="*/ 3015281 h 3912503"/>
              <a:gd name="connsiteX34" fmla="*/ 2545948 w 12192528"/>
              <a:gd name="connsiteY34" fmla="*/ 3005885 h 3912503"/>
              <a:gd name="connsiteX35" fmla="*/ 2549480 w 12192528"/>
              <a:gd name="connsiteY35" fmla="*/ 3009415 h 3912503"/>
              <a:gd name="connsiteX36" fmla="*/ 2552834 w 12192528"/>
              <a:gd name="connsiteY36" fmla="*/ 3009415 h 3912503"/>
              <a:gd name="connsiteX37" fmla="*/ 2553523 w 12192528"/>
              <a:gd name="connsiteY37" fmla="*/ 3006398 h 3912503"/>
              <a:gd name="connsiteX38" fmla="*/ 2549479 w 12192528"/>
              <a:gd name="connsiteY38" fmla="*/ 3002354 h 3912503"/>
              <a:gd name="connsiteX39" fmla="*/ 2554265 w 12192528"/>
              <a:gd name="connsiteY39" fmla="*/ 3003152 h 3912503"/>
              <a:gd name="connsiteX40" fmla="*/ 2554330 w 12192528"/>
              <a:gd name="connsiteY40" fmla="*/ 3002866 h 3912503"/>
              <a:gd name="connsiteX41" fmla="*/ 2549479 w 12192528"/>
              <a:gd name="connsiteY41" fmla="*/ 2998823 h 3912503"/>
              <a:gd name="connsiteX42" fmla="*/ 2549480 w 12192528"/>
              <a:gd name="connsiteY42" fmla="*/ 2995292 h 3912503"/>
              <a:gd name="connsiteX43" fmla="*/ 2553010 w 12192528"/>
              <a:gd name="connsiteY43" fmla="*/ 2995292 h 3912503"/>
              <a:gd name="connsiteX44" fmla="*/ 2545948 w 12192528"/>
              <a:gd name="connsiteY44" fmla="*/ 2991761 h 3912503"/>
              <a:gd name="connsiteX45" fmla="*/ 2542418 w 12192528"/>
              <a:gd name="connsiteY45" fmla="*/ 2988230 h 3912503"/>
              <a:gd name="connsiteX46" fmla="*/ 2535357 w 12192528"/>
              <a:gd name="connsiteY46" fmla="*/ 2974106 h 3912503"/>
              <a:gd name="connsiteX47" fmla="*/ 2538887 w 12192528"/>
              <a:gd name="connsiteY47" fmla="*/ 2977637 h 3912503"/>
              <a:gd name="connsiteX48" fmla="*/ 2545948 w 12192528"/>
              <a:gd name="connsiteY48" fmla="*/ 2981168 h 3912503"/>
              <a:gd name="connsiteX49" fmla="*/ 2538887 w 12192528"/>
              <a:gd name="connsiteY49" fmla="*/ 2970576 h 3912503"/>
              <a:gd name="connsiteX50" fmla="*/ 2535357 w 12192528"/>
              <a:gd name="connsiteY50" fmla="*/ 2967045 h 3912503"/>
              <a:gd name="connsiteX51" fmla="*/ 2531825 w 12192528"/>
              <a:gd name="connsiteY51" fmla="*/ 2963514 h 3912503"/>
              <a:gd name="connsiteX52" fmla="*/ 2449742 w 12192528"/>
              <a:gd name="connsiteY52" fmla="*/ 2948294 h 3912503"/>
              <a:gd name="connsiteX53" fmla="*/ 2445878 w 12192528"/>
              <a:gd name="connsiteY53" fmla="*/ 2966063 h 3912503"/>
              <a:gd name="connsiteX54" fmla="*/ 2469317 w 12192528"/>
              <a:gd name="connsiteY54" fmla="*/ 2993537 h 3912503"/>
              <a:gd name="connsiteX55" fmla="*/ 2473421 w 12192528"/>
              <a:gd name="connsiteY55" fmla="*/ 2971781 h 3912503"/>
              <a:gd name="connsiteX56" fmla="*/ 2456830 w 12192528"/>
              <a:gd name="connsiteY56" fmla="*/ 2915684 h 3912503"/>
              <a:gd name="connsiteX57" fmla="*/ 2453087 w 12192528"/>
              <a:gd name="connsiteY57" fmla="*/ 2932903 h 3912503"/>
              <a:gd name="connsiteX58" fmla="*/ 2455030 w 12192528"/>
              <a:gd name="connsiteY58" fmla="*/ 2933943 h 3912503"/>
              <a:gd name="connsiteX59" fmla="*/ 2468270 w 12192528"/>
              <a:gd name="connsiteY59" fmla="*/ 2945860 h 3912503"/>
              <a:gd name="connsiteX60" fmla="*/ 2471801 w 12192528"/>
              <a:gd name="connsiteY60" fmla="*/ 2949390 h 3912503"/>
              <a:gd name="connsiteX61" fmla="*/ 2475332 w 12192528"/>
              <a:gd name="connsiteY61" fmla="*/ 2949390 h 3912503"/>
              <a:gd name="connsiteX62" fmla="*/ 2478823 w 12192528"/>
              <a:gd name="connsiteY62" fmla="*/ 2953145 h 3912503"/>
              <a:gd name="connsiteX63" fmla="*/ 2484965 w 12192528"/>
              <a:gd name="connsiteY63" fmla="*/ 2934308 h 3912503"/>
              <a:gd name="connsiteX64" fmla="*/ 2482394 w 12192528"/>
              <a:gd name="connsiteY64" fmla="*/ 2931736 h 3912503"/>
              <a:gd name="connsiteX65" fmla="*/ 2478862 w 12192528"/>
              <a:gd name="connsiteY65" fmla="*/ 2931736 h 3912503"/>
              <a:gd name="connsiteX66" fmla="*/ 2478862 w 12192528"/>
              <a:gd name="connsiteY66" fmla="*/ 2935269 h 3912503"/>
              <a:gd name="connsiteX67" fmla="*/ 2464739 w 12192528"/>
              <a:gd name="connsiteY67" fmla="*/ 2928205 h 3912503"/>
              <a:gd name="connsiteX68" fmla="*/ 2572729 w 12192528"/>
              <a:gd name="connsiteY68" fmla="*/ 2890351 h 3912503"/>
              <a:gd name="connsiteX69" fmla="*/ 2568625 w 12192528"/>
              <a:gd name="connsiteY69" fmla="*/ 2896904 h 3912503"/>
              <a:gd name="connsiteX70" fmla="*/ 2561658 w 12192528"/>
              <a:gd name="connsiteY70" fmla="*/ 2901764 h 3912503"/>
              <a:gd name="connsiteX71" fmla="*/ 2574279 w 12192528"/>
              <a:gd name="connsiteY71" fmla="*/ 2915546 h 3912503"/>
              <a:gd name="connsiteX72" fmla="*/ 2578625 w 12192528"/>
              <a:gd name="connsiteY72" fmla="*/ 2896529 h 3912503"/>
              <a:gd name="connsiteX73" fmla="*/ 2432229 w 12192528"/>
              <a:gd name="connsiteY73" fmla="*/ 2885596 h 3912503"/>
              <a:gd name="connsiteX74" fmla="*/ 2432229 w 12192528"/>
              <a:gd name="connsiteY74" fmla="*/ 2901744 h 3912503"/>
              <a:gd name="connsiteX75" fmla="*/ 2435981 w 12192528"/>
              <a:gd name="connsiteY75" fmla="*/ 2889536 h 3912503"/>
              <a:gd name="connsiteX76" fmla="*/ 2486379 w 12192528"/>
              <a:gd name="connsiteY76" fmla="*/ 2802027 h 3912503"/>
              <a:gd name="connsiteX77" fmla="*/ 2480897 w 12192528"/>
              <a:gd name="connsiteY77" fmla="*/ 2818990 h 3912503"/>
              <a:gd name="connsiteX78" fmla="*/ 2508874 w 12192528"/>
              <a:gd name="connsiteY78" fmla="*/ 2844128 h 3912503"/>
              <a:gd name="connsiteX79" fmla="*/ 2512927 w 12192528"/>
              <a:gd name="connsiteY79" fmla="*/ 2848554 h 3912503"/>
              <a:gd name="connsiteX80" fmla="*/ 2517957 w 12192528"/>
              <a:gd name="connsiteY80" fmla="*/ 2833126 h 3912503"/>
              <a:gd name="connsiteX81" fmla="*/ 2492986 w 12192528"/>
              <a:gd name="connsiteY81" fmla="*/ 2808159 h 3912503"/>
              <a:gd name="connsiteX82" fmla="*/ 2449419 w 12192528"/>
              <a:gd name="connsiteY82" fmla="*/ 2767715 h 3912503"/>
              <a:gd name="connsiteX83" fmla="*/ 2443467 w 12192528"/>
              <a:gd name="connsiteY83" fmla="*/ 2785357 h 3912503"/>
              <a:gd name="connsiteX84" fmla="*/ 2462694 w 12192528"/>
              <a:gd name="connsiteY84" fmla="*/ 2802635 h 3912503"/>
              <a:gd name="connsiteX85" fmla="*/ 2468097 w 12192528"/>
              <a:gd name="connsiteY85" fmla="*/ 2785054 h 3912503"/>
              <a:gd name="connsiteX86" fmla="*/ 6486903 w 12192528"/>
              <a:gd name="connsiteY86" fmla="*/ 2406960 h 3912503"/>
              <a:gd name="connsiteX87" fmla="*/ 6485566 w 12192528"/>
              <a:gd name="connsiteY87" fmla="*/ 2407394 h 3912503"/>
              <a:gd name="connsiteX88" fmla="*/ 6482501 w 12192528"/>
              <a:gd name="connsiteY88" fmla="*/ 2428943 h 3912503"/>
              <a:gd name="connsiteX89" fmla="*/ 6481551 w 12192528"/>
              <a:gd name="connsiteY89" fmla="*/ 2432315 h 3912503"/>
              <a:gd name="connsiteX90" fmla="*/ 6508570 w 12192528"/>
              <a:gd name="connsiteY90" fmla="*/ 2462044 h 3912503"/>
              <a:gd name="connsiteX91" fmla="*/ 6597990 w 12192528"/>
              <a:gd name="connsiteY91" fmla="*/ 2584858 h 3912503"/>
              <a:gd name="connsiteX92" fmla="*/ 6600360 w 12192528"/>
              <a:gd name="connsiteY92" fmla="*/ 2577216 h 3912503"/>
              <a:gd name="connsiteX93" fmla="*/ 6550342 w 12192528"/>
              <a:gd name="connsiteY93" fmla="*/ 2497195 h 3912503"/>
              <a:gd name="connsiteX94" fmla="*/ 2517903 w 12192528"/>
              <a:gd name="connsiteY94" fmla="*/ 2334609 h 3912503"/>
              <a:gd name="connsiteX95" fmla="*/ 2457879 w 12192528"/>
              <a:gd name="connsiteY95" fmla="*/ 2448890 h 3912503"/>
              <a:gd name="connsiteX96" fmla="*/ 2480550 w 12192528"/>
              <a:gd name="connsiteY96" fmla="*/ 2467845 h 3912503"/>
              <a:gd name="connsiteX97" fmla="*/ 2515576 w 12192528"/>
              <a:gd name="connsiteY97" fmla="*/ 2396968 h 3912503"/>
              <a:gd name="connsiteX98" fmla="*/ 2518387 w 12192528"/>
              <a:gd name="connsiteY98" fmla="*/ 2391936 h 3912503"/>
              <a:gd name="connsiteX99" fmla="*/ 2522273 w 12192528"/>
              <a:gd name="connsiteY99" fmla="*/ 2348348 h 3912503"/>
              <a:gd name="connsiteX100" fmla="*/ 2384705 w 12192528"/>
              <a:gd name="connsiteY100" fmla="*/ 2265102 h 3912503"/>
              <a:gd name="connsiteX101" fmla="*/ 2392293 w 12192528"/>
              <a:gd name="connsiteY101" fmla="*/ 2272671 h 3912503"/>
              <a:gd name="connsiteX102" fmla="*/ 2393144 w 12192528"/>
              <a:gd name="connsiteY102" fmla="*/ 2269923 h 3912503"/>
              <a:gd name="connsiteX103" fmla="*/ 2364072 w 12192528"/>
              <a:gd name="connsiteY103" fmla="*/ 2244070 h 3912503"/>
              <a:gd name="connsiteX104" fmla="*/ 2364257 w 12192528"/>
              <a:gd name="connsiteY104" fmla="*/ 2244708 h 3912503"/>
              <a:gd name="connsiteX105" fmla="*/ 2382010 w 12192528"/>
              <a:gd name="connsiteY105" fmla="*/ 2262413 h 3912503"/>
              <a:gd name="connsiteX106" fmla="*/ 2380465 w 12192528"/>
              <a:gd name="connsiteY106" fmla="*/ 2256233 h 3912503"/>
              <a:gd name="connsiteX107" fmla="*/ 2364072 w 12192528"/>
              <a:gd name="connsiteY107" fmla="*/ 2244070 h 3912503"/>
              <a:gd name="connsiteX108" fmla="*/ 2432229 w 12192528"/>
              <a:gd name="connsiteY108" fmla="*/ 2216904 h 3912503"/>
              <a:gd name="connsiteX109" fmla="*/ 2432229 w 12192528"/>
              <a:gd name="connsiteY109" fmla="*/ 2239484 h 3912503"/>
              <a:gd name="connsiteX110" fmla="*/ 2441391 w 12192528"/>
              <a:gd name="connsiteY110" fmla="*/ 2233552 h 3912503"/>
              <a:gd name="connsiteX111" fmla="*/ 2450502 w 12192528"/>
              <a:gd name="connsiteY111" fmla="*/ 2219717 h 3912503"/>
              <a:gd name="connsiteX112" fmla="*/ 2321299 w 12192528"/>
              <a:gd name="connsiteY112" fmla="*/ 2208707 h 3912503"/>
              <a:gd name="connsiteX113" fmla="*/ 2334415 w 12192528"/>
              <a:gd name="connsiteY113" fmla="*/ 2218207 h 3912503"/>
              <a:gd name="connsiteX114" fmla="*/ 2335342 w 12192528"/>
              <a:gd name="connsiteY114" fmla="*/ 2218629 h 3912503"/>
              <a:gd name="connsiteX115" fmla="*/ 2336859 w 12192528"/>
              <a:gd name="connsiteY115" fmla="*/ 2219978 h 3912503"/>
              <a:gd name="connsiteX116" fmla="*/ 2339815 w 12192528"/>
              <a:gd name="connsiteY116" fmla="*/ 2222119 h 3912503"/>
              <a:gd name="connsiteX117" fmla="*/ 2340100 w 12192528"/>
              <a:gd name="connsiteY117" fmla="*/ 2221801 h 3912503"/>
              <a:gd name="connsiteX118" fmla="*/ 2335342 w 12192528"/>
              <a:gd name="connsiteY118" fmla="*/ 2214868 h 3912503"/>
              <a:gd name="connsiteX119" fmla="*/ 2341922 w 12192528"/>
              <a:gd name="connsiteY119" fmla="*/ 2219098 h 3912503"/>
              <a:gd name="connsiteX120" fmla="*/ 2342837 w 12192528"/>
              <a:gd name="connsiteY120" fmla="*/ 2214981 h 3912503"/>
              <a:gd name="connsiteX121" fmla="*/ 2342625 w 12192528"/>
              <a:gd name="connsiteY121" fmla="*/ 2214800 h 3912503"/>
              <a:gd name="connsiteX122" fmla="*/ 2277892 w 12192528"/>
              <a:gd name="connsiteY122" fmla="*/ 2177266 h 3912503"/>
              <a:gd name="connsiteX123" fmla="*/ 2295327 w 12192528"/>
              <a:gd name="connsiteY123" fmla="*/ 2189897 h 3912503"/>
              <a:gd name="connsiteX124" fmla="*/ 2293979 w 12192528"/>
              <a:gd name="connsiteY124" fmla="*/ 2188547 h 3912503"/>
              <a:gd name="connsiteX125" fmla="*/ 2278937 w 12192528"/>
              <a:gd name="connsiteY125" fmla="*/ 2177266 h 3912503"/>
              <a:gd name="connsiteX126" fmla="*/ 2260137 w 12192528"/>
              <a:gd name="connsiteY126" fmla="*/ 2158465 h 3912503"/>
              <a:gd name="connsiteX127" fmla="*/ 2256690 w 12192528"/>
              <a:gd name="connsiteY127" fmla="*/ 2161910 h 3912503"/>
              <a:gd name="connsiteX128" fmla="*/ 2268044 w 12192528"/>
              <a:gd name="connsiteY128" fmla="*/ 2170134 h 3912503"/>
              <a:gd name="connsiteX129" fmla="*/ 2263897 w 12192528"/>
              <a:gd name="connsiteY129" fmla="*/ 2165986 h 3912503"/>
              <a:gd name="connsiteX130" fmla="*/ 2263897 w 12192528"/>
              <a:gd name="connsiteY130" fmla="*/ 2162225 h 3912503"/>
              <a:gd name="connsiteX131" fmla="*/ 2260137 w 12192528"/>
              <a:gd name="connsiteY131" fmla="*/ 2158465 h 3912503"/>
              <a:gd name="connsiteX132" fmla="*/ 1806005 w 12192528"/>
              <a:gd name="connsiteY132" fmla="*/ 1911781 h 3912503"/>
              <a:gd name="connsiteX133" fmla="*/ 1923829 w 12192528"/>
              <a:gd name="connsiteY133" fmla="*/ 1963794 h 3912503"/>
              <a:gd name="connsiteX134" fmla="*/ 2005592 w 12192528"/>
              <a:gd name="connsiteY134" fmla="*/ 2003732 h 3912503"/>
              <a:gd name="connsiteX135" fmla="*/ 2015415 w 12192528"/>
              <a:gd name="connsiteY135" fmla="*/ 2009096 h 3912503"/>
              <a:gd name="connsiteX136" fmla="*/ 2030104 w 12192528"/>
              <a:gd name="connsiteY136" fmla="*/ 2007701 h 3912503"/>
              <a:gd name="connsiteX137" fmla="*/ 1964414 w 12192528"/>
              <a:gd name="connsiteY137" fmla="*/ 1968577 h 3912503"/>
              <a:gd name="connsiteX138" fmla="*/ 1957414 w 12192528"/>
              <a:gd name="connsiteY138" fmla="*/ 1962856 h 3912503"/>
              <a:gd name="connsiteX139" fmla="*/ 1910425 w 12192528"/>
              <a:gd name="connsiteY139" fmla="*/ 1944412 h 3912503"/>
              <a:gd name="connsiteX140" fmla="*/ 6387577 w 12192528"/>
              <a:gd name="connsiteY140" fmla="*/ 1904496 h 3912503"/>
              <a:gd name="connsiteX141" fmla="*/ 6391362 w 12192528"/>
              <a:gd name="connsiteY141" fmla="*/ 1908599 h 3912503"/>
              <a:gd name="connsiteX142" fmla="*/ 6391223 w 12192528"/>
              <a:gd name="connsiteY142" fmla="*/ 1908522 h 3912503"/>
              <a:gd name="connsiteX143" fmla="*/ 6387577 w 12192528"/>
              <a:gd name="connsiteY143" fmla="*/ 1904496 h 3912503"/>
              <a:gd name="connsiteX144" fmla="*/ 6683345 w 12192528"/>
              <a:gd name="connsiteY144" fmla="*/ 1896966 h 3912503"/>
              <a:gd name="connsiteX145" fmla="*/ 6683478 w 12192528"/>
              <a:gd name="connsiteY145" fmla="*/ 1896966 h 3912503"/>
              <a:gd name="connsiteX146" fmla="*/ 6687890 w 12192528"/>
              <a:gd name="connsiteY146" fmla="*/ 1901380 h 3912503"/>
              <a:gd name="connsiteX147" fmla="*/ 7558704 w 12192528"/>
              <a:gd name="connsiteY147" fmla="*/ 1872258 h 3912503"/>
              <a:gd name="connsiteX148" fmla="*/ 7549763 w 12192528"/>
              <a:gd name="connsiteY148" fmla="*/ 1874039 h 3912503"/>
              <a:gd name="connsiteX149" fmla="*/ 7549824 w 12192528"/>
              <a:gd name="connsiteY149" fmla="*/ 1873138 h 3912503"/>
              <a:gd name="connsiteX150" fmla="*/ 7530685 w 12192528"/>
              <a:gd name="connsiteY150" fmla="*/ 1895241 h 3912503"/>
              <a:gd name="connsiteX151" fmla="*/ 7515538 w 12192528"/>
              <a:gd name="connsiteY151" fmla="*/ 1911018 h 3912503"/>
              <a:gd name="connsiteX152" fmla="*/ 7510169 w 12192528"/>
              <a:gd name="connsiteY152" fmla="*/ 1917677 h 3912503"/>
              <a:gd name="connsiteX153" fmla="*/ 7496161 w 12192528"/>
              <a:gd name="connsiteY153" fmla="*/ 1941816 h 3912503"/>
              <a:gd name="connsiteX154" fmla="*/ 7483893 w 12192528"/>
              <a:gd name="connsiteY154" fmla="*/ 1959233 h 3912503"/>
              <a:gd name="connsiteX155" fmla="*/ 7482580 w 12192528"/>
              <a:gd name="connsiteY155" fmla="*/ 1955180 h 3912503"/>
              <a:gd name="connsiteX156" fmla="*/ 7486633 w 12192528"/>
              <a:gd name="connsiteY156" fmla="*/ 1953865 h 3912503"/>
              <a:gd name="connsiteX157" fmla="*/ 7485319 w 12192528"/>
              <a:gd name="connsiteY157" fmla="*/ 1949812 h 3912503"/>
              <a:gd name="connsiteX158" fmla="*/ 7481265 w 12192528"/>
              <a:gd name="connsiteY158" fmla="*/ 1951127 h 3912503"/>
              <a:gd name="connsiteX159" fmla="*/ 7478526 w 12192528"/>
              <a:gd name="connsiteY159" fmla="*/ 1956494 h 3912503"/>
              <a:gd name="connsiteX160" fmla="*/ 7482470 w 12192528"/>
              <a:gd name="connsiteY160" fmla="*/ 1968653 h 3912503"/>
              <a:gd name="connsiteX161" fmla="*/ 7472939 w 12192528"/>
              <a:gd name="connsiteY161" fmla="*/ 1980703 h 3912503"/>
              <a:gd name="connsiteX162" fmla="*/ 7464836 w 12192528"/>
              <a:gd name="connsiteY162" fmla="*/ 1983332 h 3912503"/>
              <a:gd name="connsiteX163" fmla="*/ 7463521 w 12192528"/>
              <a:gd name="connsiteY163" fmla="*/ 1979278 h 3912503"/>
              <a:gd name="connsiteX164" fmla="*/ 7460784 w 12192528"/>
              <a:gd name="connsiteY164" fmla="*/ 1984647 h 3912503"/>
              <a:gd name="connsiteX165" fmla="*/ 7462098 w 12192528"/>
              <a:gd name="connsiteY165" fmla="*/ 1988699 h 3912503"/>
              <a:gd name="connsiteX166" fmla="*/ 7460673 w 12192528"/>
              <a:gd name="connsiteY166" fmla="*/ 1998119 h 3912503"/>
              <a:gd name="connsiteX167" fmla="*/ 7453884 w 12192528"/>
              <a:gd name="connsiteY167" fmla="*/ 2004801 h 3912503"/>
              <a:gd name="connsiteX168" fmla="*/ 7449831 w 12192528"/>
              <a:gd name="connsiteY168" fmla="*/ 2006115 h 3912503"/>
              <a:gd name="connsiteX169" fmla="*/ 7451145 w 12192528"/>
              <a:gd name="connsiteY169" fmla="*/ 2010169 h 3912503"/>
              <a:gd name="connsiteX170" fmla="*/ 7448407 w 12192528"/>
              <a:gd name="connsiteY170" fmla="*/ 2015537 h 3912503"/>
              <a:gd name="connsiteX171" fmla="*/ 7429991 w 12192528"/>
              <a:gd name="connsiteY171" fmla="*/ 2043345 h 3912503"/>
              <a:gd name="connsiteX172" fmla="*/ 7418385 w 12192528"/>
              <a:gd name="connsiteY172" fmla="*/ 2056664 h 3912503"/>
              <a:gd name="connsiteX173" fmla="*/ 7420687 w 12192528"/>
              <a:gd name="connsiteY173" fmla="*/ 2060518 h 3912503"/>
              <a:gd name="connsiteX174" fmla="*/ 7452457 w 12192528"/>
              <a:gd name="connsiteY174" fmla="*/ 2014222 h 3912503"/>
              <a:gd name="connsiteX175" fmla="*/ 7456513 w 12192528"/>
              <a:gd name="connsiteY175" fmla="*/ 2012907 h 3912503"/>
              <a:gd name="connsiteX176" fmla="*/ 7459248 w 12192528"/>
              <a:gd name="connsiteY176" fmla="*/ 2007540 h 3912503"/>
              <a:gd name="connsiteX177" fmla="*/ 7468781 w 12192528"/>
              <a:gd name="connsiteY177" fmla="*/ 1995491 h 3912503"/>
              <a:gd name="connsiteX178" fmla="*/ 7471517 w 12192528"/>
              <a:gd name="connsiteY178" fmla="*/ 1990123 h 3912503"/>
              <a:gd name="connsiteX179" fmla="*/ 7481044 w 12192528"/>
              <a:gd name="connsiteY179" fmla="*/ 1978074 h 3912503"/>
              <a:gd name="connsiteX180" fmla="*/ 7490573 w 12192528"/>
              <a:gd name="connsiteY180" fmla="*/ 1966024 h 3912503"/>
              <a:gd name="connsiteX181" fmla="*/ 7520475 w 12192528"/>
              <a:gd name="connsiteY181" fmla="*/ 1933930 h 3912503"/>
              <a:gd name="connsiteX182" fmla="*/ 7549174 w 12192528"/>
              <a:gd name="connsiteY182" fmla="*/ 1884309 h 3912503"/>
              <a:gd name="connsiteX183" fmla="*/ 7558704 w 12192528"/>
              <a:gd name="connsiteY183" fmla="*/ 1872258 h 3912503"/>
              <a:gd name="connsiteX184" fmla="*/ 12165957 w 12192528"/>
              <a:gd name="connsiteY184" fmla="*/ 1871550 h 3912503"/>
              <a:gd name="connsiteX185" fmla="*/ 12168053 w 12192528"/>
              <a:gd name="connsiteY185" fmla="*/ 1873355 h 3912503"/>
              <a:gd name="connsiteX186" fmla="*/ 12165737 w 12192528"/>
              <a:gd name="connsiteY186" fmla="*/ 1871806 h 3912503"/>
              <a:gd name="connsiteX187" fmla="*/ 6762917 w 12192528"/>
              <a:gd name="connsiteY187" fmla="*/ 1866072 h 3912503"/>
              <a:gd name="connsiteX188" fmla="*/ 6802634 w 12192528"/>
              <a:gd name="connsiteY188" fmla="*/ 1914619 h 3912503"/>
              <a:gd name="connsiteX189" fmla="*/ 6807051 w 12192528"/>
              <a:gd name="connsiteY189" fmla="*/ 1927860 h 3912503"/>
              <a:gd name="connsiteX190" fmla="*/ 6851182 w 12192528"/>
              <a:gd name="connsiteY190" fmla="*/ 1979717 h 3912503"/>
              <a:gd name="connsiteX191" fmla="*/ 6865411 w 12192528"/>
              <a:gd name="connsiteY191" fmla="*/ 1998570 h 3912503"/>
              <a:gd name="connsiteX192" fmla="*/ 6870007 w 12192528"/>
              <a:gd name="connsiteY192" fmla="*/ 1990438 h 3912503"/>
              <a:gd name="connsiteX193" fmla="*/ 7317611 w 12192528"/>
              <a:gd name="connsiteY193" fmla="*/ 1860873 h 3912503"/>
              <a:gd name="connsiteX194" fmla="*/ 7309038 w 12192528"/>
              <a:gd name="connsiteY194" fmla="*/ 1873482 h 3912503"/>
              <a:gd name="connsiteX195" fmla="*/ 7311432 w 12192528"/>
              <a:gd name="connsiteY195" fmla="*/ 1877493 h 3912503"/>
              <a:gd name="connsiteX196" fmla="*/ 7316350 w 12192528"/>
              <a:gd name="connsiteY196" fmla="*/ 1870800 h 3912503"/>
              <a:gd name="connsiteX197" fmla="*/ 7317611 w 12192528"/>
              <a:gd name="connsiteY197" fmla="*/ 1860873 h 3912503"/>
              <a:gd name="connsiteX198" fmla="*/ 7125079 w 12192528"/>
              <a:gd name="connsiteY198" fmla="*/ 1842742 h 3912503"/>
              <a:gd name="connsiteX199" fmla="*/ 7086451 w 12192528"/>
              <a:gd name="connsiteY199" fmla="*/ 1894894 h 3912503"/>
              <a:gd name="connsiteX200" fmla="*/ 7106515 w 12192528"/>
              <a:gd name="connsiteY200" fmla="*/ 1918953 h 3912503"/>
              <a:gd name="connsiteX201" fmla="*/ 7138061 w 12192528"/>
              <a:gd name="connsiteY201" fmla="*/ 1926276 h 3912503"/>
              <a:gd name="connsiteX202" fmla="*/ 7138720 w 12192528"/>
              <a:gd name="connsiteY202" fmla="*/ 1926547 h 3912503"/>
              <a:gd name="connsiteX203" fmla="*/ 7162290 w 12192528"/>
              <a:gd name="connsiteY203" fmla="*/ 1889122 h 3912503"/>
              <a:gd name="connsiteX204" fmla="*/ 7144802 w 12192528"/>
              <a:gd name="connsiteY204" fmla="*/ 1864606 h 3912503"/>
              <a:gd name="connsiteX205" fmla="*/ 6687890 w 12192528"/>
              <a:gd name="connsiteY205" fmla="*/ 1839408 h 3912503"/>
              <a:gd name="connsiteX206" fmla="*/ 6692305 w 12192528"/>
              <a:gd name="connsiteY206" fmla="*/ 1844006 h 3912503"/>
              <a:gd name="connsiteX207" fmla="*/ 6687890 w 12192528"/>
              <a:gd name="connsiteY207" fmla="*/ 1839593 h 3912503"/>
              <a:gd name="connsiteX208" fmla="*/ 12090228 w 12192528"/>
              <a:gd name="connsiteY208" fmla="*/ 1834540 h 3912503"/>
              <a:gd name="connsiteX209" fmla="*/ 12098715 w 12192528"/>
              <a:gd name="connsiteY209" fmla="*/ 1837342 h 3912503"/>
              <a:gd name="connsiteX210" fmla="*/ 12095912 w 12192528"/>
              <a:gd name="connsiteY210" fmla="*/ 1835591 h 3912503"/>
              <a:gd name="connsiteX211" fmla="*/ 12096620 w 12192528"/>
              <a:gd name="connsiteY211" fmla="*/ 1835537 h 3912503"/>
              <a:gd name="connsiteX212" fmla="*/ 12100664 w 12192528"/>
              <a:gd name="connsiteY212" fmla="*/ 1837197 h 3912503"/>
              <a:gd name="connsiteX213" fmla="*/ 12100572 w 12192528"/>
              <a:gd name="connsiteY213" fmla="*/ 1835963 h 3912503"/>
              <a:gd name="connsiteX214" fmla="*/ 12095360 w 12192528"/>
              <a:gd name="connsiteY214" fmla="*/ 1835245 h 3912503"/>
              <a:gd name="connsiteX215" fmla="*/ 12095912 w 12192528"/>
              <a:gd name="connsiteY215" fmla="*/ 1835591 h 3912503"/>
              <a:gd name="connsiteX216" fmla="*/ 12094671 w 12192528"/>
              <a:gd name="connsiteY216" fmla="*/ 1835684 h 3912503"/>
              <a:gd name="connsiteX217" fmla="*/ 12093935 w 12192528"/>
              <a:gd name="connsiteY217" fmla="*/ 1835051 h 3912503"/>
              <a:gd name="connsiteX218" fmla="*/ 7388777 w 12192528"/>
              <a:gd name="connsiteY218" fmla="*/ 1817888 h 3912503"/>
              <a:gd name="connsiteX219" fmla="*/ 7389364 w 12192528"/>
              <a:gd name="connsiteY219" fmla="*/ 1819685 h 3912503"/>
              <a:gd name="connsiteX220" fmla="*/ 7385312 w 12192528"/>
              <a:gd name="connsiteY220" fmla="*/ 1821000 h 3912503"/>
              <a:gd name="connsiteX221" fmla="*/ 12054147 w 12192528"/>
              <a:gd name="connsiteY221" fmla="*/ 1807180 h 3912503"/>
              <a:gd name="connsiteX222" fmla="*/ 12087545 w 12192528"/>
              <a:gd name="connsiteY222" fmla="*/ 1821519 h 3912503"/>
              <a:gd name="connsiteX223" fmla="*/ 12075262 w 12192528"/>
              <a:gd name="connsiteY223" fmla="*/ 1815310 h 3912503"/>
              <a:gd name="connsiteX224" fmla="*/ 6084899 w 12192528"/>
              <a:gd name="connsiteY224" fmla="*/ 1795170 h 3912503"/>
              <a:gd name="connsiteX225" fmla="*/ 6088499 w 12192528"/>
              <a:gd name="connsiteY225" fmla="*/ 1798773 h 3912503"/>
              <a:gd name="connsiteX226" fmla="*/ 6084459 w 12192528"/>
              <a:gd name="connsiteY226" fmla="*/ 1795609 h 3912503"/>
              <a:gd name="connsiteX227" fmla="*/ 7688591 w 12192528"/>
              <a:gd name="connsiteY227" fmla="*/ 1792592 h 3912503"/>
              <a:gd name="connsiteX228" fmla="*/ 7692335 w 12192528"/>
              <a:gd name="connsiteY228" fmla="*/ 1793440 h 3912503"/>
              <a:gd name="connsiteX229" fmla="*/ 7683586 w 12192528"/>
              <a:gd name="connsiteY229" fmla="*/ 1800869 h 3912503"/>
              <a:gd name="connsiteX230" fmla="*/ 2048700 w 12192528"/>
              <a:gd name="connsiteY230" fmla="*/ 1788029 h 3912503"/>
              <a:gd name="connsiteX231" fmla="*/ 2048819 w 12192528"/>
              <a:gd name="connsiteY231" fmla="*/ 1788402 h 3912503"/>
              <a:gd name="connsiteX232" fmla="*/ 2051503 w 12192528"/>
              <a:gd name="connsiteY232" fmla="*/ 1795639 h 3912503"/>
              <a:gd name="connsiteX233" fmla="*/ 2051503 w 12192528"/>
              <a:gd name="connsiteY233" fmla="*/ 1798856 h 3912503"/>
              <a:gd name="connsiteX234" fmla="*/ 2048283 w 12192528"/>
              <a:gd name="connsiteY234" fmla="*/ 1805288 h 3912503"/>
              <a:gd name="connsiteX235" fmla="*/ 2047583 w 12192528"/>
              <a:gd name="connsiteY235" fmla="*/ 1806221 h 3912503"/>
              <a:gd name="connsiteX236" fmla="*/ 2059337 w 12192528"/>
              <a:gd name="connsiteY236" fmla="*/ 1810342 h 3912503"/>
              <a:gd name="connsiteX237" fmla="*/ 2138697 w 12192528"/>
              <a:gd name="connsiteY237" fmla="*/ 1846190 h 3912503"/>
              <a:gd name="connsiteX238" fmla="*/ 2139327 w 12192528"/>
              <a:gd name="connsiteY238" fmla="*/ 1831392 h 3912503"/>
              <a:gd name="connsiteX239" fmla="*/ 2092710 w 12192528"/>
              <a:gd name="connsiteY239" fmla="*/ 1805853 h 3912503"/>
              <a:gd name="connsiteX240" fmla="*/ 11996731 w 12192528"/>
              <a:gd name="connsiteY240" fmla="*/ 1784154 h 3912503"/>
              <a:gd name="connsiteX241" fmla="*/ 11996698 w 12192528"/>
              <a:gd name="connsiteY241" fmla="*/ 1784156 h 3912503"/>
              <a:gd name="connsiteX242" fmla="*/ 11996732 w 12192528"/>
              <a:gd name="connsiteY242" fmla="*/ 1784167 h 3912503"/>
              <a:gd name="connsiteX243" fmla="*/ 12013946 w 12192528"/>
              <a:gd name="connsiteY243" fmla="*/ 1778453 h 3912503"/>
              <a:gd name="connsiteX244" fmla="*/ 12015932 w 12192528"/>
              <a:gd name="connsiteY244" fmla="*/ 1778795 h 3912503"/>
              <a:gd name="connsiteX245" fmla="*/ 12013982 w 12192528"/>
              <a:gd name="connsiteY245" fmla="*/ 1778940 h 3912503"/>
              <a:gd name="connsiteX246" fmla="*/ 12017736 w 12192528"/>
              <a:gd name="connsiteY246" fmla="*/ 1776698 h 3912503"/>
              <a:gd name="connsiteX247" fmla="*/ 12015787 w 12192528"/>
              <a:gd name="connsiteY247" fmla="*/ 1776845 h 3912503"/>
              <a:gd name="connsiteX248" fmla="*/ 12013837 w 12192528"/>
              <a:gd name="connsiteY248" fmla="*/ 1776990 h 3912503"/>
              <a:gd name="connsiteX249" fmla="*/ 12013946 w 12192528"/>
              <a:gd name="connsiteY249" fmla="*/ 1778453 h 3912503"/>
              <a:gd name="connsiteX250" fmla="*/ 12011961 w 12192528"/>
              <a:gd name="connsiteY250" fmla="*/ 1778111 h 3912503"/>
              <a:gd name="connsiteX251" fmla="*/ 12007988 w 12192528"/>
              <a:gd name="connsiteY251" fmla="*/ 1777427 h 3912503"/>
              <a:gd name="connsiteX252" fmla="*/ 12014566 w 12192528"/>
              <a:gd name="connsiteY252" fmla="*/ 1786744 h 3912503"/>
              <a:gd name="connsiteX253" fmla="*/ 11998680 w 12192528"/>
              <a:gd name="connsiteY253" fmla="*/ 1784009 h 3912503"/>
              <a:gd name="connsiteX254" fmla="*/ 11998165 w 12192528"/>
              <a:gd name="connsiteY254" fmla="*/ 1784607 h 3912503"/>
              <a:gd name="connsiteX255" fmla="*/ 12010121 w 12192528"/>
              <a:gd name="connsiteY255" fmla="*/ 1788279 h 3912503"/>
              <a:gd name="connsiteX256" fmla="*/ 12033342 w 12192528"/>
              <a:gd name="connsiteY256" fmla="*/ 1798248 h 3912503"/>
              <a:gd name="connsiteX257" fmla="*/ 12034264 w 12192528"/>
              <a:gd name="connsiteY257" fmla="*/ 1794590 h 3912503"/>
              <a:gd name="connsiteX258" fmla="*/ 12038540 w 12192528"/>
              <a:gd name="connsiteY258" fmla="*/ 1792798 h 3912503"/>
              <a:gd name="connsiteX259" fmla="*/ 12028066 w 12192528"/>
              <a:gd name="connsiteY259" fmla="*/ 1783772 h 3912503"/>
              <a:gd name="connsiteX260" fmla="*/ 12032108 w 12192528"/>
              <a:gd name="connsiteY260" fmla="*/ 1785432 h 3912503"/>
              <a:gd name="connsiteX261" fmla="*/ 12036153 w 12192528"/>
              <a:gd name="connsiteY261" fmla="*/ 1787092 h 3912503"/>
              <a:gd name="connsiteX262" fmla="*/ 12034059 w 12192528"/>
              <a:gd name="connsiteY262" fmla="*/ 1785287 h 3912503"/>
              <a:gd name="connsiteX263" fmla="*/ 12030015 w 12192528"/>
              <a:gd name="connsiteY263" fmla="*/ 1783627 h 3912503"/>
              <a:gd name="connsiteX264" fmla="*/ 12027919 w 12192528"/>
              <a:gd name="connsiteY264" fmla="*/ 1781822 h 3912503"/>
              <a:gd name="connsiteX265" fmla="*/ 12017736 w 12192528"/>
              <a:gd name="connsiteY265" fmla="*/ 1776698 h 3912503"/>
              <a:gd name="connsiteX266" fmla="*/ 11964996 w 12192528"/>
              <a:gd name="connsiteY266" fmla="*/ 1773837 h 3912503"/>
              <a:gd name="connsiteX267" fmla="*/ 11964022 w 12192528"/>
              <a:gd name="connsiteY267" fmla="*/ 1774121 h 3912503"/>
              <a:gd name="connsiteX268" fmla="*/ 11976922 w 12192528"/>
              <a:gd name="connsiteY268" fmla="*/ 1778082 h 3912503"/>
              <a:gd name="connsiteX269" fmla="*/ 11971844 w 12192528"/>
              <a:gd name="connsiteY269" fmla="*/ 1775715 h 3912503"/>
              <a:gd name="connsiteX270" fmla="*/ 11964996 w 12192528"/>
              <a:gd name="connsiteY270" fmla="*/ 1773837 h 3912503"/>
              <a:gd name="connsiteX271" fmla="*/ 6227322 w 12192528"/>
              <a:gd name="connsiteY271" fmla="*/ 1770443 h 3912503"/>
              <a:gd name="connsiteX272" fmla="*/ 6236335 w 12192528"/>
              <a:gd name="connsiteY272" fmla="*/ 1773951 h 3912503"/>
              <a:gd name="connsiteX273" fmla="*/ 6236145 w 12192528"/>
              <a:gd name="connsiteY273" fmla="*/ 1777787 h 3912503"/>
              <a:gd name="connsiteX274" fmla="*/ 11878662 w 12192528"/>
              <a:gd name="connsiteY274" fmla="*/ 1751785 h 3912503"/>
              <a:gd name="connsiteX275" fmla="*/ 11880358 w 12192528"/>
              <a:gd name="connsiteY275" fmla="*/ 1752404 h 3912503"/>
              <a:gd name="connsiteX276" fmla="*/ 11918602 w 12192528"/>
              <a:gd name="connsiteY276" fmla="*/ 1760172 h 3912503"/>
              <a:gd name="connsiteX277" fmla="*/ 11943146 w 12192528"/>
              <a:gd name="connsiteY277" fmla="*/ 1767710 h 3912503"/>
              <a:gd name="connsiteX278" fmla="*/ 11940718 w 12192528"/>
              <a:gd name="connsiteY278" fmla="*/ 1765782 h 3912503"/>
              <a:gd name="connsiteX279" fmla="*/ 11920326 w 12192528"/>
              <a:gd name="connsiteY279" fmla="*/ 1758478 h 3912503"/>
              <a:gd name="connsiteX280" fmla="*/ 11878662 w 12192528"/>
              <a:gd name="connsiteY280" fmla="*/ 1751785 h 3912503"/>
              <a:gd name="connsiteX281" fmla="*/ 1609129 w 12192528"/>
              <a:gd name="connsiteY281" fmla="*/ 1746640 h 3912503"/>
              <a:gd name="connsiteX282" fmla="*/ 1609949 w 12192528"/>
              <a:gd name="connsiteY282" fmla="*/ 1751761 h 3912503"/>
              <a:gd name="connsiteX283" fmla="*/ 1613252 w 12192528"/>
              <a:gd name="connsiteY283" fmla="*/ 1765439 h 3912503"/>
              <a:gd name="connsiteX284" fmla="*/ 1613017 w 12192528"/>
              <a:gd name="connsiteY284" fmla="*/ 1771098 h 3912503"/>
              <a:gd name="connsiteX285" fmla="*/ 1608010 w 12192528"/>
              <a:gd name="connsiteY285" fmla="*/ 1783280 h 3912503"/>
              <a:gd name="connsiteX286" fmla="*/ 1689613 w 12192528"/>
              <a:gd name="connsiteY286" fmla="*/ 1801924 h 3912503"/>
              <a:gd name="connsiteX287" fmla="*/ 2173650 w 12192528"/>
              <a:gd name="connsiteY287" fmla="*/ 1996780 h 3912503"/>
              <a:gd name="connsiteX288" fmla="*/ 2162369 w 12192528"/>
              <a:gd name="connsiteY288" fmla="*/ 1996780 h 3912503"/>
              <a:gd name="connsiteX289" fmla="*/ 2222534 w 12192528"/>
              <a:gd name="connsiteY289" fmla="*/ 2026858 h 3912503"/>
              <a:gd name="connsiteX290" fmla="*/ 2293979 w 12192528"/>
              <a:gd name="connsiteY290" fmla="*/ 2068220 h 3912503"/>
              <a:gd name="connsiteX291" fmla="*/ 2308990 w 12192528"/>
              <a:gd name="connsiteY291" fmla="*/ 2080669 h 3912503"/>
              <a:gd name="connsiteX292" fmla="*/ 2306757 w 12192528"/>
              <a:gd name="connsiteY292" fmla="*/ 2028676 h 3912503"/>
              <a:gd name="connsiteX293" fmla="*/ 2295859 w 12192528"/>
              <a:gd name="connsiteY293" fmla="*/ 2019337 h 3912503"/>
              <a:gd name="connsiteX294" fmla="*/ 2283527 w 12192528"/>
              <a:gd name="connsiteY294" fmla="*/ 2008767 h 3912503"/>
              <a:gd name="connsiteX295" fmla="*/ 2272442 w 12192528"/>
              <a:gd name="connsiteY295" fmla="*/ 2018504 h 3912503"/>
              <a:gd name="connsiteX296" fmla="*/ 2263812 w 12192528"/>
              <a:gd name="connsiteY296" fmla="*/ 2021594 h 3912503"/>
              <a:gd name="connsiteX297" fmla="*/ 2258634 w 12192528"/>
              <a:gd name="connsiteY297" fmla="*/ 2013903 h 3912503"/>
              <a:gd name="connsiteX298" fmla="*/ 2256909 w 12192528"/>
              <a:gd name="connsiteY298" fmla="*/ 2007003 h 3912503"/>
              <a:gd name="connsiteX299" fmla="*/ 2251730 w 12192528"/>
              <a:gd name="connsiteY299" fmla="*/ 1998952 h 3912503"/>
              <a:gd name="connsiteX300" fmla="*/ 2244251 w 12192528"/>
              <a:gd name="connsiteY300" fmla="*/ 2004128 h 3912503"/>
              <a:gd name="connsiteX301" fmla="*/ 2226990 w 12192528"/>
              <a:gd name="connsiteY301" fmla="*/ 2001252 h 3912503"/>
              <a:gd name="connsiteX302" fmla="*/ 2223539 w 12192528"/>
              <a:gd name="connsiteY302" fmla="*/ 1993776 h 3912503"/>
              <a:gd name="connsiteX303" fmla="*/ 2213182 w 12192528"/>
              <a:gd name="connsiteY303" fmla="*/ 1989750 h 3912503"/>
              <a:gd name="connsiteX304" fmla="*/ 2209155 w 12192528"/>
              <a:gd name="connsiteY304" fmla="*/ 1999527 h 3912503"/>
              <a:gd name="connsiteX305" fmla="*/ 2210123 w 12192528"/>
              <a:gd name="connsiteY305" fmla="*/ 2008224 h 3912503"/>
              <a:gd name="connsiteX306" fmla="*/ 2165155 w 12192528"/>
              <a:gd name="connsiteY306" fmla="*/ 1963502 h 3912503"/>
              <a:gd name="connsiteX307" fmla="*/ 2165173 w 12192528"/>
              <a:gd name="connsiteY307" fmla="*/ 1963476 h 3912503"/>
              <a:gd name="connsiteX308" fmla="*/ 1990538 w 12192528"/>
              <a:gd name="connsiteY308" fmla="*/ 1873132 h 3912503"/>
              <a:gd name="connsiteX309" fmla="*/ 1752365 w 12192528"/>
              <a:gd name="connsiteY309" fmla="*/ 1782645 h 3912503"/>
              <a:gd name="connsiteX310" fmla="*/ 5950882 w 12192528"/>
              <a:gd name="connsiteY310" fmla="*/ 1716792 h 3912503"/>
              <a:gd name="connsiteX311" fmla="*/ 5966086 w 12192528"/>
              <a:gd name="connsiteY311" fmla="*/ 1723104 h 3912503"/>
              <a:gd name="connsiteX312" fmla="*/ 5961177 w 12192528"/>
              <a:gd name="connsiteY312" fmla="*/ 1719502 h 3912503"/>
              <a:gd name="connsiteX313" fmla="*/ 5962488 w 12192528"/>
              <a:gd name="connsiteY313" fmla="*/ 1719502 h 3912503"/>
              <a:gd name="connsiteX314" fmla="*/ 5969686 w 12192528"/>
              <a:gd name="connsiteY314" fmla="*/ 1723104 h 3912503"/>
              <a:gd name="connsiteX315" fmla="*/ 5969686 w 12192528"/>
              <a:gd name="connsiteY315" fmla="*/ 1720825 h 3912503"/>
              <a:gd name="connsiteX316" fmla="*/ 5960211 w 12192528"/>
              <a:gd name="connsiteY316" fmla="*/ 1718792 h 3912503"/>
              <a:gd name="connsiteX317" fmla="*/ 5961177 w 12192528"/>
              <a:gd name="connsiteY317" fmla="*/ 1719502 h 3912503"/>
              <a:gd name="connsiteX318" fmla="*/ 5958886 w 12192528"/>
              <a:gd name="connsiteY318" fmla="*/ 1719502 h 3912503"/>
              <a:gd name="connsiteX319" fmla="*/ 5957622 w 12192528"/>
              <a:gd name="connsiteY319" fmla="*/ 1718238 h 3912503"/>
              <a:gd name="connsiteX320" fmla="*/ 5981767 w 12192528"/>
              <a:gd name="connsiteY320" fmla="*/ 1713021 h 3912503"/>
              <a:gd name="connsiteX321" fmla="*/ 5986017 w 12192528"/>
              <a:gd name="connsiteY321" fmla="*/ 1722354 h 3912503"/>
              <a:gd name="connsiteX322" fmla="*/ 5998490 w 12192528"/>
              <a:gd name="connsiteY322" fmla="*/ 1726708 h 3912503"/>
              <a:gd name="connsiteX323" fmla="*/ 5994890 w 12192528"/>
              <a:gd name="connsiteY323" fmla="*/ 1726708 h 3912503"/>
              <a:gd name="connsiteX324" fmla="*/ 6002090 w 12192528"/>
              <a:gd name="connsiteY324" fmla="*/ 1730312 h 3912503"/>
              <a:gd name="connsiteX325" fmla="*/ 6005690 w 12192528"/>
              <a:gd name="connsiteY325" fmla="*/ 1733914 h 3912503"/>
              <a:gd name="connsiteX326" fmla="*/ 6084459 w 12192528"/>
              <a:gd name="connsiteY326" fmla="*/ 1795609 h 3912503"/>
              <a:gd name="connsiteX327" fmla="*/ 6081297 w 12192528"/>
              <a:gd name="connsiteY327" fmla="*/ 1798773 h 3912503"/>
              <a:gd name="connsiteX328" fmla="*/ 6084899 w 12192528"/>
              <a:gd name="connsiteY328" fmla="*/ 1798773 h 3912503"/>
              <a:gd name="connsiteX329" fmla="*/ 6088499 w 12192528"/>
              <a:gd name="connsiteY329" fmla="*/ 1798773 h 3912503"/>
              <a:gd name="connsiteX330" fmla="*/ 6092099 w 12192528"/>
              <a:gd name="connsiteY330" fmla="*/ 1802377 h 3912503"/>
              <a:gd name="connsiteX331" fmla="*/ 6110101 w 12192528"/>
              <a:gd name="connsiteY331" fmla="*/ 1820392 h 3912503"/>
              <a:gd name="connsiteX332" fmla="*/ 6106500 w 12192528"/>
              <a:gd name="connsiteY332" fmla="*/ 1813187 h 3912503"/>
              <a:gd name="connsiteX333" fmla="*/ 6110101 w 12192528"/>
              <a:gd name="connsiteY333" fmla="*/ 1813187 h 3912503"/>
              <a:gd name="connsiteX334" fmla="*/ 6113702 w 12192528"/>
              <a:gd name="connsiteY334" fmla="*/ 1813187 h 3912503"/>
              <a:gd name="connsiteX335" fmla="*/ 6110100 w 12192528"/>
              <a:gd name="connsiteY335" fmla="*/ 1809582 h 3912503"/>
              <a:gd name="connsiteX336" fmla="*/ 6135303 w 12192528"/>
              <a:gd name="connsiteY336" fmla="*/ 1823997 h 3912503"/>
              <a:gd name="connsiteX337" fmla="*/ 6131704 w 12192528"/>
              <a:gd name="connsiteY337" fmla="*/ 1823997 h 3912503"/>
              <a:gd name="connsiteX338" fmla="*/ 6128102 w 12192528"/>
              <a:gd name="connsiteY338" fmla="*/ 1820392 h 3912503"/>
              <a:gd name="connsiteX339" fmla="*/ 6124502 w 12192528"/>
              <a:gd name="connsiteY339" fmla="*/ 1820392 h 3912503"/>
              <a:gd name="connsiteX340" fmla="*/ 6131704 w 12192528"/>
              <a:gd name="connsiteY340" fmla="*/ 1827599 h 3912503"/>
              <a:gd name="connsiteX341" fmla="*/ 6135303 w 12192528"/>
              <a:gd name="connsiteY341" fmla="*/ 1831202 h 3912503"/>
              <a:gd name="connsiteX342" fmla="*/ 6160505 w 12192528"/>
              <a:gd name="connsiteY342" fmla="*/ 1863632 h 3912503"/>
              <a:gd name="connsiteX343" fmla="*/ 6183458 w 12192528"/>
              <a:gd name="connsiteY343" fmla="*/ 1878945 h 3912503"/>
              <a:gd name="connsiteX344" fmla="*/ 6191929 w 12192528"/>
              <a:gd name="connsiteY344" fmla="*/ 1883091 h 3912503"/>
              <a:gd name="connsiteX345" fmla="*/ 6210114 w 12192528"/>
              <a:gd name="connsiteY345" fmla="*/ 1883530 h 3912503"/>
              <a:gd name="connsiteX346" fmla="*/ 6234671 w 12192528"/>
              <a:gd name="connsiteY346" fmla="*/ 1898946 h 3912503"/>
              <a:gd name="connsiteX347" fmla="*/ 6254560 w 12192528"/>
              <a:gd name="connsiteY347" fmla="*/ 1918972 h 3912503"/>
              <a:gd name="connsiteX348" fmla="*/ 6255725 w 12192528"/>
              <a:gd name="connsiteY348" fmla="*/ 1919992 h 3912503"/>
              <a:gd name="connsiteX349" fmla="*/ 6269546 w 12192528"/>
              <a:gd name="connsiteY349" fmla="*/ 1912573 h 3912503"/>
              <a:gd name="connsiteX350" fmla="*/ 6207310 w 12192528"/>
              <a:gd name="connsiteY350" fmla="*/ 1863632 h 3912503"/>
              <a:gd name="connsiteX351" fmla="*/ 6138904 w 12192528"/>
              <a:gd name="connsiteY351" fmla="*/ 1809582 h 3912503"/>
              <a:gd name="connsiteX352" fmla="*/ 6066897 w 12192528"/>
              <a:gd name="connsiteY352" fmla="*/ 1766344 h 3912503"/>
              <a:gd name="connsiteX353" fmla="*/ 6009290 w 12192528"/>
              <a:gd name="connsiteY353" fmla="*/ 1730312 h 3912503"/>
              <a:gd name="connsiteX354" fmla="*/ 6005690 w 12192528"/>
              <a:gd name="connsiteY354" fmla="*/ 1726708 h 3912503"/>
              <a:gd name="connsiteX355" fmla="*/ 5998488 w 12192528"/>
              <a:gd name="connsiteY355" fmla="*/ 1723104 h 3912503"/>
              <a:gd name="connsiteX356" fmla="*/ 2245258 w 12192528"/>
              <a:gd name="connsiteY356" fmla="*/ 1710274 h 3912503"/>
              <a:gd name="connsiteX357" fmla="*/ 2244276 w 12192528"/>
              <a:gd name="connsiteY357" fmla="*/ 1710488 h 3912503"/>
              <a:gd name="connsiteX358" fmla="*/ 2252305 w 12192528"/>
              <a:gd name="connsiteY358" fmla="*/ 1715011 h 3912503"/>
              <a:gd name="connsiteX359" fmla="*/ 2252305 w 12192528"/>
              <a:gd name="connsiteY359" fmla="*/ 1713724 h 3912503"/>
              <a:gd name="connsiteX360" fmla="*/ 2245258 w 12192528"/>
              <a:gd name="connsiteY360" fmla="*/ 1710274 h 3912503"/>
              <a:gd name="connsiteX361" fmla="*/ 1421019 w 12192528"/>
              <a:gd name="connsiteY361" fmla="*/ 1706832 h 3912503"/>
              <a:gd name="connsiteX362" fmla="*/ 1427065 w 12192528"/>
              <a:gd name="connsiteY362" fmla="*/ 1710443 h 3912503"/>
              <a:gd name="connsiteX363" fmla="*/ 1434763 w 12192528"/>
              <a:gd name="connsiteY363" fmla="*/ 1732340 h 3912503"/>
              <a:gd name="connsiteX364" fmla="*/ 1432681 w 12192528"/>
              <a:gd name="connsiteY364" fmla="*/ 1740171 h 3912503"/>
              <a:gd name="connsiteX365" fmla="*/ 1501179 w 12192528"/>
              <a:gd name="connsiteY365" fmla="*/ 1759551 h 3912503"/>
              <a:gd name="connsiteX366" fmla="*/ 1504479 w 12192528"/>
              <a:gd name="connsiteY366" fmla="*/ 1753647 h 3912503"/>
              <a:gd name="connsiteX367" fmla="*/ 1504952 w 12192528"/>
              <a:gd name="connsiteY367" fmla="*/ 1742564 h 3912503"/>
              <a:gd name="connsiteX368" fmla="*/ 1508963 w 12192528"/>
              <a:gd name="connsiteY368" fmla="*/ 1726998 h 3912503"/>
              <a:gd name="connsiteX369" fmla="*/ 1512501 w 12192528"/>
              <a:gd name="connsiteY369" fmla="*/ 1722753 h 3912503"/>
              <a:gd name="connsiteX370" fmla="*/ 1512766 w 12192528"/>
              <a:gd name="connsiteY370" fmla="*/ 1722417 h 3912503"/>
              <a:gd name="connsiteX371" fmla="*/ 1501911 w 12192528"/>
              <a:gd name="connsiteY371" fmla="*/ 1719688 h 3912503"/>
              <a:gd name="connsiteX372" fmla="*/ 11144220 w 12192528"/>
              <a:gd name="connsiteY372" fmla="*/ 1705043 h 3912503"/>
              <a:gd name="connsiteX373" fmla="*/ 11141306 w 12192528"/>
              <a:gd name="connsiteY373" fmla="*/ 1706782 h 3912503"/>
              <a:gd name="connsiteX374" fmla="*/ 11144473 w 12192528"/>
              <a:gd name="connsiteY374" fmla="*/ 1705342 h 3912503"/>
              <a:gd name="connsiteX375" fmla="*/ 11137441 w 12192528"/>
              <a:gd name="connsiteY375" fmla="*/ 1697014 h 3912503"/>
              <a:gd name="connsiteX376" fmla="*/ 11137260 w 12192528"/>
              <a:gd name="connsiteY376" fmla="*/ 1697085 h 3912503"/>
              <a:gd name="connsiteX377" fmla="*/ 11136611 w 12192528"/>
              <a:gd name="connsiteY377" fmla="*/ 1707194 h 3912503"/>
              <a:gd name="connsiteX378" fmla="*/ 11136908 w 12192528"/>
              <a:gd name="connsiteY378" fmla="*/ 1707576 h 3912503"/>
              <a:gd name="connsiteX379" fmla="*/ 11143525 w 12192528"/>
              <a:gd name="connsiteY379" fmla="*/ 1704219 h 3912503"/>
              <a:gd name="connsiteX380" fmla="*/ 12178406 w 12192528"/>
              <a:gd name="connsiteY380" fmla="*/ 1692372 h 3912503"/>
              <a:gd name="connsiteX381" fmla="*/ 12183109 w 12192528"/>
              <a:gd name="connsiteY381" fmla="*/ 1695023 h 3912503"/>
              <a:gd name="connsiteX382" fmla="*/ 12178245 w 12192528"/>
              <a:gd name="connsiteY382" fmla="*/ 1692420 h 3912503"/>
              <a:gd name="connsiteX383" fmla="*/ 1622627 w 12192528"/>
              <a:gd name="connsiteY383" fmla="*/ 1686357 h 3912503"/>
              <a:gd name="connsiteX384" fmla="*/ 1613961 w 12192528"/>
              <a:gd name="connsiteY384" fmla="*/ 1696340 h 3912503"/>
              <a:gd name="connsiteX385" fmla="*/ 1600748 w 12192528"/>
              <a:gd name="connsiteY385" fmla="*/ 1704123 h 3912503"/>
              <a:gd name="connsiteX386" fmla="*/ 1596731 w 12192528"/>
              <a:gd name="connsiteY386" fmla="*/ 1707749 h 3912503"/>
              <a:gd name="connsiteX387" fmla="*/ 1686132 w 12192528"/>
              <a:gd name="connsiteY387" fmla="*/ 1733403 h 3912503"/>
              <a:gd name="connsiteX388" fmla="*/ 1810501 w 12192528"/>
              <a:gd name="connsiteY388" fmla="*/ 1778922 h 3912503"/>
              <a:gd name="connsiteX389" fmla="*/ 1957266 w 12192528"/>
              <a:gd name="connsiteY389" fmla="*/ 1839810 h 3912503"/>
              <a:gd name="connsiteX390" fmla="*/ 1993177 w 12192528"/>
              <a:gd name="connsiteY390" fmla="*/ 1827319 h 3912503"/>
              <a:gd name="connsiteX391" fmla="*/ 1966633 w 12192528"/>
              <a:gd name="connsiteY391" fmla="*/ 1802340 h 3912503"/>
              <a:gd name="connsiteX392" fmla="*/ 1921355 w 12192528"/>
              <a:gd name="connsiteY392" fmla="*/ 1772676 h 3912503"/>
              <a:gd name="connsiteX393" fmla="*/ 1991274 w 12192528"/>
              <a:gd name="connsiteY393" fmla="*/ 1786660 h 3912503"/>
              <a:gd name="connsiteX394" fmla="*/ 1992194 w 12192528"/>
              <a:gd name="connsiteY394" fmla="*/ 1781702 h 3912503"/>
              <a:gd name="connsiteX395" fmla="*/ 1992462 w 12192528"/>
              <a:gd name="connsiteY395" fmla="*/ 1779022 h 3912503"/>
              <a:gd name="connsiteX396" fmla="*/ 1993267 w 12192528"/>
              <a:gd name="connsiteY396" fmla="*/ 1772589 h 3912503"/>
              <a:gd name="connsiteX397" fmla="*/ 1998419 w 12192528"/>
              <a:gd name="connsiteY397" fmla="*/ 1767666 h 3912503"/>
              <a:gd name="connsiteX398" fmla="*/ 1983807 w 12192528"/>
              <a:gd name="connsiteY398" fmla="*/ 1761749 h 3912503"/>
              <a:gd name="connsiteX399" fmla="*/ 1832994 w 12192528"/>
              <a:gd name="connsiteY399" fmla="*/ 1707228 h 3912503"/>
              <a:gd name="connsiteX400" fmla="*/ 1808113 w 12192528"/>
              <a:gd name="connsiteY400" fmla="*/ 1699426 h 3912503"/>
              <a:gd name="connsiteX401" fmla="*/ 1809135 w 12192528"/>
              <a:gd name="connsiteY401" fmla="*/ 1700286 h 3912503"/>
              <a:gd name="connsiteX402" fmla="*/ 1812355 w 12192528"/>
              <a:gd name="connsiteY402" fmla="*/ 1704575 h 3912503"/>
              <a:gd name="connsiteX403" fmla="*/ 1816112 w 12192528"/>
              <a:gd name="connsiteY403" fmla="*/ 1716367 h 3912503"/>
              <a:gd name="connsiteX404" fmla="*/ 1818669 w 12192528"/>
              <a:gd name="connsiteY404" fmla="*/ 1723261 h 3912503"/>
              <a:gd name="connsiteX405" fmla="*/ 1835482 w 12192528"/>
              <a:gd name="connsiteY405" fmla="*/ 1728964 h 3912503"/>
              <a:gd name="connsiteX406" fmla="*/ 1858903 w 12192528"/>
              <a:gd name="connsiteY406" fmla="*/ 1746137 h 3912503"/>
              <a:gd name="connsiteX407" fmla="*/ 1826115 w 12192528"/>
              <a:gd name="connsiteY407" fmla="*/ 1752381 h 3912503"/>
              <a:gd name="connsiteX408" fmla="*/ 1807151 w 12192528"/>
              <a:gd name="connsiteY408" fmla="*/ 1745258 h 3912503"/>
              <a:gd name="connsiteX409" fmla="*/ 1806452 w 12192528"/>
              <a:gd name="connsiteY409" fmla="*/ 1746655 h 3912503"/>
              <a:gd name="connsiteX410" fmla="*/ 1803231 w 12192528"/>
              <a:gd name="connsiteY410" fmla="*/ 1747995 h 3912503"/>
              <a:gd name="connsiteX411" fmla="*/ 1797058 w 12192528"/>
              <a:gd name="connsiteY411" fmla="*/ 1749871 h 3912503"/>
              <a:gd name="connsiteX412" fmla="*/ 1794911 w 12192528"/>
              <a:gd name="connsiteY412" fmla="*/ 1750943 h 3912503"/>
              <a:gd name="connsiteX413" fmla="*/ 1786324 w 12192528"/>
              <a:gd name="connsiteY413" fmla="*/ 1752016 h 3912503"/>
              <a:gd name="connsiteX414" fmla="*/ 1784445 w 12192528"/>
              <a:gd name="connsiteY414" fmla="*/ 1752552 h 3912503"/>
              <a:gd name="connsiteX415" fmla="*/ 1765391 w 12192528"/>
              <a:gd name="connsiteY415" fmla="*/ 1740491 h 3912503"/>
              <a:gd name="connsiteX416" fmla="*/ 1759487 w 12192528"/>
              <a:gd name="connsiteY416" fmla="*/ 1729502 h 3912503"/>
              <a:gd name="connsiteX417" fmla="*/ 1758441 w 12192528"/>
              <a:gd name="connsiteY417" fmla="*/ 1726965 h 3912503"/>
              <a:gd name="connsiteX418" fmla="*/ 1744535 w 12192528"/>
              <a:gd name="connsiteY418" fmla="*/ 1721742 h 3912503"/>
              <a:gd name="connsiteX419" fmla="*/ 1660614 w 12192528"/>
              <a:gd name="connsiteY419" fmla="*/ 1694616 h 3912503"/>
              <a:gd name="connsiteX420" fmla="*/ 2222100 w 12192528"/>
              <a:gd name="connsiteY420" fmla="*/ 1683103 h 3912503"/>
              <a:gd name="connsiteX421" fmla="*/ 2214332 w 12192528"/>
              <a:gd name="connsiteY421" fmla="*/ 1687847 h 3912503"/>
              <a:gd name="connsiteX422" fmla="*/ 2210127 w 12192528"/>
              <a:gd name="connsiteY422" fmla="*/ 1691249 h 3912503"/>
              <a:gd name="connsiteX423" fmla="*/ 2227208 w 12192528"/>
              <a:gd name="connsiteY423" fmla="*/ 1700872 h 3912503"/>
              <a:gd name="connsiteX424" fmla="*/ 2229867 w 12192528"/>
              <a:gd name="connsiteY424" fmla="*/ 1684397 h 3912503"/>
              <a:gd name="connsiteX425" fmla="*/ 2222100 w 12192528"/>
              <a:gd name="connsiteY425" fmla="*/ 1683103 h 3912503"/>
              <a:gd name="connsiteX426" fmla="*/ 1135797 w 12192528"/>
              <a:gd name="connsiteY426" fmla="*/ 1682585 h 3912503"/>
              <a:gd name="connsiteX427" fmla="*/ 1135657 w 12192528"/>
              <a:gd name="connsiteY427" fmla="*/ 1684620 h 3912503"/>
              <a:gd name="connsiteX428" fmla="*/ 1198655 w 12192528"/>
              <a:gd name="connsiteY428" fmla="*/ 1689272 h 3912503"/>
              <a:gd name="connsiteX429" fmla="*/ 1314555 w 12192528"/>
              <a:gd name="connsiteY429" fmla="*/ 1710285 h 3912503"/>
              <a:gd name="connsiteX430" fmla="*/ 1369793 w 12192528"/>
              <a:gd name="connsiteY430" fmla="*/ 1724206 h 3912503"/>
              <a:gd name="connsiteX431" fmla="*/ 1367679 w 12192528"/>
              <a:gd name="connsiteY431" fmla="*/ 1720297 h 3912503"/>
              <a:gd name="connsiteX432" fmla="*/ 1355581 w 12192528"/>
              <a:gd name="connsiteY432" fmla="*/ 1708253 h 3912503"/>
              <a:gd name="connsiteX433" fmla="*/ 1355581 w 12192528"/>
              <a:gd name="connsiteY433" fmla="*/ 1697458 h 3912503"/>
              <a:gd name="connsiteX434" fmla="*/ 1240593 w 12192528"/>
              <a:gd name="connsiteY434" fmla="*/ 1686150 h 3912503"/>
              <a:gd name="connsiteX435" fmla="*/ 7847880 w 12192528"/>
              <a:gd name="connsiteY435" fmla="*/ 1663016 h 3912503"/>
              <a:gd name="connsiteX436" fmla="*/ 7847780 w 12192528"/>
              <a:gd name="connsiteY436" fmla="*/ 1663140 h 3912503"/>
              <a:gd name="connsiteX437" fmla="*/ 7843187 w 12192528"/>
              <a:gd name="connsiteY437" fmla="*/ 1666040 h 3912503"/>
              <a:gd name="connsiteX438" fmla="*/ 5888368 w 12192528"/>
              <a:gd name="connsiteY438" fmla="*/ 1661582 h 3912503"/>
              <a:gd name="connsiteX439" fmla="*/ 5947745 w 12192528"/>
              <a:gd name="connsiteY439" fmla="*/ 1692506 h 3912503"/>
              <a:gd name="connsiteX440" fmla="*/ 5926033 w 12192528"/>
              <a:gd name="connsiteY440" fmla="*/ 1679415 h 3912503"/>
              <a:gd name="connsiteX441" fmla="*/ 12125881 w 12192528"/>
              <a:gd name="connsiteY441" fmla="*/ 1659984 h 3912503"/>
              <a:gd name="connsiteX442" fmla="*/ 12127684 w 12192528"/>
              <a:gd name="connsiteY442" fmla="*/ 1660723 h 3912503"/>
              <a:gd name="connsiteX443" fmla="*/ 12130072 w 12192528"/>
              <a:gd name="connsiteY443" fmla="*/ 1660545 h 3912503"/>
              <a:gd name="connsiteX444" fmla="*/ 12132641 w 12192528"/>
              <a:gd name="connsiteY444" fmla="*/ 1662755 h 3912503"/>
              <a:gd name="connsiteX445" fmla="*/ 12127862 w 12192528"/>
              <a:gd name="connsiteY445" fmla="*/ 1663113 h 3912503"/>
              <a:gd name="connsiteX446" fmla="*/ 12121197 w 12192528"/>
              <a:gd name="connsiteY446" fmla="*/ 1657374 h 3912503"/>
              <a:gd name="connsiteX447" fmla="*/ 12125479 w 12192528"/>
              <a:gd name="connsiteY447" fmla="*/ 1659349 h 3912503"/>
              <a:gd name="connsiteX448" fmla="*/ 12125881 w 12192528"/>
              <a:gd name="connsiteY448" fmla="*/ 1659984 h 3912503"/>
              <a:gd name="connsiteX449" fmla="*/ 12122726 w 12192528"/>
              <a:gd name="connsiteY449" fmla="*/ 1658691 h 3912503"/>
              <a:gd name="connsiteX450" fmla="*/ 12108878 w 12192528"/>
              <a:gd name="connsiteY450" fmla="*/ 1652983 h 3912503"/>
              <a:gd name="connsiteX451" fmla="*/ 12112781 w 12192528"/>
              <a:gd name="connsiteY451" fmla="*/ 1654212 h 3912503"/>
              <a:gd name="connsiteX452" fmla="*/ 12112811 w 12192528"/>
              <a:gd name="connsiteY452" fmla="*/ 1654627 h 3912503"/>
              <a:gd name="connsiteX453" fmla="*/ 12112633 w 12192528"/>
              <a:gd name="connsiteY453" fmla="*/ 1652237 h 3912503"/>
              <a:gd name="connsiteX454" fmla="*/ 12120159 w 12192528"/>
              <a:gd name="connsiteY454" fmla="*/ 1656480 h 3912503"/>
              <a:gd name="connsiteX455" fmla="*/ 12121197 w 12192528"/>
              <a:gd name="connsiteY455" fmla="*/ 1657374 h 3912503"/>
              <a:gd name="connsiteX456" fmla="*/ 12117701 w 12192528"/>
              <a:gd name="connsiteY456" fmla="*/ 1655763 h 3912503"/>
              <a:gd name="connsiteX457" fmla="*/ 12112781 w 12192528"/>
              <a:gd name="connsiteY457" fmla="*/ 1654212 h 3912503"/>
              <a:gd name="connsiteX458" fmla="*/ 1624616 w 12192528"/>
              <a:gd name="connsiteY458" fmla="*/ 1644976 h 3912503"/>
              <a:gd name="connsiteX459" fmla="*/ 1626230 w 12192528"/>
              <a:gd name="connsiteY459" fmla="*/ 1650353 h 3912503"/>
              <a:gd name="connsiteX460" fmla="*/ 1629298 w 12192528"/>
              <a:gd name="connsiteY460" fmla="*/ 1657664 h 3912503"/>
              <a:gd name="connsiteX461" fmla="*/ 1628882 w 12192528"/>
              <a:gd name="connsiteY461" fmla="*/ 1663751 h 3912503"/>
              <a:gd name="connsiteX462" fmla="*/ 1705819 w 12192528"/>
              <a:gd name="connsiteY462" fmla="*/ 1684982 h 3912503"/>
              <a:gd name="connsiteX463" fmla="*/ 1760201 w 12192528"/>
              <a:gd name="connsiteY463" fmla="*/ 1703428 h 3912503"/>
              <a:gd name="connsiteX464" fmla="*/ 1760561 w 12192528"/>
              <a:gd name="connsiteY464" fmla="*/ 1700555 h 3912503"/>
              <a:gd name="connsiteX465" fmla="*/ 1773979 w 12192528"/>
              <a:gd name="connsiteY465" fmla="*/ 1690101 h 3912503"/>
              <a:gd name="connsiteX466" fmla="*/ 1777976 w 12192528"/>
              <a:gd name="connsiteY466" fmla="*/ 1689976 h 3912503"/>
              <a:gd name="connsiteX467" fmla="*/ 1680131 w 12192528"/>
              <a:gd name="connsiteY467" fmla="*/ 1659294 h 3912503"/>
              <a:gd name="connsiteX468" fmla="*/ 6077418 w 12192528"/>
              <a:gd name="connsiteY468" fmla="*/ 1643024 h 3912503"/>
              <a:gd name="connsiteX469" fmla="*/ 6132888 w 12192528"/>
              <a:gd name="connsiteY469" fmla="*/ 1688071 h 3912503"/>
              <a:gd name="connsiteX470" fmla="*/ 6180271 w 12192528"/>
              <a:gd name="connsiteY470" fmla="*/ 1731276 h 3912503"/>
              <a:gd name="connsiteX471" fmla="*/ 6227322 w 12192528"/>
              <a:gd name="connsiteY471" fmla="*/ 1770443 h 3912503"/>
              <a:gd name="connsiteX472" fmla="*/ 6225014 w 12192528"/>
              <a:gd name="connsiteY472" fmla="*/ 1769544 h 3912503"/>
              <a:gd name="connsiteX473" fmla="*/ 6228472 w 12192528"/>
              <a:gd name="connsiteY473" fmla="*/ 1777405 h 3912503"/>
              <a:gd name="connsiteX474" fmla="*/ 6228280 w 12192528"/>
              <a:gd name="connsiteY474" fmla="*/ 1781240 h 3912503"/>
              <a:gd name="connsiteX475" fmla="*/ 6105644 w 12192528"/>
              <a:gd name="connsiteY475" fmla="*/ 1694409 h 3912503"/>
              <a:gd name="connsiteX476" fmla="*/ 6026392 w 12192528"/>
              <a:gd name="connsiteY476" fmla="*/ 1663561 h 3912503"/>
              <a:gd name="connsiteX477" fmla="*/ 6238079 w 12192528"/>
              <a:gd name="connsiteY477" fmla="*/ 1816331 h 3912503"/>
              <a:gd name="connsiteX478" fmla="*/ 6304866 w 12192528"/>
              <a:gd name="connsiteY478" fmla="*/ 1865786 h 3912503"/>
              <a:gd name="connsiteX479" fmla="*/ 6292593 w 12192528"/>
              <a:gd name="connsiteY479" fmla="*/ 1880557 h 3912503"/>
              <a:gd name="connsiteX480" fmla="*/ 6315047 w 12192528"/>
              <a:gd name="connsiteY480" fmla="*/ 1893205 h 3912503"/>
              <a:gd name="connsiteX481" fmla="*/ 6319265 w 12192528"/>
              <a:gd name="connsiteY481" fmla="*/ 1885724 h 3912503"/>
              <a:gd name="connsiteX482" fmla="*/ 6430009 w 12192528"/>
              <a:gd name="connsiteY482" fmla="*/ 1979655 h 3912503"/>
              <a:gd name="connsiteX483" fmla="*/ 6477035 w 12192528"/>
              <a:gd name="connsiteY483" fmla="*/ 2039664 h 3912503"/>
              <a:gd name="connsiteX484" fmla="*/ 6535581 w 12192528"/>
              <a:gd name="connsiteY484" fmla="*/ 2100244 h 3912503"/>
              <a:gd name="connsiteX485" fmla="*/ 6513318 w 12192528"/>
              <a:gd name="connsiteY485" fmla="*/ 2083760 h 3912503"/>
              <a:gd name="connsiteX486" fmla="*/ 6512745 w 12192528"/>
              <a:gd name="connsiteY486" fmla="*/ 2095266 h 3912503"/>
              <a:gd name="connsiteX487" fmla="*/ 6552673 w 12192528"/>
              <a:gd name="connsiteY487" fmla="*/ 2143387 h 3912503"/>
              <a:gd name="connsiteX488" fmla="*/ 6563994 w 12192528"/>
              <a:gd name="connsiteY488" fmla="*/ 2147795 h 3912503"/>
              <a:gd name="connsiteX489" fmla="*/ 6572430 w 12192528"/>
              <a:gd name="connsiteY489" fmla="*/ 2132834 h 3912503"/>
              <a:gd name="connsiteX490" fmla="*/ 6619461 w 12192528"/>
              <a:gd name="connsiteY490" fmla="*/ 2192841 h 3912503"/>
              <a:gd name="connsiteX491" fmla="*/ 6677813 w 12192528"/>
              <a:gd name="connsiteY491" fmla="*/ 2257257 h 3912503"/>
              <a:gd name="connsiteX492" fmla="*/ 6685487 w 12192528"/>
              <a:gd name="connsiteY492" fmla="*/ 2257638 h 3912503"/>
              <a:gd name="connsiteX493" fmla="*/ 6691580 w 12192528"/>
              <a:gd name="connsiteY493" fmla="*/ 2266907 h 3912503"/>
              <a:gd name="connsiteX494" fmla="*/ 6688771 w 12192528"/>
              <a:gd name="connsiteY494" fmla="*/ 2223084 h 3912503"/>
              <a:gd name="connsiteX495" fmla="*/ 6667332 w 12192528"/>
              <a:gd name="connsiteY495" fmla="*/ 2197141 h 3912503"/>
              <a:gd name="connsiteX496" fmla="*/ 6629230 w 12192528"/>
              <a:gd name="connsiteY496" fmla="*/ 2151033 h 3912503"/>
              <a:gd name="connsiteX497" fmla="*/ 6603321 w 12192528"/>
              <a:gd name="connsiteY497" fmla="*/ 2130522 h 3912503"/>
              <a:gd name="connsiteX498" fmla="*/ 6493720 w 12192528"/>
              <a:gd name="connsiteY498" fmla="*/ 2013579 h 3912503"/>
              <a:gd name="connsiteX499" fmla="*/ 6439138 w 12192528"/>
              <a:gd name="connsiteY499" fmla="*/ 1960405 h 3912503"/>
              <a:gd name="connsiteX500" fmla="*/ 6391362 w 12192528"/>
              <a:gd name="connsiteY500" fmla="*/ 1908599 h 3912503"/>
              <a:gd name="connsiteX501" fmla="*/ 6398708 w 12192528"/>
              <a:gd name="connsiteY501" fmla="*/ 1912738 h 3912503"/>
              <a:gd name="connsiteX502" fmla="*/ 6391604 w 12192528"/>
              <a:gd name="connsiteY502" fmla="*/ 1900852 h 3912503"/>
              <a:gd name="connsiteX503" fmla="*/ 6387957 w 12192528"/>
              <a:gd name="connsiteY503" fmla="*/ 1896825 h 3912503"/>
              <a:gd name="connsiteX504" fmla="*/ 6391795 w 12192528"/>
              <a:gd name="connsiteY504" fmla="*/ 1897015 h 3912503"/>
              <a:gd name="connsiteX505" fmla="*/ 6494674 w 12192528"/>
              <a:gd name="connsiteY505" fmla="*/ 1994401 h 3912503"/>
              <a:gd name="connsiteX506" fmla="*/ 6499078 w 12192528"/>
              <a:gd name="connsiteY506" fmla="*/ 1983085 h 3912503"/>
              <a:gd name="connsiteX507" fmla="*/ 6469523 w 12192528"/>
              <a:gd name="connsiteY507" fmla="*/ 1958548 h 3912503"/>
              <a:gd name="connsiteX508" fmla="*/ 6425379 w 12192528"/>
              <a:gd name="connsiteY508" fmla="*/ 1917908 h 3912503"/>
              <a:gd name="connsiteX509" fmla="*/ 6274519 w 12192528"/>
              <a:gd name="connsiteY509" fmla="*/ 1779691 h 3912503"/>
              <a:gd name="connsiteX510" fmla="*/ 6255714 w 12192528"/>
              <a:gd name="connsiteY510" fmla="*/ 1771068 h 3912503"/>
              <a:gd name="connsiteX511" fmla="*/ 6188925 w 12192528"/>
              <a:gd name="connsiteY511" fmla="*/ 1721613 h 3912503"/>
              <a:gd name="connsiteX512" fmla="*/ 6181821 w 12192528"/>
              <a:gd name="connsiteY512" fmla="*/ 1709726 h 3912503"/>
              <a:gd name="connsiteX513" fmla="*/ 6148237 w 12192528"/>
              <a:gd name="connsiteY513" fmla="*/ 1688833 h 3912503"/>
              <a:gd name="connsiteX514" fmla="*/ 6155911 w 12192528"/>
              <a:gd name="connsiteY514" fmla="*/ 1689215 h 3912503"/>
              <a:gd name="connsiteX515" fmla="*/ 6077418 w 12192528"/>
              <a:gd name="connsiteY515" fmla="*/ 1643024 h 3912503"/>
              <a:gd name="connsiteX516" fmla="*/ 11329355 w 12192528"/>
              <a:gd name="connsiteY516" fmla="*/ 1626097 h 3912503"/>
              <a:gd name="connsiteX517" fmla="*/ 11300277 w 12192528"/>
              <a:gd name="connsiteY517" fmla="*/ 1635142 h 3912503"/>
              <a:gd name="connsiteX518" fmla="*/ 11306517 w 12192528"/>
              <a:gd name="connsiteY518" fmla="*/ 1642970 h 3912503"/>
              <a:gd name="connsiteX519" fmla="*/ 11307007 w 12192528"/>
              <a:gd name="connsiteY519" fmla="*/ 1642790 h 3912503"/>
              <a:gd name="connsiteX520" fmla="*/ 11330543 w 12192528"/>
              <a:gd name="connsiteY520" fmla="*/ 1636224 h 3912503"/>
              <a:gd name="connsiteX521" fmla="*/ 11344214 w 12192528"/>
              <a:gd name="connsiteY521" fmla="*/ 1630503 h 3912503"/>
              <a:gd name="connsiteX522" fmla="*/ 5013373 w 12192528"/>
              <a:gd name="connsiteY522" fmla="*/ 1622666 h 3912503"/>
              <a:gd name="connsiteX523" fmla="*/ 4995051 w 12192528"/>
              <a:gd name="connsiteY523" fmla="*/ 1629235 h 3912503"/>
              <a:gd name="connsiteX524" fmla="*/ 5017133 w 12192528"/>
              <a:gd name="connsiteY524" fmla="*/ 1638717 h 3912503"/>
              <a:gd name="connsiteX525" fmla="*/ 5467232 w 12192528"/>
              <a:gd name="connsiteY525" fmla="*/ 1694834 h 3912503"/>
              <a:gd name="connsiteX526" fmla="*/ 5484494 w 12192528"/>
              <a:gd name="connsiteY526" fmla="*/ 1697630 h 3912503"/>
              <a:gd name="connsiteX527" fmla="*/ 5493337 w 12192528"/>
              <a:gd name="connsiteY527" fmla="*/ 1713144 h 3912503"/>
              <a:gd name="connsiteX528" fmla="*/ 5477153 w 12192528"/>
              <a:gd name="connsiteY528" fmla="*/ 1720514 h 3912503"/>
              <a:gd name="connsiteX529" fmla="*/ 5389251 w 12192528"/>
              <a:gd name="connsiteY529" fmla="*/ 1700765 h 3912503"/>
              <a:gd name="connsiteX530" fmla="*/ 5356133 w 12192528"/>
              <a:gd name="connsiteY530" fmla="*/ 1696011 h 3912503"/>
              <a:gd name="connsiteX531" fmla="*/ 5497172 w 12192528"/>
              <a:gd name="connsiteY531" fmla="*/ 1734144 h 3912503"/>
              <a:gd name="connsiteX532" fmla="*/ 6108276 w 12192528"/>
              <a:gd name="connsiteY532" fmla="*/ 2074822 h 3912503"/>
              <a:gd name="connsiteX533" fmla="*/ 6146858 w 12192528"/>
              <a:gd name="connsiteY533" fmla="*/ 2109890 h 3912503"/>
              <a:gd name="connsiteX534" fmla="*/ 6149367 w 12192528"/>
              <a:gd name="connsiteY534" fmla="*/ 2111743 h 3912503"/>
              <a:gd name="connsiteX535" fmla="*/ 6176331 w 12192528"/>
              <a:gd name="connsiteY535" fmla="*/ 2127293 h 3912503"/>
              <a:gd name="connsiteX536" fmla="*/ 6241887 w 12192528"/>
              <a:gd name="connsiteY536" fmla="*/ 2190772 h 3912503"/>
              <a:gd name="connsiteX537" fmla="*/ 6350117 w 12192528"/>
              <a:gd name="connsiteY537" fmla="*/ 2287711 h 3912503"/>
              <a:gd name="connsiteX538" fmla="*/ 6461731 w 12192528"/>
              <a:gd name="connsiteY538" fmla="*/ 2410512 h 3912503"/>
              <a:gd name="connsiteX539" fmla="*/ 6471242 w 12192528"/>
              <a:gd name="connsiteY539" fmla="*/ 2384680 h 3912503"/>
              <a:gd name="connsiteX540" fmla="*/ 6448551 w 12192528"/>
              <a:gd name="connsiteY540" fmla="*/ 2352402 h 3912503"/>
              <a:gd name="connsiteX541" fmla="*/ 6317077 w 12192528"/>
              <a:gd name="connsiteY541" fmla="*/ 2211359 h 3912503"/>
              <a:gd name="connsiteX542" fmla="*/ 6238422 w 12192528"/>
              <a:gd name="connsiteY542" fmla="*/ 2132113 h 3912503"/>
              <a:gd name="connsiteX543" fmla="*/ 6230286 w 12192528"/>
              <a:gd name="connsiteY543" fmla="*/ 2126362 h 3912503"/>
              <a:gd name="connsiteX544" fmla="*/ 6230166 w 12192528"/>
              <a:gd name="connsiteY544" fmla="*/ 2122666 h 3912503"/>
              <a:gd name="connsiteX545" fmla="*/ 6185979 w 12192528"/>
              <a:gd name="connsiteY545" fmla="*/ 2083352 h 3912503"/>
              <a:gd name="connsiteX546" fmla="*/ 6231235 w 12192528"/>
              <a:gd name="connsiteY546" fmla="*/ 2116002 h 3912503"/>
              <a:gd name="connsiteX547" fmla="*/ 6238420 w 12192528"/>
              <a:gd name="connsiteY547" fmla="*/ 2110045 h 3912503"/>
              <a:gd name="connsiteX548" fmla="*/ 6249447 w 12192528"/>
              <a:gd name="connsiteY548" fmla="*/ 2111328 h 3912503"/>
              <a:gd name="connsiteX549" fmla="*/ 6291377 w 12192528"/>
              <a:gd name="connsiteY549" fmla="*/ 2141096 h 3912503"/>
              <a:gd name="connsiteX550" fmla="*/ 6394627 w 12192528"/>
              <a:gd name="connsiteY550" fmla="*/ 2245789 h 3912503"/>
              <a:gd name="connsiteX551" fmla="*/ 6436562 w 12192528"/>
              <a:gd name="connsiteY551" fmla="*/ 2293242 h 3912503"/>
              <a:gd name="connsiteX552" fmla="*/ 6437768 w 12192528"/>
              <a:gd name="connsiteY552" fmla="*/ 2294418 h 3912503"/>
              <a:gd name="connsiteX553" fmla="*/ 6440279 w 12192528"/>
              <a:gd name="connsiteY553" fmla="*/ 2297454 h 3912503"/>
              <a:gd name="connsiteX554" fmla="*/ 6443729 w 12192528"/>
              <a:gd name="connsiteY554" fmla="*/ 2301354 h 3912503"/>
              <a:gd name="connsiteX555" fmla="*/ 6444971 w 12192528"/>
              <a:gd name="connsiteY555" fmla="*/ 2303119 h 3912503"/>
              <a:gd name="connsiteX556" fmla="*/ 6483937 w 12192528"/>
              <a:gd name="connsiteY556" fmla="*/ 2350194 h 3912503"/>
              <a:gd name="connsiteX557" fmla="*/ 6488663 w 12192528"/>
              <a:gd name="connsiteY557" fmla="*/ 2337349 h 3912503"/>
              <a:gd name="connsiteX558" fmla="*/ 6433933 w 12192528"/>
              <a:gd name="connsiteY558" fmla="*/ 2261706 h 3912503"/>
              <a:gd name="connsiteX559" fmla="*/ 6285011 w 12192528"/>
              <a:gd name="connsiteY559" fmla="*/ 2099996 h 3912503"/>
              <a:gd name="connsiteX560" fmla="*/ 6267052 w 12192528"/>
              <a:gd name="connsiteY560" fmla="*/ 2081952 h 3912503"/>
              <a:gd name="connsiteX561" fmla="*/ 6252693 w 12192528"/>
              <a:gd name="connsiteY561" fmla="*/ 2068951 h 3912503"/>
              <a:gd name="connsiteX562" fmla="*/ 6251057 w 12192528"/>
              <a:gd name="connsiteY562" fmla="*/ 2065525 h 3912503"/>
              <a:gd name="connsiteX563" fmla="*/ 6061716 w 12192528"/>
              <a:gd name="connsiteY563" fmla="*/ 1909575 h 3912503"/>
              <a:gd name="connsiteX564" fmla="*/ 5837514 w 12192528"/>
              <a:gd name="connsiteY564" fmla="*/ 1772266 h 3912503"/>
              <a:gd name="connsiteX565" fmla="*/ 5717199 w 12192528"/>
              <a:gd name="connsiteY565" fmla="*/ 1719450 h 3912503"/>
              <a:gd name="connsiteX566" fmla="*/ 5584900 w 12192528"/>
              <a:gd name="connsiteY566" fmla="*/ 1679208 h 3912503"/>
              <a:gd name="connsiteX567" fmla="*/ 5440035 w 12192528"/>
              <a:gd name="connsiteY567" fmla="*/ 1646823 h 3912503"/>
              <a:gd name="connsiteX568" fmla="*/ 5365518 w 12192528"/>
              <a:gd name="connsiteY568" fmla="*/ 1647015 h 3912503"/>
              <a:gd name="connsiteX569" fmla="*/ 5310532 w 12192528"/>
              <a:gd name="connsiteY569" fmla="*/ 1647190 h 3912503"/>
              <a:gd name="connsiteX570" fmla="*/ 5013373 w 12192528"/>
              <a:gd name="connsiteY570" fmla="*/ 1622666 h 3912503"/>
              <a:gd name="connsiteX571" fmla="*/ 5786006 w 12192528"/>
              <a:gd name="connsiteY571" fmla="*/ 1611402 h 3912503"/>
              <a:gd name="connsiteX572" fmla="*/ 5786068 w 12192528"/>
              <a:gd name="connsiteY572" fmla="*/ 1611427 h 3912503"/>
              <a:gd name="connsiteX573" fmla="*/ 5786068 w 12192528"/>
              <a:gd name="connsiteY573" fmla="*/ 1611402 h 3912503"/>
              <a:gd name="connsiteX574" fmla="*/ 1093926 w 12192528"/>
              <a:gd name="connsiteY574" fmla="*/ 1607896 h 3912503"/>
              <a:gd name="connsiteX575" fmla="*/ 901810 w 12192528"/>
              <a:gd name="connsiteY575" fmla="*/ 1611873 h 3912503"/>
              <a:gd name="connsiteX576" fmla="*/ 840924 w 12192528"/>
              <a:gd name="connsiteY576" fmla="*/ 1618840 h 3912503"/>
              <a:gd name="connsiteX577" fmla="*/ 843366 w 12192528"/>
              <a:gd name="connsiteY577" fmla="*/ 1626503 h 3912503"/>
              <a:gd name="connsiteX578" fmla="*/ 846438 w 12192528"/>
              <a:gd name="connsiteY578" fmla="*/ 1634787 h 3912503"/>
              <a:gd name="connsiteX579" fmla="*/ 846438 w 12192528"/>
              <a:gd name="connsiteY579" fmla="*/ 1638466 h 3912503"/>
              <a:gd name="connsiteX580" fmla="*/ 842751 w 12192528"/>
              <a:gd name="connsiteY580" fmla="*/ 1645828 h 3912503"/>
              <a:gd name="connsiteX581" fmla="*/ 842591 w 12192528"/>
              <a:gd name="connsiteY581" fmla="*/ 1646042 h 3912503"/>
              <a:gd name="connsiteX582" fmla="*/ 923277 w 12192528"/>
              <a:gd name="connsiteY582" fmla="*/ 1638023 h 3912503"/>
              <a:gd name="connsiteX583" fmla="*/ 1298386 w 12192528"/>
              <a:gd name="connsiteY583" fmla="*/ 1647780 h 3912503"/>
              <a:gd name="connsiteX584" fmla="*/ 1429781 w 12192528"/>
              <a:gd name="connsiteY584" fmla="*/ 1668711 h 3912503"/>
              <a:gd name="connsiteX585" fmla="*/ 1539651 w 12192528"/>
              <a:gd name="connsiteY585" fmla="*/ 1692705 h 3912503"/>
              <a:gd name="connsiteX586" fmla="*/ 1540816 w 12192528"/>
              <a:gd name="connsiteY586" fmla="*/ 1691624 h 3912503"/>
              <a:gd name="connsiteX587" fmla="*/ 1541996 w 12192528"/>
              <a:gd name="connsiteY587" fmla="*/ 1684313 h 3912503"/>
              <a:gd name="connsiteX588" fmla="*/ 1535625 w 12192528"/>
              <a:gd name="connsiteY588" fmla="*/ 1685728 h 3912503"/>
              <a:gd name="connsiteX589" fmla="*/ 1530670 w 12192528"/>
              <a:gd name="connsiteY589" fmla="*/ 1689737 h 3912503"/>
              <a:gd name="connsiteX590" fmla="*/ 1525950 w 12192528"/>
              <a:gd name="connsiteY590" fmla="*/ 1686671 h 3912503"/>
              <a:gd name="connsiteX591" fmla="*/ 1531142 w 12192528"/>
              <a:gd name="connsiteY591" fmla="*/ 1673229 h 3912503"/>
              <a:gd name="connsiteX592" fmla="*/ 1531142 w 12192528"/>
              <a:gd name="connsiteY592" fmla="*/ 1666469 h 3912503"/>
              <a:gd name="connsiteX593" fmla="*/ 1472889 w 12192528"/>
              <a:gd name="connsiteY593" fmla="*/ 1653805 h 3912503"/>
              <a:gd name="connsiteX594" fmla="*/ 1093926 w 12192528"/>
              <a:gd name="connsiteY594" fmla="*/ 1607896 h 3912503"/>
              <a:gd name="connsiteX595" fmla="*/ 11301516 w 12192528"/>
              <a:gd name="connsiteY595" fmla="*/ 1604577 h 3912503"/>
              <a:gd name="connsiteX596" fmla="*/ 11301162 w 12192528"/>
              <a:gd name="connsiteY596" fmla="*/ 1604783 h 3912503"/>
              <a:gd name="connsiteX597" fmla="*/ 11281366 w 12192528"/>
              <a:gd name="connsiteY597" fmla="*/ 1611416 h 3912503"/>
              <a:gd name="connsiteX598" fmla="*/ 11292353 w 12192528"/>
              <a:gd name="connsiteY598" fmla="*/ 1625201 h 3912503"/>
              <a:gd name="connsiteX599" fmla="*/ 11315108 w 12192528"/>
              <a:gd name="connsiteY599" fmla="*/ 1618298 h 3912503"/>
              <a:gd name="connsiteX600" fmla="*/ 5818474 w 12192528"/>
              <a:gd name="connsiteY600" fmla="*/ 1603296 h 3912503"/>
              <a:gd name="connsiteX601" fmla="*/ 5822072 w 12192528"/>
              <a:gd name="connsiteY601" fmla="*/ 1604196 h 3912503"/>
              <a:gd name="connsiteX602" fmla="*/ 5818474 w 12192528"/>
              <a:gd name="connsiteY602" fmla="*/ 1604197 h 3912503"/>
              <a:gd name="connsiteX603" fmla="*/ 11443269 w 12192528"/>
              <a:gd name="connsiteY603" fmla="*/ 1601367 h 3912503"/>
              <a:gd name="connsiteX604" fmla="*/ 11438669 w 12192528"/>
              <a:gd name="connsiteY604" fmla="*/ 1604113 h 3912503"/>
              <a:gd name="connsiteX605" fmla="*/ 11429110 w 12192528"/>
              <a:gd name="connsiteY605" fmla="*/ 1604828 h 3912503"/>
              <a:gd name="connsiteX606" fmla="*/ 11436101 w 12192528"/>
              <a:gd name="connsiteY606" fmla="*/ 1601902 h 3912503"/>
              <a:gd name="connsiteX607" fmla="*/ 11438490 w 12192528"/>
              <a:gd name="connsiteY607" fmla="*/ 1601724 h 3912503"/>
              <a:gd name="connsiteX608" fmla="*/ 11440879 w 12192528"/>
              <a:gd name="connsiteY608" fmla="*/ 1601545 h 3912503"/>
              <a:gd name="connsiteX609" fmla="*/ 3850133 w 12192528"/>
              <a:gd name="connsiteY609" fmla="*/ 1600633 h 3912503"/>
              <a:gd name="connsiteX610" fmla="*/ 3853369 w 12192528"/>
              <a:gd name="connsiteY610" fmla="*/ 1602700 h 3912503"/>
              <a:gd name="connsiteX611" fmla="*/ 3842616 w 12192528"/>
              <a:gd name="connsiteY611" fmla="*/ 1606720 h 3912503"/>
              <a:gd name="connsiteX612" fmla="*/ 5807670 w 12192528"/>
              <a:gd name="connsiteY612" fmla="*/ 1600592 h 3912503"/>
              <a:gd name="connsiteX613" fmla="*/ 5818474 w 12192528"/>
              <a:gd name="connsiteY613" fmla="*/ 1618609 h 3912503"/>
              <a:gd name="connsiteX614" fmla="*/ 5789670 w 12192528"/>
              <a:gd name="connsiteY614" fmla="*/ 1611403 h 3912503"/>
              <a:gd name="connsiteX615" fmla="*/ 5788641 w 12192528"/>
              <a:gd name="connsiteY615" fmla="*/ 1612432 h 3912503"/>
              <a:gd name="connsiteX616" fmla="*/ 5810097 w 12192528"/>
              <a:gd name="connsiteY616" fmla="*/ 1620819 h 3912503"/>
              <a:gd name="connsiteX617" fmla="*/ 5851378 w 12192528"/>
              <a:gd name="connsiteY617" fmla="*/ 1642319 h 3912503"/>
              <a:gd name="connsiteX618" fmla="*/ 5853574 w 12192528"/>
              <a:gd name="connsiteY618" fmla="*/ 1635726 h 3912503"/>
              <a:gd name="connsiteX619" fmla="*/ 5861676 w 12192528"/>
              <a:gd name="connsiteY619" fmla="*/ 1633022 h 3912503"/>
              <a:gd name="connsiteX620" fmla="*/ 5843675 w 12192528"/>
              <a:gd name="connsiteY620" fmla="*/ 1615007 h 3912503"/>
              <a:gd name="connsiteX621" fmla="*/ 5850874 w 12192528"/>
              <a:gd name="connsiteY621" fmla="*/ 1618609 h 3912503"/>
              <a:gd name="connsiteX622" fmla="*/ 5858075 w 12192528"/>
              <a:gd name="connsiteY622" fmla="*/ 1622213 h 3912503"/>
              <a:gd name="connsiteX623" fmla="*/ 5854475 w 12192528"/>
              <a:gd name="connsiteY623" fmla="*/ 1618609 h 3912503"/>
              <a:gd name="connsiteX624" fmla="*/ 5847277 w 12192528"/>
              <a:gd name="connsiteY624" fmla="*/ 1615007 h 3912503"/>
              <a:gd name="connsiteX625" fmla="*/ 5843675 w 12192528"/>
              <a:gd name="connsiteY625" fmla="*/ 1611403 h 3912503"/>
              <a:gd name="connsiteX626" fmla="*/ 5825672 w 12192528"/>
              <a:gd name="connsiteY626" fmla="*/ 1600593 h 3912503"/>
              <a:gd name="connsiteX627" fmla="*/ 5822072 w 12192528"/>
              <a:gd name="connsiteY627" fmla="*/ 1600593 h 3912503"/>
              <a:gd name="connsiteX628" fmla="*/ 5818474 w 12192528"/>
              <a:gd name="connsiteY628" fmla="*/ 1600593 h 3912503"/>
              <a:gd name="connsiteX629" fmla="*/ 5818474 w 12192528"/>
              <a:gd name="connsiteY629" fmla="*/ 1603296 h 3912503"/>
              <a:gd name="connsiteX630" fmla="*/ 5814872 w 12192528"/>
              <a:gd name="connsiteY630" fmla="*/ 1602395 h 3912503"/>
              <a:gd name="connsiteX631" fmla="*/ 5807670 w 12192528"/>
              <a:gd name="connsiteY631" fmla="*/ 1600592 h 3912503"/>
              <a:gd name="connsiteX632" fmla="*/ 12017190 w 12192528"/>
              <a:gd name="connsiteY632" fmla="*/ 1596902 h 3912503"/>
              <a:gd name="connsiteX633" fmla="*/ 12014802 w 12192528"/>
              <a:gd name="connsiteY633" fmla="*/ 1597080 h 3912503"/>
              <a:gd name="connsiteX634" fmla="*/ 12012412 w 12192528"/>
              <a:gd name="connsiteY634" fmla="*/ 1597258 h 3912503"/>
              <a:gd name="connsiteX635" fmla="*/ 12011728 w 12192528"/>
              <a:gd name="connsiteY635" fmla="*/ 1596978 h 3912503"/>
              <a:gd name="connsiteX636" fmla="*/ 5729195 w 12192528"/>
              <a:gd name="connsiteY636" fmla="*/ 1588094 h 3912503"/>
              <a:gd name="connsiteX637" fmla="*/ 5727368 w 12192528"/>
              <a:gd name="connsiteY637" fmla="*/ 1588484 h 3912503"/>
              <a:gd name="connsiteX638" fmla="*/ 5750519 w 12192528"/>
              <a:gd name="connsiteY638" fmla="*/ 1597531 h 3912503"/>
              <a:gd name="connsiteX639" fmla="*/ 5741513 w 12192528"/>
              <a:gd name="connsiteY639" fmla="*/ 1592486 h 3912503"/>
              <a:gd name="connsiteX640" fmla="*/ 5729195 w 12192528"/>
              <a:gd name="connsiteY640" fmla="*/ 1588094 h 3912503"/>
              <a:gd name="connsiteX641" fmla="*/ 6445161 w 12192528"/>
              <a:gd name="connsiteY641" fmla="*/ 1583619 h 3912503"/>
              <a:gd name="connsiteX642" fmla="*/ 6458402 w 12192528"/>
              <a:gd name="connsiteY642" fmla="*/ 1601272 h 3912503"/>
              <a:gd name="connsiteX643" fmla="*/ 6467224 w 12192528"/>
              <a:gd name="connsiteY643" fmla="*/ 1596859 h 3912503"/>
              <a:gd name="connsiteX644" fmla="*/ 6493708 w 12192528"/>
              <a:gd name="connsiteY644" fmla="*/ 1623339 h 3912503"/>
              <a:gd name="connsiteX645" fmla="*/ 6480468 w 12192528"/>
              <a:gd name="connsiteY645" fmla="*/ 1614513 h 3912503"/>
              <a:gd name="connsiteX646" fmla="*/ 6559906 w 12192528"/>
              <a:gd name="connsiteY646" fmla="*/ 1676299 h 3912503"/>
              <a:gd name="connsiteX647" fmla="*/ 6648172 w 12192528"/>
              <a:gd name="connsiteY647" fmla="*/ 1738086 h 3912503"/>
              <a:gd name="connsiteX648" fmla="*/ 6648172 w 12192528"/>
              <a:gd name="connsiteY648" fmla="*/ 1746913 h 3912503"/>
              <a:gd name="connsiteX649" fmla="*/ 6718784 w 12192528"/>
              <a:gd name="connsiteY649" fmla="*/ 1813113 h 3912503"/>
              <a:gd name="connsiteX650" fmla="*/ 6745263 w 12192528"/>
              <a:gd name="connsiteY650" fmla="*/ 1839593 h 3912503"/>
              <a:gd name="connsiteX651" fmla="*/ 6758503 w 12192528"/>
              <a:gd name="connsiteY651" fmla="*/ 1848420 h 3912503"/>
              <a:gd name="connsiteX652" fmla="*/ 6776157 w 12192528"/>
              <a:gd name="connsiteY652" fmla="*/ 1870486 h 3912503"/>
              <a:gd name="connsiteX653" fmla="*/ 6820290 w 12192528"/>
              <a:gd name="connsiteY653" fmla="*/ 1910206 h 3912503"/>
              <a:gd name="connsiteX654" fmla="*/ 6860009 w 12192528"/>
              <a:gd name="connsiteY654" fmla="*/ 1949926 h 3912503"/>
              <a:gd name="connsiteX655" fmla="*/ 6881151 w 12192528"/>
              <a:gd name="connsiteY655" fmla="*/ 1971614 h 3912503"/>
              <a:gd name="connsiteX656" fmla="*/ 6931108 w 12192528"/>
              <a:gd name="connsiteY656" fmla="*/ 1901353 h 3912503"/>
              <a:gd name="connsiteX657" fmla="*/ 6873248 w 12192528"/>
              <a:gd name="connsiteY657" fmla="*/ 1857246 h 3912503"/>
              <a:gd name="connsiteX658" fmla="*/ 6736436 w 12192528"/>
              <a:gd name="connsiteY658" fmla="*/ 1764566 h 3912503"/>
              <a:gd name="connsiteX659" fmla="*/ 6749678 w 12192528"/>
              <a:gd name="connsiteY659" fmla="*/ 1755739 h 3912503"/>
              <a:gd name="connsiteX660" fmla="*/ 6652584 w 12192528"/>
              <a:gd name="connsiteY660" fmla="*/ 1702780 h 3912503"/>
              <a:gd name="connsiteX661" fmla="*/ 6551080 w 12192528"/>
              <a:gd name="connsiteY661" fmla="*/ 1645405 h 3912503"/>
              <a:gd name="connsiteX662" fmla="*/ 6555490 w 12192528"/>
              <a:gd name="connsiteY662" fmla="*/ 1645405 h 3912503"/>
              <a:gd name="connsiteX663" fmla="*/ 6551080 w 12192528"/>
              <a:gd name="connsiteY663" fmla="*/ 1636580 h 3912503"/>
              <a:gd name="connsiteX664" fmla="*/ 6551080 w 12192528"/>
              <a:gd name="connsiteY664" fmla="*/ 1632165 h 3912503"/>
              <a:gd name="connsiteX665" fmla="*/ 6529013 w 12192528"/>
              <a:gd name="connsiteY665" fmla="*/ 1623339 h 3912503"/>
              <a:gd name="connsiteX666" fmla="*/ 6520186 w 12192528"/>
              <a:gd name="connsiteY666" fmla="*/ 1614513 h 3912503"/>
              <a:gd name="connsiteX667" fmla="*/ 6515773 w 12192528"/>
              <a:gd name="connsiteY667" fmla="*/ 1614513 h 3912503"/>
              <a:gd name="connsiteX668" fmla="*/ 6515773 w 12192528"/>
              <a:gd name="connsiteY668" fmla="*/ 1618926 h 3912503"/>
              <a:gd name="connsiteX669" fmla="*/ 6458402 w 12192528"/>
              <a:gd name="connsiteY669" fmla="*/ 1583619 h 3912503"/>
              <a:gd name="connsiteX670" fmla="*/ 6445161 w 12192528"/>
              <a:gd name="connsiteY670" fmla="*/ 1583619 h 3912503"/>
              <a:gd name="connsiteX671" fmla="*/ 1284334 w 12192528"/>
              <a:gd name="connsiteY671" fmla="*/ 1582209 h 3912503"/>
              <a:gd name="connsiteX672" fmla="*/ 1307754 w 12192528"/>
              <a:gd name="connsiteY672" fmla="*/ 1597821 h 3912503"/>
              <a:gd name="connsiteX673" fmla="*/ 1535475 w 12192528"/>
              <a:gd name="connsiteY673" fmla="*/ 1641297 h 3912503"/>
              <a:gd name="connsiteX674" fmla="*/ 1538692 w 12192528"/>
              <a:gd name="connsiteY674" fmla="*/ 1635732 h 3912503"/>
              <a:gd name="connsiteX675" fmla="*/ 1538928 w 12192528"/>
              <a:gd name="connsiteY675" fmla="*/ 1630072 h 3912503"/>
              <a:gd name="connsiteX676" fmla="*/ 1537040 w 12192528"/>
              <a:gd name="connsiteY676" fmla="*/ 1626299 h 3912503"/>
              <a:gd name="connsiteX677" fmla="*/ 1541051 w 12192528"/>
              <a:gd name="connsiteY677" fmla="*/ 1623705 h 3912503"/>
              <a:gd name="connsiteX678" fmla="*/ 1541754 w 12192528"/>
              <a:gd name="connsiteY678" fmla="*/ 1623604 h 3912503"/>
              <a:gd name="connsiteX679" fmla="*/ 1524925 w 12192528"/>
              <a:gd name="connsiteY679" fmla="*/ 1619264 h 3912503"/>
              <a:gd name="connsiteX680" fmla="*/ 1367084 w 12192528"/>
              <a:gd name="connsiteY680" fmla="*/ 1588454 h 3912503"/>
              <a:gd name="connsiteX681" fmla="*/ 1284334 w 12192528"/>
              <a:gd name="connsiteY681" fmla="*/ 1582209 h 3912503"/>
              <a:gd name="connsiteX682" fmla="*/ 11263868 w 12192528"/>
              <a:gd name="connsiteY682" fmla="*/ 1571431 h 3912503"/>
              <a:gd name="connsiteX683" fmla="*/ 11253650 w 12192528"/>
              <a:gd name="connsiteY683" fmla="*/ 1575897 h 3912503"/>
              <a:gd name="connsiteX684" fmla="*/ 11253252 w 12192528"/>
              <a:gd name="connsiteY684" fmla="*/ 1576142 h 3912503"/>
              <a:gd name="connsiteX685" fmla="*/ 11254953 w 12192528"/>
              <a:gd name="connsiteY685" fmla="*/ 1578278 h 3912503"/>
              <a:gd name="connsiteX686" fmla="*/ 11256793 w 12192528"/>
              <a:gd name="connsiteY686" fmla="*/ 1577764 h 3912503"/>
              <a:gd name="connsiteX687" fmla="*/ 11265806 w 12192528"/>
              <a:gd name="connsiteY687" fmla="*/ 1573787 h 3912503"/>
              <a:gd name="connsiteX688" fmla="*/ 11266135 w 12192528"/>
              <a:gd name="connsiteY688" fmla="*/ 1573407 h 3912503"/>
              <a:gd name="connsiteX689" fmla="*/ 11625824 w 12192528"/>
              <a:gd name="connsiteY689" fmla="*/ 1568495 h 3912503"/>
              <a:gd name="connsiteX690" fmla="*/ 11626002 w 12192528"/>
              <a:gd name="connsiteY690" fmla="*/ 1570885 h 3912503"/>
              <a:gd name="connsiteX691" fmla="*/ 11623613 w 12192528"/>
              <a:gd name="connsiteY691" fmla="*/ 1571063 h 3912503"/>
              <a:gd name="connsiteX692" fmla="*/ 11625824 w 12192528"/>
              <a:gd name="connsiteY692" fmla="*/ 1568495 h 3912503"/>
              <a:gd name="connsiteX693" fmla="*/ 2526989 w 12192528"/>
              <a:gd name="connsiteY693" fmla="*/ 1561572 h 3912503"/>
              <a:gd name="connsiteX694" fmla="*/ 2535640 w 12192528"/>
              <a:gd name="connsiteY694" fmla="*/ 1565856 h 3912503"/>
              <a:gd name="connsiteX695" fmla="*/ 2540542 w 12192528"/>
              <a:gd name="connsiteY695" fmla="*/ 1568448 h 3912503"/>
              <a:gd name="connsiteX696" fmla="*/ 2546021 w 12192528"/>
              <a:gd name="connsiteY696" fmla="*/ 1573057 h 3912503"/>
              <a:gd name="connsiteX697" fmla="*/ 2549482 w 12192528"/>
              <a:gd name="connsiteY697" fmla="*/ 1577665 h 3912503"/>
              <a:gd name="connsiteX698" fmla="*/ 2553520 w 12192528"/>
              <a:gd name="connsiteY698" fmla="*/ 1590338 h 3912503"/>
              <a:gd name="connsiteX699" fmla="*/ 2556404 w 12192528"/>
              <a:gd name="connsiteY699" fmla="*/ 1598115 h 3912503"/>
              <a:gd name="connsiteX700" fmla="*/ 2556404 w 12192528"/>
              <a:gd name="connsiteY700" fmla="*/ 1601571 h 3912503"/>
              <a:gd name="connsiteX701" fmla="*/ 2552942 w 12192528"/>
              <a:gd name="connsiteY701" fmla="*/ 1608483 h 3912503"/>
              <a:gd name="connsiteX702" fmla="*/ 2545156 w 12192528"/>
              <a:gd name="connsiteY702" fmla="*/ 1618853 h 3912503"/>
              <a:gd name="connsiteX703" fmla="*/ 2543138 w 12192528"/>
              <a:gd name="connsiteY703" fmla="*/ 1622885 h 3912503"/>
              <a:gd name="connsiteX704" fmla="*/ 2539677 w 12192528"/>
              <a:gd name="connsiteY704" fmla="*/ 1624324 h 3912503"/>
              <a:gd name="connsiteX705" fmla="*/ 2533044 w 12192528"/>
              <a:gd name="connsiteY705" fmla="*/ 1626341 h 3912503"/>
              <a:gd name="connsiteX706" fmla="*/ 2530737 w 12192528"/>
              <a:gd name="connsiteY706" fmla="*/ 1627493 h 3912503"/>
              <a:gd name="connsiteX707" fmla="*/ 2521509 w 12192528"/>
              <a:gd name="connsiteY707" fmla="*/ 1628645 h 3912503"/>
              <a:gd name="connsiteX708" fmla="*/ 2519489 w 12192528"/>
              <a:gd name="connsiteY708" fmla="*/ 1629221 h 3912503"/>
              <a:gd name="connsiteX709" fmla="*/ 2499014 w 12192528"/>
              <a:gd name="connsiteY709" fmla="*/ 1616260 h 3912503"/>
              <a:gd name="connsiteX710" fmla="*/ 2492670 w 12192528"/>
              <a:gd name="connsiteY710" fmla="*/ 1604452 h 3912503"/>
              <a:gd name="connsiteX711" fmla="*/ 2490651 w 12192528"/>
              <a:gd name="connsiteY711" fmla="*/ 1599555 h 3912503"/>
              <a:gd name="connsiteX712" fmla="*/ 2490362 w 12192528"/>
              <a:gd name="connsiteY712" fmla="*/ 1594658 h 3912503"/>
              <a:gd name="connsiteX713" fmla="*/ 2491228 w 12192528"/>
              <a:gd name="connsiteY713" fmla="*/ 1590914 h 3912503"/>
              <a:gd name="connsiteX714" fmla="*/ 2492670 w 12192528"/>
              <a:gd name="connsiteY714" fmla="*/ 1583138 h 3912503"/>
              <a:gd name="connsiteX715" fmla="*/ 2492958 w 12192528"/>
              <a:gd name="connsiteY715" fmla="*/ 1580257 h 3912503"/>
              <a:gd name="connsiteX716" fmla="*/ 2493823 w 12192528"/>
              <a:gd name="connsiteY716" fmla="*/ 1573344 h 3912503"/>
              <a:gd name="connsiteX717" fmla="*/ 2508243 w 12192528"/>
              <a:gd name="connsiteY717" fmla="*/ 1562111 h 3912503"/>
              <a:gd name="connsiteX718" fmla="*/ 2517471 w 12192528"/>
              <a:gd name="connsiteY718" fmla="*/ 1561824 h 3912503"/>
              <a:gd name="connsiteX719" fmla="*/ 2526989 w 12192528"/>
              <a:gd name="connsiteY719" fmla="*/ 1561572 h 3912503"/>
              <a:gd name="connsiteX720" fmla="*/ 11737946 w 12192528"/>
              <a:gd name="connsiteY720" fmla="*/ 1557710 h 3912503"/>
              <a:gd name="connsiteX721" fmla="*/ 11735556 w 12192528"/>
              <a:gd name="connsiteY721" fmla="*/ 1557889 h 3912503"/>
              <a:gd name="connsiteX722" fmla="*/ 11735549 w 12192528"/>
              <a:gd name="connsiteY722" fmla="*/ 1557776 h 3912503"/>
              <a:gd name="connsiteX723" fmla="*/ 11740157 w 12192528"/>
              <a:gd name="connsiteY723" fmla="*/ 1555142 h 3912503"/>
              <a:gd name="connsiteX724" fmla="*/ 11740023 w 12192528"/>
              <a:gd name="connsiteY724" fmla="*/ 1555298 h 3912503"/>
              <a:gd name="connsiteX725" fmla="*/ 11737766 w 12192528"/>
              <a:gd name="connsiteY725" fmla="*/ 1555321 h 3912503"/>
              <a:gd name="connsiteX726" fmla="*/ 11740157 w 12192528"/>
              <a:gd name="connsiteY726" fmla="*/ 1555142 h 3912503"/>
              <a:gd name="connsiteX727" fmla="*/ 11245767 w 12192528"/>
              <a:gd name="connsiteY727" fmla="*/ 1554323 h 3912503"/>
              <a:gd name="connsiteX728" fmla="*/ 11236367 w 12192528"/>
              <a:gd name="connsiteY728" fmla="*/ 1558672 h 3912503"/>
              <a:gd name="connsiteX729" fmla="*/ 11242962 w 12192528"/>
              <a:gd name="connsiteY729" fmla="*/ 1564701 h 3912503"/>
              <a:gd name="connsiteX730" fmla="*/ 11252069 w 12192528"/>
              <a:gd name="connsiteY730" fmla="*/ 1561090 h 3912503"/>
              <a:gd name="connsiteX731" fmla="*/ 11702451 w 12192528"/>
              <a:gd name="connsiteY731" fmla="*/ 1548951 h 3912503"/>
              <a:gd name="connsiteX732" fmla="*/ 11723074 w 12192528"/>
              <a:gd name="connsiteY732" fmla="*/ 1551613 h 3912503"/>
              <a:gd name="connsiteX733" fmla="*/ 11720863 w 12192528"/>
              <a:gd name="connsiteY733" fmla="*/ 1554182 h 3912503"/>
              <a:gd name="connsiteX734" fmla="*/ 11723253 w 12192528"/>
              <a:gd name="connsiteY734" fmla="*/ 1554003 h 3912503"/>
              <a:gd name="connsiteX735" fmla="*/ 11732987 w 12192528"/>
              <a:gd name="connsiteY735" fmla="*/ 1555678 h 3912503"/>
              <a:gd name="connsiteX736" fmla="*/ 11735379 w 12192528"/>
              <a:gd name="connsiteY736" fmla="*/ 1555499 h 3912503"/>
              <a:gd name="connsiteX737" fmla="*/ 11735549 w 12192528"/>
              <a:gd name="connsiteY737" fmla="*/ 1557776 h 3912503"/>
              <a:gd name="connsiteX738" fmla="*/ 11731613 w 12192528"/>
              <a:gd name="connsiteY738" fmla="*/ 1557883 h 3912503"/>
              <a:gd name="connsiteX739" fmla="*/ 11721399 w 12192528"/>
              <a:gd name="connsiteY739" fmla="*/ 1561350 h 3912503"/>
              <a:gd name="connsiteX740" fmla="*/ 11718831 w 12192528"/>
              <a:gd name="connsiteY740" fmla="*/ 1559139 h 3912503"/>
              <a:gd name="connsiteX741" fmla="*/ 11716442 w 12192528"/>
              <a:gd name="connsiteY741" fmla="*/ 1559318 h 3912503"/>
              <a:gd name="connsiteX742" fmla="*/ 11713872 w 12192528"/>
              <a:gd name="connsiteY742" fmla="*/ 1557107 h 3912503"/>
              <a:gd name="connsiteX743" fmla="*/ 11711484 w 12192528"/>
              <a:gd name="connsiteY743" fmla="*/ 1557285 h 3912503"/>
              <a:gd name="connsiteX744" fmla="*/ 11711662 w 12192528"/>
              <a:gd name="connsiteY744" fmla="*/ 1559675 h 3912503"/>
              <a:gd name="connsiteX745" fmla="*/ 11692726 w 12192528"/>
              <a:gd name="connsiteY745" fmla="*/ 1563494 h 3912503"/>
              <a:gd name="connsiteX746" fmla="*/ 11692548 w 12192528"/>
              <a:gd name="connsiteY746" fmla="*/ 1561105 h 3912503"/>
              <a:gd name="connsiteX747" fmla="*/ 11687768 w 12192528"/>
              <a:gd name="connsiteY747" fmla="*/ 1561461 h 3912503"/>
              <a:gd name="connsiteX748" fmla="*/ 11685380 w 12192528"/>
              <a:gd name="connsiteY748" fmla="*/ 1561641 h 3912503"/>
              <a:gd name="connsiteX749" fmla="*/ 11661307 w 12192528"/>
              <a:gd name="connsiteY749" fmla="*/ 1561037 h 3912503"/>
              <a:gd name="connsiteX750" fmla="*/ 11661485 w 12192528"/>
              <a:gd name="connsiteY750" fmla="*/ 1563427 h 3912503"/>
              <a:gd name="connsiteX751" fmla="*/ 11658917 w 12192528"/>
              <a:gd name="connsiteY751" fmla="*/ 1561215 h 3912503"/>
              <a:gd name="connsiteX752" fmla="*/ 11656706 w 12192528"/>
              <a:gd name="connsiteY752" fmla="*/ 1563784 h 3912503"/>
              <a:gd name="connsiteX753" fmla="*/ 11642371 w 12192528"/>
              <a:gd name="connsiteY753" fmla="*/ 1564856 h 3912503"/>
              <a:gd name="connsiteX754" fmla="*/ 11635381 w 12192528"/>
              <a:gd name="connsiteY754" fmla="*/ 1567781 h 3912503"/>
              <a:gd name="connsiteX755" fmla="*/ 11632813 w 12192528"/>
              <a:gd name="connsiteY755" fmla="*/ 1565571 h 3912503"/>
              <a:gd name="connsiteX756" fmla="*/ 11630780 w 12192528"/>
              <a:gd name="connsiteY756" fmla="*/ 1570527 h 3912503"/>
              <a:gd name="connsiteX757" fmla="*/ 11630602 w 12192528"/>
              <a:gd name="connsiteY757" fmla="*/ 1568138 h 3912503"/>
              <a:gd name="connsiteX758" fmla="*/ 11628212 w 12192528"/>
              <a:gd name="connsiteY758" fmla="*/ 1568317 h 3912503"/>
              <a:gd name="connsiteX759" fmla="*/ 11625824 w 12192528"/>
              <a:gd name="connsiteY759" fmla="*/ 1568495 h 3912503"/>
              <a:gd name="connsiteX760" fmla="*/ 11623434 w 12192528"/>
              <a:gd name="connsiteY760" fmla="*/ 1568674 h 3912503"/>
              <a:gd name="connsiteX761" fmla="*/ 11621044 w 12192528"/>
              <a:gd name="connsiteY761" fmla="*/ 1568853 h 3912503"/>
              <a:gd name="connsiteX762" fmla="*/ 11616087 w 12192528"/>
              <a:gd name="connsiteY762" fmla="*/ 1566821 h 3912503"/>
              <a:gd name="connsiteX763" fmla="*/ 11611487 w 12192528"/>
              <a:gd name="connsiteY763" fmla="*/ 1569568 h 3912503"/>
              <a:gd name="connsiteX764" fmla="*/ 11596972 w 12192528"/>
              <a:gd name="connsiteY764" fmla="*/ 1568250 h 3912503"/>
              <a:gd name="connsiteX765" fmla="*/ 11639802 w 12192528"/>
              <a:gd name="connsiteY765" fmla="*/ 1562645 h 3912503"/>
              <a:gd name="connsiteX766" fmla="*/ 11658381 w 12192528"/>
              <a:gd name="connsiteY766" fmla="*/ 1554048 h 3912503"/>
              <a:gd name="connsiteX767" fmla="*/ 11682097 w 12192528"/>
              <a:gd name="connsiteY767" fmla="*/ 1549872 h 3912503"/>
              <a:gd name="connsiteX768" fmla="*/ 11702451 w 12192528"/>
              <a:gd name="connsiteY768" fmla="*/ 1548951 h 3912503"/>
              <a:gd name="connsiteX769" fmla="*/ 5573650 w 12192528"/>
              <a:gd name="connsiteY769" fmla="*/ 1535735 h 3912503"/>
              <a:gd name="connsiteX770" fmla="*/ 5576678 w 12192528"/>
              <a:gd name="connsiteY770" fmla="*/ 1537105 h 3912503"/>
              <a:gd name="connsiteX771" fmla="*/ 5645856 w 12192528"/>
              <a:gd name="connsiteY771" fmla="*/ 1556624 h 3912503"/>
              <a:gd name="connsiteX772" fmla="*/ 5689903 w 12192528"/>
              <a:gd name="connsiteY772" fmla="*/ 1573840 h 3912503"/>
              <a:gd name="connsiteX773" fmla="*/ 5685709 w 12192528"/>
              <a:gd name="connsiteY773" fmla="*/ 1569965 h 3912503"/>
              <a:gd name="connsiteX774" fmla="*/ 5649256 w 12192528"/>
              <a:gd name="connsiteY774" fmla="*/ 1553750 h 3912503"/>
              <a:gd name="connsiteX775" fmla="*/ 5573650 w 12192528"/>
              <a:gd name="connsiteY775" fmla="*/ 1535735 h 3912503"/>
              <a:gd name="connsiteX776" fmla="*/ 11310914 w 12192528"/>
              <a:gd name="connsiteY776" fmla="*/ 1534374 h 3912503"/>
              <a:gd name="connsiteX777" fmla="*/ 11303925 w 12192528"/>
              <a:gd name="connsiteY777" fmla="*/ 1537298 h 3912503"/>
              <a:gd name="connsiteX778" fmla="*/ 11303746 w 12192528"/>
              <a:gd name="connsiteY778" fmla="*/ 1534909 h 3912503"/>
              <a:gd name="connsiteX779" fmla="*/ 11285346 w 12192528"/>
              <a:gd name="connsiteY779" fmla="*/ 1545895 h 3912503"/>
              <a:gd name="connsiteX780" fmla="*/ 11280568 w 12192528"/>
              <a:gd name="connsiteY780" fmla="*/ 1546253 h 3912503"/>
              <a:gd name="connsiteX781" fmla="*/ 11278178 w 12192528"/>
              <a:gd name="connsiteY781" fmla="*/ 1546432 h 3912503"/>
              <a:gd name="connsiteX782" fmla="*/ 11275788 w 12192528"/>
              <a:gd name="connsiteY782" fmla="*/ 1546610 h 3912503"/>
              <a:gd name="connsiteX783" fmla="*/ 11275815 w 12192528"/>
              <a:gd name="connsiteY783" fmla="*/ 1546961 h 3912503"/>
              <a:gd name="connsiteX784" fmla="*/ 11280366 w 12192528"/>
              <a:gd name="connsiteY784" fmla="*/ 1552208 h 3912503"/>
              <a:gd name="connsiteX785" fmla="*/ 11292184 w 12192528"/>
              <a:gd name="connsiteY785" fmla="*/ 1548989 h 3912503"/>
              <a:gd name="connsiteX786" fmla="*/ 11299683 w 12192528"/>
              <a:gd name="connsiteY786" fmla="*/ 1544824 h 3912503"/>
              <a:gd name="connsiteX787" fmla="*/ 11302073 w 12192528"/>
              <a:gd name="connsiteY787" fmla="*/ 1544646 h 3912503"/>
              <a:gd name="connsiteX788" fmla="*/ 11304462 w 12192528"/>
              <a:gd name="connsiteY788" fmla="*/ 1544466 h 3912503"/>
              <a:gd name="connsiteX789" fmla="*/ 11304282 w 12192528"/>
              <a:gd name="connsiteY789" fmla="*/ 1542077 h 3912503"/>
              <a:gd name="connsiteX790" fmla="*/ 11301892 w 12192528"/>
              <a:gd name="connsiteY790" fmla="*/ 1542256 h 3912503"/>
              <a:gd name="connsiteX791" fmla="*/ 11311272 w 12192528"/>
              <a:gd name="connsiteY791" fmla="*/ 1539152 h 3912503"/>
              <a:gd name="connsiteX792" fmla="*/ 11310914 w 12192528"/>
              <a:gd name="connsiteY792" fmla="*/ 1534374 h 3912503"/>
              <a:gd name="connsiteX793" fmla="*/ 4043942 w 12192528"/>
              <a:gd name="connsiteY793" fmla="*/ 1532803 h 3912503"/>
              <a:gd name="connsiteX794" fmla="*/ 4043807 w 12192528"/>
              <a:gd name="connsiteY794" fmla="*/ 1532885 h 3912503"/>
              <a:gd name="connsiteX795" fmla="*/ 4038502 w 12192528"/>
              <a:gd name="connsiteY795" fmla="*/ 1534055 h 3912503"/>
              <a:gd name="connsiteX796" fmla="*/ 1520195 w 12192528"/>
              <a:gd name="connsiteY796" fmla="*/ 1516692 h 3912503"/>
              <a:gd name="connsiteX797" fmla="*/ 1521010 w 12192528"/>
              <a:gd name="connsiteY797" fmla="*/ 1523208 h 3912503"/>
              <a:gd name="connsiteX798" fmla="*/ 1521421 w 12192528"/>
              <a:gd name="connsiteY798" fmla="*/ 1527317 h 3912503"/>
              <a:gd name="connsiteX799" fmla="*/ 1523479 w 12192528"/>
              <a:gd name="connsiteY799" fmla="*/ 1538413 h 3912503"/>
              <a:gd name="connsiteX800" fmla="*/ 1524713 w 12192528"/>
              <a:gd name="connsiteY800" fmla="*/ 1543756 h 3912503"/>
              <a:gd name="connsiteX801" fmla="*/ 1524301 w 12192528"/>
              <a:gd name="connsiteY801" fmla="*/ 1550742 h 3912503"/>
              <a:gd name="connsiteX802" fmla="*/ 1521421 w 12192528"/>
              <a:gd name="connsiteY802" fmla="*/ 1557728 h 3912503"/>
              <a:gd name="connsiteX803" fmla="*/ 1520621 w 12192528"/>
              <a:gd name="connsiteY803" fmla="*/ 1559216 h 3912503"/>
              <a:gd name="connsiteX804" fmla="*/ 1557567 w 12192528"/>
              <a:gd name="connsiteY804" fmla="*/ 1566598 h 3912503"/>
              <a:gd name="connsiteX805" fmla="*/ 2044700 w 12192528"/>
              <a:gd name="connsiteY805" fmla="*/ 1732086 h 3912503"/>
              <a:gd name="connsiteX806" fmla="*/ 2072803 w 12192528"/>
              <a:gd name="connsiteY806" fmla="*/ 1764871 h 3912503"/>
              <a:gd name="connsiteX807" fmla="*/ 2083734 w 12192528"/>
              <a:gd name="connsiteY807" fmla="*/ 1777361 h 3912503"/>
              <a:gd name="connsiteX808" fmla="*/ 2144160 w 12192528"/>
              <a:gd name="connsiteY808" fmla="*/ 1808500 h 3912503"/>
              <a:gd name="connsiteX809" fmla="*/ 2149319 w 12192528"/>
              <a:gd name="connsiteY809" fmla="*/ 1788482 h 3912503"/>
              <a:gd name="connsiteX810" fmla="*/ 2157949 w 12192528"/>
              <a:gd name="connsiteY810" fmla="*/ 1778131 h 3912503"/>
              <a:gd name="connsiteX811" fmla="*/ 2166424 w 12192528"/>
              <a:gd name="connsiteY811" fmla="*/ 1772423 h 3912503"/>
              <a:gd name="connsiteX812" fmla="*/ 2143844 w 12192528"/>
              <a:gd name="connsiteY812" fmla="*/ 1758236 h 3912503"/>
              <a:gd name="connsiteX813" fmla="*/ 1927600 w 12192528"/>
              <a:gd name="connsiteY813" fmla="*/ 1644658 h 3912503"/>
              <a:gd name="connsiteX814" fmla="*/ 1551712 w 12192528"/>
              <a:gd name="connsiteY814" fmla="*/ 1522103 h 3912503"/>
              <a:gd name="connsiteX815" fmla="*/ 11205212 w 12192528"/>
              <a:gd name="connsiteY815" fmla="*/ 1510774 h 3912503"/>
              <a:gd name="connsiteX816" fmla="*/ 11189992 w 12192528"/>
              <a:gd name="connsiteY816" fmla="*/ 1516273 h 3912503"/>
              <a:gd name="connsiteX817" fmla="*/ 11195545 w 12192528"/>
              <a:gd name="connsiteY817" fmla="*/ 1521349 h 3912503"/>
              <a:gd name="connsiteX818" fmla="*/ 11209758 w 12192528"/>
              <a:gd name="connsiteY818" fmla="*/ 1515656 h 3912503"/>
              <a:gd name="connsiteX819" fmla="*/ 2143439 w 12192528"/>
              <a:gd name="connsiteY819" fmla="*/ 1497950 h 3912503"/>
              <a:gd name="connsiteX820" fmla="*/ 2149252 w 12192528"/>
              <a:gd name="connsiteY820" fmla="*/ 1499389 h 3912503"/>
              <a:gd name="connsiteX821" fmla="*/ 2169825 w 12192528"/>
              <a:gd name="connsiteY821" fmla="*/ 1515415 h 3912503"/>
              <a:gd name="connsiteX822" fmla="*/ 2171059 w 12192528"/>
              <a:gd name="connsiteY822" fmla="*/ 1525279 h 3912503"/>
              <a:gd name="connsiteX823" fmla="*/ 2171470 w 12192528"/>
              <a:gd name="connsiteY823" fmla="*/ 1529387 h 3912503"/>
              <a:gd name="connsiteX824" fmla="*/ 2173528 w 12192528"/>
              <a:gd name="connsiteY824" fmla="*/ 1540483 h 3912503"/>
              <a:gd name="connsiteX825" fmla="*/ 2174763 w 12192528"/>
              <a:gd name="connsiteY825" fmla="*/ 1545825 h 3912503"/>
              <a:gd name="connsiteX826" fmla="*/ 2174351 w 12192528"/>
              <a:gd name="connsiteY826" fmla="*/ 1552813 h 3912503"/>
              <a:gd name="connsiteX827" fmla="*/ 2171470 w 12192528"/>
              <a:gd name="connsiteY827" fmla="*/ 1559798 h 3912503"/>
              <a:gd name="connsiteX828" fmla="*/ 2162418 w 12192528"/>
              <a:gd name="connsiteY828" fmla="*/ 1576648 h 3912503"/>
              <a:gd name="connsiteX829" fmla="*/ 2133204 w 12192528"/>
              <a:gd name="connsiteY829" fmla="*/ 1595140 h 3912503"/>
              <a:gd name="connsiteX830" fmla="*/ 2130324 w 12192528"/>
              <a:gd name="connsiteY830" fmla="*/ 1594318 h 3912503"/>
              <a:gd name="connsiteX831" fmla="*/ 2117156 w 12192528"/>
              <a:gd name="connsiteY831" fmla="*/ 1592673 h 3912503"/>
              <a:gd name="connsiteX832" fmla="*/ 2113865 w 12192528"/>
              <a:gd name="connsiteY832" fmla="*/ 1591030 h 3912503"/>
              <a:gd name="connsiteX833" fmla="*/ 2104400 w 12192528"/>
              <a:gd name="connsiteY833" fmla="*/ 1588154 h 3912503"/>
              <a:gd name="connsiteX834" fmla="*/ 2103158 w 12192528"/>
              <a:gd name="connsiteY834" fmla="*/ 1587637 h 3912503"/>
              <a:gd name="connsiteX835" fmla="*/ 2101436 w 12192528"/>
              <a:gd name="connsiteY835" fmla="*/ 1591844 h 3912503"/>
              <a:gd name="connsiteX836" fmla="*/ 2095578 w 12192528"/>
              <a:gd name="connsiteY836" fmla="*/ 1598841 h 3912503"/>
              <a:gd name="connsiteX837" fmla="*/ 2086989 w 12192528"/>
              <a:gd name="connsiteY837" fmla="*/ 1603117 h 3912503"/>
              <a:gd name="connsiteX838" fmla="*/ 2079179 w 12192528"/>
              <a:gd name="connsiteY838" fmla="*/ 1603117 h 3912503"/>
              <a:gd name="connsiteX839" fmla="*/ 2078008 w 12192528"/>
              <a:gd name="connsiteY839" fmla="*/ 1601562 h 3912503"/>
              <a:gd name="connsiteX840" fmla="*/ 2067074 w 12192528"/>
              <a:gd name="connsiteY840" fmla="*/ 1593010 h 3912503"/>
              <a:gd name="connsiteX841" fmla="*/ 2063559 w 12192528"/>
              <a:gd name="connsiteY841" fmla="*/ 1579794 h 3912503"/>
              <a:gd name="connsiteX842" fmla="*/ 2069027 w 12192528"/>
              <a:gd name="connsiteY842" fmla="*/ 1564244 h 3912503"/>
              <a:gd name="connsiteX843" fmla="*/ 2074883 w 12192528"/>
              <a:gd name="connsiteY843" fmla="*/ 1560746 h 3912503"/>
              <a:gd name="connsiteX844" fmla="*/ 2080535 w 12192528"/>
              <a:gd name="connsiteY844" fmla="*/ 1553638 h 3912503"/>
              <a:gd name="connsiteX845" fmla="*/ 2080535 w 12192528"/>
              <a:gd name="connsiteY845" fmla="*/ 1550757 h 3912503"/>
              <a:gd name="connsiteX846" fmla="*/ 2084649 w 12192528"/>
              <a:gd name="connsiteY846" fmla="*/ 1539662 h 3912503"/>
              <a:gd name="connsiteX847" fmla="*/ 2090411 w 12192528"/>
              <a:gd name="connsiteY847" fmla="*/ 1521580 h 3912503"/>
              <a:gd name="connsiteX848" fmla="*/ 2095348 w 12192528"/>
              <a:gd name="connsiteY848" fmla="*/ 1515005 h 3912503"/>
              <a:gd name="connsiteX849" fmla="*/ 2103166 w 12192528"/>
              <a:gd name="connsiteY849" fmla="*/ 1508430 h 3912503"/>
              <a:gd name="connsiteX850" fmla="*/ 2110161 w 12192528"/>
              <a:gd name="connsiteY850" fmla="*/ 1504730 h 3912503"/>
              <a:gd name="connsiteX851" fmla="*/ 2122505 w 12192528"/>
              <a:gd name="connsiteY851" fmla="*/ 1498618 h 3912503"/>
              <a:gd name="connsiteX852" fmla="*/ 2136083 w 12192528"/>
              <a:gd name="connsiteY852" fmla="*/ 1498978 h 3912503"/>
              <a:gd name="connsiteX853" fmla="*/ 2143439 w 12192528"/>
              <a:gd name="connsiteY853" fmla="*/ 1497950 h 3912503"/>
              <a:gd name="connsiteX854" fmla="*/ 7618397 w 12192528"/>
              <a:gd name="connsiteY854" fmla="*/ 1490081 h 3912503"/>
              <a:gd name="connsiteX855" fmla="*/ 7613886 w 12192528"/>
              <a:gd name="connsiteY855" fmla="*/ 1492291 h 3912503"/>
              <a:gd name="connsiteX856" fmla="*/ 7614345 w 12192528"/>
              <a:gd name="connsiteY856" fmla="*/ 1491396 h 3912503"/>
              <a:gd name="connsiteX857" fmla="*/ 7618397 w 12192528"/>
              <a:gd name="connsiteY857" fmla="*/ 1490081 h 3912503"/>
              <a:gd name="connsiteX858" fmla="*/ 1224994 w 12192528"/>
              <a:gd name="connsiteY858" fmla="*/ 1479214 h 3912503"/>
              <a:gd name="connsiteX859" fmla="*/ 1226764 w 12192528"/>
              <a:gd name="connsiteY859" fmla="*/ 1480150 h 3912503"/>
              <a:gd name="connsiteX860" fmla="*/ 1232193 w 12192528"/>
              <a:gd name="connsiteY860" fmla="*/ 1484717 h 3912503"/>
              <a:gd name="connsiteX861" fmla="*/ 1235623 w 12192528"/>
              <a:gd name="connsiteY861" fmla="*/ 1489284 h 3912503"/>
              <a:gd name="connsiteX862" fmla="*/ 1239625 w 12192528"/>
              <a:gd name="connsiteY862" fmla="*/ 1501843 h 3912503"/>
              <a:gd name="connsiteX863" fmla="*/ 1242000 w 12192528"/>
              <a:gd name="connsiteY863" fmla="*/ 1508249 h 3912503"/>
              <a:gd name="connsiteX864" fmla="*/ 1256767 w 12192528"/>
              <a:gd name="connsiteY864" fmla="*/ 1509734 h 3912503"/>
              <a:gd name="connsiteX865" fmla="*/ 1357327 w 12192528"/>
              <a:gd name="connsiteY865" fmla="*/ 1526591 h 3912503"/>
              <a:gd name="connsiteX866" fmla="*/ 1433068 w 12192528"/>
              <a:gd name="connsiteY866" fmla="*/ 1541724 h 3912503"/>
              <a:gd name="connsiteX867" fmla="*/ 1434600 w 12192528"/>
              <a:gd name="connsiteY867" fmla="*/ 1537592 h 3912503"/>
              <a:gd name="connsiteX868" fmla="*/ 1440361 w 12192528"/>
              <a:gd name="connsiteY868" fmla="*/ 1519510 h 3912503"/>
              <a:gd name="connsiteX869" fmla="*/ 1445299 w 12192528"/>
              <a:gd name="connsiteY869" fmla="*/ 1512935 h 3912503"/>
              <a:gd name="connsiteX870" fmla="*/ 1453117 w 12192528"/>
              <a:gd name="connsiteY870" fmla="*/ 1506359 h 3912503"/>
              <a:gd name="connsiteX871" fmla="*/ 1454806 w 12192528"/>
              <a:gd name="connsiteY871" fmla="*/ 1505466 h 3912503"/>
              <a:gd name="connsiteX872" fmla="*/ 1357619 w 12192528"/>
              <a:gd name="connsiteY872" fmla="*/ 1488781 h 3912503"/>
              <a:gd name="connsiteX873" fmla="*/ 6132368 w 12192528"/>
              <a:gd name="connsiteY873" fmla="*/ 1467768 h 3912503"/>
              <a:gd name="connsiteX874" fmla="*/ 6140641 w 12192528"/>
              <a:gd name="connsiteY874" fmla="*/ 1473285 h 3912503"/>
              <a:gd name="connsiteX875" fmla="*/ 6132066 w 12192528"/>
              <a:gd name="connsiteY875" fmla="*/ 1467836 h 3912503"/>
              <a:gd name="connsiteX876" fmla="*/ 34570 w 12192528"/>
              <a:gd name="connsiteY876" fmla="*/ 1458927 h 3912503"/>
              <a:gd name="connsiteX877" fmla="*/ 35069 w 12192528"/>
              <a:gd name="connsiteY877" fmla="*/ 1459045 h 3912503"/>
              <a:gd name="connsiteX878" fmla="*/ 34801 w 12192528"/>
              <a:gd name="connsiteY878" fmla="*/ 1459311 h 3912503"/>
              <a:gd name="connsiteX879" fmla="*/ 562 w 12192528"/>
              <a:gd name="connsiteY879" fmla="*/ 1449881 h 3912503"/>
              <a:gd name="connsiteX880" fmla="*/ 817 w 12192528"/>
              <a:gd name="connsiteY880" fmla="*/ 1450873 h 3912503"/>
              <a:gd name="connsiteX881" fmla="*/ 1252 w 12192528"/>
              <a:gd name="connsiteY881" fmla="*/ 1461103 h 3912503"/>
              <a:gd name="connsiteX882" fmla="*/ 5390 w 12192528"/>
              <a:gd name="connsiteY882" fmla="*/ 1468503 h 3912503"/>
              <a:gd name="connsiteX883" fmla="*/ 6044 w 12192528"/>
              <a:gd name="connsiteY883" fmla="*/ 1468503 h 3912503"/>
              <a:gd name="connsiteX884" fmla="*/ 10180 w 12192528"/>
              <a:gd name="connsiteY884" fmla="*/ 1471115 h 3912503"/>
              <a:gd name="connsiteX885" fmla="*/ 7132 w 12192528"/>
              <a:gd name="connsiteY885" fmla="*/ 1473509 h 3912503"/>
              <a:gd name="connsiteX886" fmla="*/ 562 w 12192528"/>
              <a:gd name="connsiteY886" fmla="*/ 1486475 h 3912503"/>
              <a:gd name="connsiteX887" fmla="*/ 1794068 w 12192528"/>
              <a:gd name="connsiteY887" fmla="*/ 1432985 h 3912503"/>
              <a:gd name="connsiteX888" fmla="*/ 1794536 w 12192528"/>
              <a:gd name="connsiteY888" fmla="*/ 1433095 h 3912503"/>
              <a:gd name="connsiteX889" fmla="*/ 1794285 w 12192528"/>
              <a:gd name="connsiteY889" fmla="*/ 1433345 h 3912503"/>
              <a:gd name="connsiteX890" fmla="*/ 4645364 w 12192528"/>
              <a:gd name="connsiteY890" fmla="*/ 1403800 h 3912503"/>
              <a:gd name="connsiteX891" fmla="*/ 4645041 w 12192528"/>
              <a:gd name="connsiteY891" fmla="*/ 1404106 h 3912503"/>
              <a:gd name="connsiteX892" fmla="*/ 4641173 w 12192528"/>
              <a:gd name="connsiteY892" fmla="*/ 1403915 h 3912503"/>
              <a:gd name="connsiteX893" fmla="*/ 6040339 w 12192528"/>
              <a:gd name="connsiteY893" fmla="*/ 1401066 h 3912503"/>
              <a:gd name="connsiteX894" fmla="*/ 6043550 w 12192528"/>
              <a:gd name="connsiteY894" fmla="*/ 1402671 h 3912503"/>
              <a:gd name="connsiteX895" fmla="*/ 6047963 w 12192528"/>
              <a:gd name="connsiteY895" fmla="*/ 1402671 h 3912503"/>
              <a:gd name="connsiteX896" fmla="*/ 6052377 w 12192528"/>
              <a:gd name="connsiteY896" fmla="*/ 1407085 h 3912503"/>
              <a:gd name="connsiteX897" fmla="*/ 6043549 w 12192528"/>
              <a:gd name="connsiteY897" fmla="*/ 1407085 h 3912503"/>
              <a:gd name="connsiteX898" fmla="*/ 6032096 w 12192528"/>
              <a:gd name="connsiteY898" fmla="*/ 1395631 h 3912503"/>
              <a:gd name="connsiteX899" fmla="*/ 6039690 w 12192528"/>
              <a:gd name="connsiteY899" fmla="*/ 1399844 h 3912503"/>
              <a:gd name="connsiteX900" fmla="*/ 6040339 w 12192528"/>
              <a:gd name="connsiteY900" fmla="*/ 1401066 h 3912503"/>
              <a:gd name="connsiteX901" fmla="*/ 6034725 w 12192528"/>
              <a:gd name="connsiteY901" fmla="*/ 1398258 h 3912503"/>
              <a:gd name="connsiteX902" fmla="*/ 4827373 w 12192528"/>
              <a:gd name="connsiteY902" fmla="*/ 1390663 h 3912503"/>
              <a:gd name="connsiteX903" fmla="*/ 4672101 w 12192528"/>
              <a:gd name="connsiteY903" fmla="*/ 1405439 h 3912503"/>
              <a:gd name="connsiteX904" fmla="*/ 4657412 w 12192528"/>
              <a:gd name="connsiteY904" fmla="*/ 1403463 h 3912503"/>
              <a:gd name="connsiteX905" fmla="*/ 4645364 w 12192528"/>
              <a:gd name="connsiteY905" fmla="*/ 1403800 h 3912503"/>
              <a:gd name="connsiteX906" fmla="*/ 4646478 w 12192528"/>
              <a:gd name="connsiteY906" fmla="*/ 1402745 h 3912503"/>
              <a:gd name="connsiteX907" fmla="*/ 4649939 w 12192528"/>
              <a:gd name="connsiteY907" fmla="*/ 1402678 h 3912503"/>
              <a:gd name="connsiteX908" fmla="*/ 4649338 w 12192528"/>
              <a:gd name="connsiteY908" fmla="*/ 1401305 h 3912503"/>
              <a:gd name="connsiteX909" fmla="*/ 4492082 w 12192528"/>
              <a:gd name="connsiteY909" fmla="*/ 1420776 h 3912503"/>
              <a:gd name="connsiteX910" fmla="*/ 4490306 w 12192528"/>
              <a:gd name="connsiteY910" fmla="*/ 1426064 h 3912503"/>
              <a:gd name="connsiteX911" fmla="*/ 4372435 w 12192528"/>
              <a:gd name="connsiteY911" fmla="*/ 1446498 h 3912503"/>
              <a:gd name="connsiteX912" fmla="*/ 4341774 w 12192528"/>
              <a:gd name="connsiteY912" fmla="*/ 1458823 h 3912503"/>
              <a:gd name="connsiteX913" fmla="*/ 4185869 w 12192528"/>
              <a:gd name="connsiteY913" fmla="*/ 1495990 h 3912503"/>
              <a:gd name="connsiteX914" fmla="*/ 4112623 w 12192528"/>
              <a:gd name="connsiteY914" fmla="*/ 1517012 h 3912503"/>
              <a:gd name="connsiteX915" fmla="*/ 4043942 w 12192528"/>
              <a:gd name="connsiteY915" fmla="*/ 1532803 h 3912503"/>
              <a:gd name="connsiteX916" fmla="*/ 4051181 w 12192528"/>
              <a:gd name="connsiteY916" fmla="*/ 1528477 h 3912503"/>
              <a:gd name="connsiteX917" fmla="*/ 4037335 w 12192528"/>
              <a:gd name="connsiteY917" fmla="*/ 1528749 h 3912503"/>
              <a:gd name="connsiteX918" fmla="*/ 4032030 w 12192528"/>
              <a:gd name="connsiteY918" fmla="*/ 1529920 h 3912503"/>
              <a:gd name="connsiteX919" fmla="*/ 4034099 w 12192528"/>
              <a:gd name="connsiteY919" fmla="*/ 1526682 h 3912503"/>
              <a:gd name="connsiteX920" fmla="*/ 4169688 w 12192528"/>
              <a:gd name="connsiteY920" fmla="*/ 1485651 h 3912503"/>
              <a:gd name="connsiteX921" fmla="*/ 4162048 w 12192528"/>
              <a:gd name="connsiteY921" fmla="*/ 1476211 h 3912503"/>
              <a:gd name="connsiteX922" fmla="*/ 4126083 w 12192528"/>
              <a:gd name="connsiteY922" fmla="*/ 1489706 h 3912503"/>
              <a:gd name="connsiteX923" fmla="*/ 4068898 w 12192528"/>
              <a:gd name="connsiteY923" fmla="*/ 1507881 h 3912503"/>
              <a:gd name="connsiteX924" fmla="*/ 3874055 w 12192528"/>
              <a:gd name="connsiteY924" fmla="*/ 1570324 h 3912503"/>
              <a:gd name="connsiteX925" fmla="*/ 3857240 w 12192528"/>
              <a:gd name="connsiteY925" fmla="*/ 1582377 h 3912503"/>
              <a:gd name="connsiteX926" fmla="*/ 3781170 w 12192528"/>
              <a:gd name="connsiteY926" fmla="*/ 1615843 h 3912503"/>
              <a:gd name="connsiteX927" fmla="*/ 3767325 w 12192528"/>
              <a:gd name="connsiteY927" fmla="*/ 1616114 h 3912503"/>
              <a:gd name="connsiteX928" fmla="*/ 3732527 w 12192528"/>
              <a:gd name="connsiteY928" fmla="*/ 1634915 h 3912503"/>
              <a:gd name="connsiteX929" fmla="*/ 3736664 w 12192528"/>
              <a:gd name="connsiteY929" fmla="*/ 1628439 h 3912503"/>
              <a:gd name="connsiteX930" fmla="*/ 3657624 w 12192528"/>
              <a:gd name="connsiteY930" fmla="*/ 1673686 h 3912503"/>
              <a:gd name="connsiteX931" fmla="*/ 3724251 w 12192528"/>
              <a:gd name="connsiteY931" fmla="*/ 1647866 h 3912503"/>
              <a:gd name="connsiteX932" fmla="*/ 3785269 w 12192528"/>
              <a:gd name="connsiteY932" fmla="*/ 1628150 h 3912503"/>
              <a:gd name="connsiteX933" fmla="*/ 3842616 w 12192528"/>
              <a:gd name="connsiteY933" fmla="*/ 1606720 h 3912503"/>
              <a:gd name="connsiteX934" fmla="*/ 3840691 w 12192528"/>
              <a:gd name="connsiteY934" fmla="*/ 1608278 h 3912503"/>
              <a:gd name="connsiteX935" fmla="*/ 3849231 w 12192528"/>
              <a:gd name="connsiteY935" fmla="*/ 1609175 h 3912503"/>
              <a:gd name="connsiteX936" fmla="*/ 3852467 w 12192528"/>
              <a:gd name="connsiteY936" fmla="*/ 1611244 h 3912503"/>
              <a:gd name="connsiteX937" fmla="*/ 3716243 w 12192528"/>
              <a:gd name="connsiteY937" fmla="*/ 1674665 h 3912503"/>
              <a:gd name="connsiteX938" fmla="*/ 3650148 w 12192528"/>
              <a:gd name="connsiteY938" fmla="*/ 1728182 h 3912503"/>
              <a:gd name="connsiteX939" fmla="*/ 3887797 w 12192528"/>
              <a:gd name="connsiteY939" fmla="*/ 1620139 h 3912503"/>
              <a:gd name="connsiteX940" fmla="*/ 3963866 w 12192528"/>
              <a:gd name="connsiteY940" fmla="*/ 1586674 h 3912503"/>
              <a:gd name="connsiteX941" fmla="*/ 3970604 w 12192528"/>
              <a:gd name="connsiteY941" fmla="*/ 1604658 h 3912503"/>
              <a:gd name="connsiteX942" fmla="*/ 3992724 w 12192528"/>
              <a:gd name="connsiteY942" fmla="*/ 1591434 h 3912503"/>
              <a:gd name="connsiteX943" fmla="*/ 3988320 w 12192528"/>
              <a:gd name="connsiteY943" fmla="*/ 1584062 h 3912503"/>
              <a:gd name="connsiteX944" fmla="*/ 4124811 w 12192528"/>
              <a:gd name="connsiteY944" fmla="*/ 1534489 h 3912503"/>
              <a:gd name="connsiteX945" fmla="*/ 4200245 w 12192528"/>
              <a:gd name="connsiteY945" fmla="*/ 1523415 h 3912503"/>
              <a:gd name="connsiteX946" fmla="*/ 4281883 w 12192528"/>
              <a:gd name="connsiteY946" fmla="*/ 1502627 h 3912503"/>
              <a:gd name="connsiteX947" fmla="*/ 4256528 w 12192528"/>
              <a:gd name="connsiteY947" fmla="*/ 1513783 h 3912503"/>
              <a:gd name="connsiteX948" fmla="*/ 4266236 w 12192528"/>
              <a:gd name="connsiteY948" fmla="*/ 1519986 h 3912503"/>
              <a:gd name="connsiteX949" fmla="*/ 4327824 w 12192528"/>
              <a:gd name="connsiteY949" fmla="*/ 1509183 h 3912503"/>
              <a:gd name="connsiteX950" fmla="*/ 4337267 w 12192528"/>
              <a:gd name="connsiteY950" fmla="*/ 1501538 h 3912503"/>
              <a:gd name="connsiteX951" fmla="*/ 4328461 w 12192528"/>
              <a:gd name="connsiteY951" fmla="*/ 1486792 h 3912503"/>
              <a:gd name="connsiteX952" fmla="*/ 4403894 w 12192528"/>
              <a:gd name="connsiteY952" fmla="*/ 1475718 h 3912503"/>
              <a:gd name="connsiteX953" fmla="*/ 4488769 w 12192528"/>
              <a:gd name="connsiteY953" fmla="*/ 1456999 h 3912503"/>
              <a:gd name="connsiteX954" fmla="*/ 4492907 w 12192528"/>
              <a:gd name="connsiteY954" fmla="*/ 1450523 h 3912503"/>
              <a:gd name="connsiteX955" fmla="*/ 4545052 w 12192528"/>
              <a:gd name="connsiteY955" fmla="*/ 1447366 h 3912503"/>
              <a:gd name="connsiteX956" fmla="*/ 4582186 w 12192528"/>
              <a:gd name="connsiteY956" fmla="*/ 1439177 h 3912503"/>
              <a:gd name="connsiteX957" fmla="*/ 4787533 w 12192528"/>
              <a:gd name="connsiteY957" fmla="*/ 1424481 h 3912503"/>
              <a:gd name="connsiteX958" fmla="*/ 4814058 w 12192528"/>
              <a:gd name="connsiteY958" fmla="*/ 1418633 h 3912503"/>
              <a:gd name="connsiteX959" fmla="*/ 4834375 w 12192528"/>
              <a:gd name="connsiteY959" fmla="*/ 1422495 h 3912503"/>
              <a:gd name="connsiteX960" fmla="*/ 4801647 w 12192528"/>
              <a:gd name="connsiteY960" fmla="*/ 1438057 h 3912503"/>
              <a:gd name="connsiteX961" fmla="*/ 4888857 w 12192528"/>
              <a:gd name="connsiteY961" fmla="*/ 1429949 h 3912503"/>
              <a:gd name="connsiteX962" fmla="*/ 4872675 w 12192528"/>
              <a:gd name="connsiteY962" fmla="*/ 1419611 h 3912503"/>
              <a:gd name="connsiteX963" fmla="*/ 4882118 w 12192528"/>
              <a:gd name="connsiteY963" fmla="*/ 1411966 h 3912503"/>
              <a:gd name="connsiteX964" fmla="*/ 4888324 w 12192528"/>
              <a:gd name="connsiteY964" fmla="*/ 1402253 h 3912503"/>
              <a:gd name="connsiteX965" fmla="*/ 4891559 w 12192528"/>
              <a:gd name="connsiteY965" fmla="*/ 1404320 h 3912503"/>
              <a:gd name="connsiteX966" fmla="*/ 4886255 w 12192528"/>
              <a:gd name="connsiteY966" fmla="*/ 1405491 h 3912503"/>
              <a:gd name="connsiteX967" fmla="*/ 4889490 w 12192528"/>
              <a:gd name="connsiteY967" fmla="*/ 1407558 h 3912503"/>
              <a:gd name="connsiteX968" fmla="*/ 4892727 w 12192528"/>
              <a:gd name="connsiteY968" fmla="*/ 1409625 h 3912503"/>
              <a:gd name="connsiteX969" fmla="*/ 4898033 w 12192528"/>
              <a:gd name="connsiteY969" fmla="*/ 1408456 h 3912503"/>
              <a:gd name="connsiteX970" fmla="*/ 4900100 w 12192528"/>
              <a:gd name="connsiteY970" fmla="*/ 1405217 h 3912503"/>
              <a:gd name="connsiteX971" fmla="*/ 4925723 w 12192528"/>
              <a:gd name="connsiteY971" fmla="*/ 1407911 h 3912503"/>
              <a:gd name="connsiteX972" fmla="*/ 4922487 w 12192528"/>
              <a:gd name="connsiteY972" fmla="*/ 1405843 h 3912503"/>
              <a:gd name="connsiteX973" fmla="*/ 4931029 w 12192528"/>
              <a:gd name="connsiteY973" fmla="*/ 1406740 h 3912503"/>
              <a:gd name="connsiteX974" fmla="*/ 4936333 w 12192528"/>
              <a:gd name="connsiteY974" fmla="*/ 1405571 h 3912503"/>
              <a:gd name="connsiteX975" fmla="*/ 4933097 w 12192528"/>
              <a:gd name="connsiteY975" fmla="*/ 1403503 h 3912503"/>
              <a:gd name="connsiteX976" fmla="*/ 4929860 w 12192528"/>
              <a:gd name="connsiteY976" fmla="*/ 1401436 h 3912503"/>
              <a:gd name="connsiteX977" fmla="*/ 5035319 w 12192528"/>
              <a:gd name="connsiteY977" fmla="*/ 1400428 h 3912503"/>
              <a:gd name="connsiteX978" fmla="*/ 5003757 w 12192528"/>
              <a:gd name="connsiteY978" fmla="*/ 1421295 h 3912503"/>
              <a:gd name="connsiteX979" fmla="*/ 5019937 w 12192528"/>
              <a:gd name="connsiteY979" fmla="*/ 1431633 h 3912503"/>
              <a:gd name="connsiteX980" fmla="*/ 5076486 w 12192528"/>
              <a:gd name="connsiteY980" fmla="*/ 1435850 h 3912503"/>
              <a:gd name="connsiteX981" fmla="*/ 5077387 w 12192528"/>
              <a:gd name="connsiteY981" fmla="*/ 1427307 h 3912503"/>
              <a:gd name="connsiteX982" fmla="*/ 5135105 w 12192528"/>
              <a:gd name="connsiteY982" fmla="*/ 1436828 h 3912503"/>
              <a:gd name="connsiteX983" fmla="*/ 5236425 w 12192528"/>
              <a:gd name="connsiteY983" fmla="*/ 1442296 h 3912503"/>
              <a:gd name="connsiteX984" fmla="*/ 5238761 w 12192528"/>
              <a:gd name="connsiteY984" fmla="*/ 1452907 h 3912503"/>
              <a:gd name="connsiteX985" fmla="*/ 5360662 w 12192528"/>
              <a:gd name="connsiteY985" fmla="*/ 1476084 h 3912503"/>
              <a:gd name="connsiteX986" fmla="*/ 5468724 w 12192528"/>
              <a:gd name="connsiteY986" fmla="*/ 1499537 h 3912503"/>
              <a:gd name="connsiteX987" fmla="*/ 5476098 w 12192528"/>
              <a:gd name="connsiteY987" fmla="*/ 1495129 h 3912503"/>
              <a:gd name="connsiteX988" fmla="*/ 5500817 w 12192528"/>
              <a:gd name="connsiteY988" fmla="*/ 1506365 h 3912503"/>
              <a:gd name="connsiteX989" fmla="*/ 5580018 w 12192528"/>
              <a:gd name="connsiteY989" fmla="*/ 1525055 h 3912503"/>
              <a:gd name="connsiteX990" fmla="*/ 5605907 w 12192528"/>
              <a:gd name="connsiteY990" fmla="*/ 1541597 h 3912503"/>
              <a:gd name="connsiteX991" fmla="*/ 5656251 w 12192528"/>
              <a:gd name="connsiteY991" fmla="*/ 1555525 h 3912503"/>
              <a:gd name="connsiteX992" fmla="*/ 5698051 w 12192528"/>
              <a:gd name="connsiteY992" fmla="*/ 1568557 h 3912503"/>
              <a:gd name="connsiteX993" fmla="*/ 5700120 w 12192528"/>
              <a:gd name="connsiteY993" fmla="*/ 1565319 h 3912503"/>
              <a:gd name="connsiteX994" fmla="*/ 5683939 w 12192528"/>
              <a:gd name="connsiteY994" fmla="*/ 1554980 h 3912503"/>
              <a:gd name="connsiteX995" fmla="*/ 5629194 w 12192528"/>
              <a:gd name="connsiteY995" fmla="*/ 1533678 h 3912503"/>
              <a:gd name="connsiteX996" fmla="*/ 5543521 w 12192528"/>
              <a:gd name="connsiteY996" fmla="*/ 1510854 h 3912503"/>
              <a:gd name="connsiteX997" fmla="*/ 5527341 w 12192528"/>
              <a:gd name="connsiteY997" fmla="*/ 1500515 h 3912503"/>
              <a:gd name="connsiteX998" fmla="*/ 5386922 w 12192528"/>
              <a:gd name="connsiteY998" fmla="*/ 1456387 h 3912503"/>
              <a:gd name="connsiteX999" fmla="*/ 5172236 w 12192528"/>
              <a:gd name="connsiteY999" fmla="*/ 1428639 h 3912503"/>
              <a:gd name="connsiteX1000" fmla="*/ 5163429 w 12192528"/>
              <a:gd name="connsiteY1000" fmla="*/ 1413892 h 3912503"/>
              <a:gd name="connsiteX1001" fmla="*/ 5112186 w 12192528"/>
              <a:gd name="connsiteY1001" fmla="*/ 1408507 h 3912503"/>
              <a:gd name="connsiteX1002" fmla="*/ 5117489 w 12192528"/>
              <a:gd name="connsiteY1002" fmla="*/ 1407337 h 3912503"/>
              <a:gd name="connsiteX1003" fmla="*/ 5122797 w 12192528"/>
              <a:gd name="connsiteY1003" fmla="*/ 1406166 h 3912503"/>
              <a:gd name="connsiteX1004" fmla="*/ 5113087 w 12192528"/>
              <a:gd name="connsiteY1004" fmla="*/ 1399963 h 3912503"/>
              <a:gd name="connsiteX1005" fmla="*/ 5107782 w 12192528"/>
              <a:gd name="connsiteY1005" fmla="*/ 1401134 h 3912503"/>
              <a:gd name="connsiteX1006" fmla="*/ 5105715 w 12192528"/>
              <a:gd name="connsiteY1006" fmla="*/ 1404371 h 3912503"/>
              <a:gd name="connsiteX1007" fmla="*/ 5017069 w 12192528"/>
              <a:gd name="connsiteY1007" fmla="*/ 1393327 h 3912503"/>
              <a:gd name="connsiteX1008" fmla="*/ 4872144 w 12192528"/>
              <a:gd name="connsiteY1008" fmla="*/ 1391914 h 3912503"/>
              <a:gd name="connsiteX1009" fmla="*/ 4827373 w 12192528"/>
              <a:gd name="connsiteY1009" fmla="*/ 1390663 h 3912503"/>
              <a:gd name="connsiteX1010" fmla="*/ 6010071 w 12192528"/>
              <a:gd name="connsiteY1010" fmla="*/ 1385873 h 3912503"/>
              <a:gd name="connsiteX1011" fmla="*/ 6017070 w 12192528"/>
              <a:gd name="connsiteY1011" fmla="*/ 1388666 h 3912503"/>
              <a:gd name="connsiteX1012" fmla="*/ 6017071 w 12192528"/>
              <a:gd name="connsiteY1012" fmla="*/ 1389431 h 3912503"/>
              <a:gd name="connsiteX1013" fmla="*/ 6017071 w 12192528"/>
              <a:gd name="connsiteY1013" fmla="*/ 1385018 h 3912503"/>
              <a:gd name="connsiteX1014" fmla="*/ 6030310 w 12192528"/>
              <a:gd name="connsiteY1014" fmla="*/ 1393844 h 3912503"/>
              <a:gd name="connsiteX1015" fmla="*/ 6032096 w 12192528"/>
              <a:gd name="connsiteY1015" fmla="*/ 1395631 h 3912503"/>
              <a:gd name="connsiteX1016" fmla="*/ 6025895 w 12192528"/>
              <a:gd name="connsiteY1016" fmla="*/ 1392190 h 3912503"/>
              <a:gd name="connsiteX1017" fmla="*/ 6017070 w 12192528"/>
              <a:gd name="connsiteY1017" fmla="*/ 1388666 h 3912503"/>
              <a:gd name="connsiteX1018" fmla="*/ 6102027 w 12192528"/>
              <a:gd name="connsiteY1018" fmla="*/ 1366261 h 3912503"/>
              <a:gd name="connsiteX1019" fmla="*/ 6100923 w 12192528"/>
              <a:gd name="connsiteY1019" fmla="*/ 1371777 h 3912503"/>
              <a:gd name="connsiteX1020" fmla="*/ 6096509 w 12192528"/>
              <a:gd name="connsiteY1020" fmla="*/ 1367364 h 3912503"/>
              <a:gd name="connsiteX1021" fmla="*/ 6102027 w 12192528"/>
              <a:gd name="connsiteY1021" fmla="*/ 1366261 h 3912503"/>
              <a:gd name="connsiteX1022" fmla="*/ 8033215 w 12192528"/>
              <a:gd name="connsiteY1022" fmla="*/ 1346577 h 3912503"/>
              <a:gd name="connsiteX1023" fmla="*/ 8031841 w 12192528"/>
              <a:gd name="connsiteY1023" fmla="*/ 1350007 h 3912503"/>
              <a:gd name="connsiteX1024" fmla="*/ 8037040 w 12192528"/>
              <a:gd name="connsiteY1024" fmla="*/ 1346609 h 3912503"/>
              <a:gd name="connsiteX1025" fmla="*/ 169856 w 12192528"/>
              <a:gd name="connsiteY1025" fmla="*/ 1343418 h 3912503"/>
              <a:gd name="connsiteX1026" fmla="*/ 175669 w 12192528"/>
              <a:gd name="connsiteY1026" fmla="*/ 1344856 h 3912503"/>
              <a:gd name="connsiteX1027" fmla="*/ 196243 w 12192528"/>
              <a:gd name="connsiteY1027" fmla="*/ 1360883 h 3912503"/>
              <a:gd name="connsiteX1028" fmla="*/ 197477 w 12192528"/>
              <a:gd name="connsiteY1028" fmla="*/ 1370746 h 3912503"/>
              <a:gd name="connsiteX1029" fmla="*/ 197887 w 12192528"/>
              <a:gd name="connsiteY1029" fmla="*/ 1374854 h 3912503"/>
              <a:gd name="connsiteX1030" fmla="*/ 199945 w 12192528"/>
              <a:gd name="connsiteY1030" fmla="*/ 1385950 h 3912503"/>
              <a:gd name="connsiteX1031" fmla="*/ 201180 w 12192528"/>
              <a:gd name="connsiteY1031" fmla="*/ 1391293 h 3912503"/>
              <a:gd name="connsiteX1032" fmla="*/ 200768 w 12192528"/>
              <a:gd name="connsiteY1032" fmla="*/ 1398280 h 3912503"/>
              <a:gd name="connsiteX1033" fmla="*/ 197887 w 12192528"/>
              <a:gd name="connsiteY1033" fmla="*/ 1405266 h 3912503"/>
              <a:gd name="connsiteX1034" fmla="*/ 188836 w 12192528"/>
              <a:gd name="connsiteY1034" fmla="*/ 1422115 h 3912503"/>
              <a:gd name="connsiteX1035" fmla="*/ 159620 w 12192528"/>
              <a:gd name="connsiteY1035" fmla="*/ 1440607 h 3912503"/>
              <a:gd name="connsiteX1036" fmla="*/ 156741 w 12192528"/>
              <a:gd name="connsiteY1036" fmla="*/ 1439785 h 3912503"/>
              <a:gd name="connsiteX1037" fmla="*/ 143574 w 12192528"/>
              <a:gd name="connsiteY1037" fmla="*/ 1438141 h 3912503"/>
              <a:gd name="connsiteX1038" fmla="*/ 140282 w 12192528"/>
              <a:gd name="connsiteY1038" fmla="*/ 1436497 h 3912503"/>
              <a:gd name="connsiteX1039" fmla="*/ 130817 w 12192528"/>
              <a:gd name="connsiteY1039" fmla="*/ 1433622 h 3912503"/>
              <a:gd name="connsiteX1040" fmla="*/ 125880 w 12192528"/>
              <a:gd name="connsiteY1040" fmla="*/ 1431566 h 3912503"/>
              <a:gd name="connsiteX1041" fmla="*/ 122999 w 12192528"/>
              <a:gd name="connsiteY1041" fmla="*/ 1425812 h 3912503"/>
              <a:gd name="connsiteX1042" fmla="*/ 111889 w 12192528"/>
              <a:gd name="connsiteY1042" fmla="*/ 1411019 h 3912503"/>
              <a:gd name="connsiteX1043" fmla="*/ 106952 w 12192528"/>
              <a:gd name="connsiteY1043" fmla="*/ 1401156 h 3912503"/>
              <a:gd name="connsiteX1044" fmla="*/ 106952 w 12192528"/>
              <a:gd name="connsiteY1044" fmla="*/ 1396225 h 3912503"/>
              <a:gd name="connsiteX1045" fmla="*/ 111067 w 12192528"/>
              <a:gd name="connsiteY1045" fmla="*/ 1385129 h 3912503"/>
              <a:gd name="connsiteX1046" fmla="*/ 116828 w 12192528"/>
              <a:gd name="connsiteY1046" fmla="*/ 1367047 h 3912503"/>
              <a:gd name="connsiteX1047" fmla="*/ 121765 w 12192528"/>
              <a:gd name="connsiteY1047" fmla="*/ 1360473 h 3912503"/>
              <a:gd name="connsiteX1048" fmla="*/ 129583 w 12192528"/>
              <a:gd name="connsiteY1048" fmla="*/ 1353897 h 3912503"/>
              <a:gd name="connsiteX1049" fmla="*/ 136579 w 12192528"/>
              <a:gd name="connsiteY1049" fmla="*/ 1350198 h 3912503"/>
              <a:gd name="connsiteX1050" fmla="*/ 148923 w 12192528"/>
              <a:gd name="connsiteY1050" fmla="*/ 1344085 h 3912503"/>
              <a:gd name="connsiteX1051" fmla="*/ 162501 w 12192528"/>
              <a:gd name="connsiteY1051" fmla="*/ 1344445 h 3912503"/>
              <a:gd name="connsiteX1052" fmla="*/ 169856 w 12192528"/>
              <a:gd name="connsiteY1052" fmla="*/ 1343418 h 3912503"/>
              <a:gd name="connsiteX1053" fmla="*/ 977648 w 12192528"/>
              <a:gd name="connsiteY1053" fmla="*/ 1343134 h 3912503"/>
              <a:gd name="connsiteX1054" fmla="*/ 986861 w 12192528"/>
              <a:gd name="connsiteY1054" fmla="*/ 1347698 h 3912503"/>
              <a:gd name="connsiteX1055" fmla="*/ 992081 w 12192528"/>
              <a:gd name="connsiteY1055" fmla="*/ 1350458 h 3912503"/>
              <a:gd name="connsiteX1056" fmla="*/ 997918 w 12192528"/>
              <a:gd name="connsiteY1056" fmla="*/ 1355367 h 3912503"/>
              <a:gd name="connsiteX1057" fmla="*/ 1001603 w 12192528"/>
              <a:gd name="connsiteY1057" fmla="*/ 1360274 h 3912503"/>
              <a:gd name="connsiteX1058" fmla="*/ 1005903 w 12192528"/>
              <a:gd name="connsiteY1058" fmla="*/ 1373770 h 3912503"/>
              <a:gd name="connsiteX1059" fmla="*/ 1008974 w 12192528"/>
              <a:gd name="connsiteY1059" fmla="*/ 1382053 h 3912503"/>
              <a:gd name="connsiteX1060" fmla="*/ 1008974 w 12192528"/>
              <a:gd name="connsiteY1060" fmla="*/ 1385733 h 3912503"/>
              <a:gd name="connsiteX1061" fmla="*/ 1005288 w 12192528"/>
              <a:gd name="connsiteY1061" fmla="*/ 1393094 h 3912503"/>
              <a:gd name="connsiteX1062" fmla="*/ 996996 w 12192528"/>
              <a:gd name="connsiteY1062" fmla="*/ 1404138 h 3912503"/>
              <a:gd name="connsiteX1063" fmla="*/ 994847 w 12192528"/>
              <a:gd name="connsiteY1063" fmla="*/ 1408431 h 3912503"/>
              <a:gd name="connsiteX1064" fmla="*/ 991161 w 12192528"/>
              <a:gd name="connsiteY1064" fmla="*/ 1409964 h 3912503"/>
              <a:gd name="connsiteX1065" fmla="*/ 984097 w 12192528"/>
              <a:gd name="connsiteY1065" fmla="*/ 1412112 h 3912503"/>
              <a:gd name="connsiteX1066" fmla="*/ 981639 w 12192528"/>
              <a:gd name="connsiteY1066" fmla="*/ 1413338 h 3912503"/>
              <a:gd name="connsiteX1067" fmla="*/ 971812 w 12192528"/>
              <a:gd name="connsiteY1067" fmla="*/ 1414566 h 3912503"/>
              <a:gd name="connsiteX1068" fmla="*/ 969662 w 12192528"/>
              <a:gd name="connsiteY1068" fmla="*/ 1415180 h 3912503"/>
              <a:gd name="connsiteX1069" fmla="*/ 947856 w 12192528"/>
              <a:gd name="connsiteY1069" fmla="*/ 1401375 h 3912503"/>
              <a:gd name="connsiteX1070" fmla="*/ 941100 w 12192528"/>
              <a:gd name="connsiteY1070" fmla="*/ 1388800 h 3912503"/>
              <a:gd name="connsiteX1071" fmla="*/ 938949 w 12192528"/>
              <a:gd name="connsiteY1071" fmla="*/ 1383586 h 3912503"/>
              <a:gd name="connsiteX1072" fmla="*/ 938642 w 12192528"/>
              <a:gd name="connsiteY1072" fmla="*/ 1378371 h 3912503"/>
              <a:gd name="connsiteX1073" fmla="*/ 939564 w 12192528"/>
              <a:gd name="connsiteY1073" fmla="*/ 1374384 h 3912503"/>
              <a:gd name="connsiteX1074" fmla="*/ 941100 w 12192528"/>
              <a:gd name="connsiteY1074" fmla="*/ 1366101 h 3912503"/>
              <a:gd name="connsiteX1075" fmla="*/ 941406 w 12192528"/>
              <a:gd name="connsiteY1075" fmla="*/ 1363034 h 3912503"/>
              <a:gd name="connsiteX1076" fmla="*/ 942328 w 12192528"/>
              <a:gd name="connsiteY1076" fmla="*/ 1355672 h 3912503"/>
              <a:gd name="connsiteX1077" fmla="*/ 957685 w 12192528"/>
              <a:gd name="connsiteY1077" fmla="*/ 1343709 h 3912503"/>
              <a:gd name="connsiteX1078" fmla="*/ 967513 w 12192528"/>
              <a:gd name="connsiteY1078" fmla="*/ 1343404 h 3912503"/>
              <a:gd name="connsiteX1079" fmla="*/ 977648 w 12192528"/>
              <a:gd name="connsiteY1079" fmla="*/ 1343134 h 3912503"/>
              <a:gd name="connsiteX1080" fmla="*/ 8369829 w 12192528"/>
              <a:gd name="connsiteY1080" fmla="*/ 1337567 h 3912503"/>
              <a:gd name="connsiteX1081" fmla="*/ 8369629 w 12192528"/>
              <a:gd name="connsiteY1081" fmla="*/ 1337966 h 3912503"/>
              <a:gd name="connsiteX1082" fmla="*/ 8365928 w 12192528"/>
              <a:gd name="connsiteY1082" fmla="*/ 1339098 h 3912503"/>
              <a:gd name="connsiteX1083" fmla="*/ 1901444 w 12192528"/>
              <a:gd name="connsiteY1083" fmla="*/ 1325150 h 3912503"/>
              <a:gd name="connsiteX1084" fmla="*/ 1914194 w 12192528"/>
              <a:gd name="connsiteY1084" fmla="*/ 1325488 h 3912503"/>
              <a:gd name="connsiteX1085" fmla="*/ 1926558 w 12192528"/>
              <a:gd name="connsiteY1085" fmla="*/ 1325873 h 3912503"/>
              <a:gd name="connsiteX1086" fmla="*/ 1945877 w 12192528"/>
              <a:gd name="connsiteY1086" fmla="*/ 1340922 h 3912503"/>
              <a:gd name="connsiteX1087" fmla="*/ 1947036 w 12192528"/>
              <a:gd name="connsiteY1087" fmla="*/ 1350184 h 3912503"/>
              <a:gd name="connsiteX1088" fmla="*/ 1947421 w 12192528"/>
              <a:gd name="connsiteY1088" fmla="*/ 1354042 h 3912503"/>
              <a:gd name="connsiteX1089" fmla="*/ 1949353 w 12192528"/>
              <a:gd name="connsiteY1089" fmla="*/ 1364460 h 3912503"/>
              <a:gd name="connsiteX1090" fmla="*/ 1950513 w 12192528"/>
              <a:gd name="connsiteY1090" fmla="*/ 1369477 h 3912503"/>
              <a:gd name="connsiteX1091" fmla="*/ 1950126 w 12192528"/>
              <a:gd name="connsiteY1091" fmla="*/ 1376038 h 3912503"/>
              <a:gd name="connsiteX1092" fmla="*/ 1947421 w 12192528"/>
              <a:gd name="connsiteY1092" fmla="*/ 1382597 h 3912503"/>
              <a:gd name="connsiteX1093" fmla="*/ 1938921 w 12192528"/>
              <a:gd name="connsiteY1093" fmla="*/ 1398419 h 3912503"/>
              <a:gd name="connsiteX1094" fmla="*/ 1911489 w 12192528"/>
              <a:gd name="connsiteY1094" fmla="*/ 1415783 h 3912503"/>
              <a:gd name="connsiteX1095" fmla="*/ 1908785 w 12192528"/>
              <a:gd name="connsiteY1095" fmla="*/ 1415011 h 3912503"/>
              <a:gd name="connsiteX1096" fmla="*/ 1896421 w 12192528"/>
              <a:gd name="connsiteY1096" fmla="*/ 1413467 h 3912503"/>
              <a:gd name="connsiteX1097" fmla="*/ 1893330 w 12192528"/>
              <a:gd name="connsiteY1097" fmla="*/ 1411923 h 3912503"/>
              <a:gd name="connsiteX1098" fmla="*/ 1884443 w 12192528"/>
              <a:gd name="connsiteY1098" fmla="*/ 1409223 h 3912503"/>
              <a:gd name="connsiteX1099" fmla="*/ 1879807 w 12192528"/>
              <a:gd name="connsiteY1099" fmla="*/ 1407294 h 3912503"/>
              <a:gd name="connsiteX1100" fmla="*/ 1877102 w 12192528"/>
              <a:gd name="connsiteY1100" fmla="*/ 1401891 h 3912503"/>
              <a:gd name="connsiteX1101" fmla="*/ 1866670 w 12192528"/>
              <a:gd name="connsiteY1101" fmla="*/ 1387999 h 3912503"/>
              <a:gd name="connsiteX1102" fmla="*/ 1862034 w 12192528"/>
              <a:gd name="connsiteY1102" fmla="*/ 1378738 h 3912503"/>
              <a:gd name="connsiteX1103" fmla="*/ 1862034 w 12192528"/>
              <a:gd name="connsiteY1103" fmla="*/ 1374108 h 3912503"/>
              <a:gd name="connsiteX1104" fmla="*/ 1865897 w 12192528"/>
              <a:gd name="connsiteY1104" fmla="*/ 1363690 h 3912503"/>
              <a:gd name="connsiteX1105" fmla="*/ 1871307 w 12192528"/>
              <a:gd name="connsiteY1105" fmla="*/ 1346711 h 3912503"/>
              <a:gd name="connsiteX1106" fmla="*/ 1875943 w 12192528"/>
              <a:gd name="connsiteY1106" fmla="*/ 1340537 h 3912503"/>
              <a:gd name="connsiteX1107" fmla="*/ 1883284 w 12192528"/>
              <a:gd name="connsiteY1107" fmla="*/ 1334362 h 3912503"/>
              <a:gd name="connsiteX1108" fmla="*/ 1889853 w 12192528"/>
              <a:gd name="connsiteY1108" fmla="*/ 1330889 h 3912503"/>
              <a:gd name="connsiteX1109" fmla="*/ 1901444 w 12192528"/>
              <a:gd name="connsiteY1109" fmla="*/ 1325150 h 3912503"/>
              <a:gd name="connsiteX1110" fmla="*/ 2679609 w 12192528"/>
              <a:gd name="connsiteY1110" fmla="*/ 1324257 h 3912503"/>
              <a:gd name="connsiteX1111" fmla="*/ 2688260 w 12192528"/>
              <a:gd name="connsiteY1111" fmla="*/ 1328541 h 3912503"/>
              <a:gd name="connsiteX1112" fmla="*/ 2693162 w 12192528"/>
              <a:gd name="connsiteY1112" fmla="*/ 1331133 h 3912503"/>
              <a:gd name="connsiteX1113" fmla="*/ 2698642 w 12192528"/>
              <a:gd name="connsiteY1113" fmla="*/ 1335742 h 3912503"/>
              <a:gd name="connsiteX1114" fmla="*/ 2702103 w 12192528"/>
              <a:gd name="connsiteY1114" fmla="*/ 1340350 h 3912503"/>
              <a:gd name="connsiteX1115" fmla="*/ 2706140 w 12192528"/>
              <a:gd name="connsiteY1115" fmla="*/ 1353023 h 3912503"/>
              <a:gd name="connsiteX1116" fmla="*/ 2709024 w 12192528"/>
              <a:gd name="connsiteY1116" fmla="*/ 1360800 h 3912503"/>
              <a:gd name="connsiteX1117" fmla="*/ 2709024 w 12192528"/>
              <a:gd name="connsiteY1117" fmla="*/ 1364256 h 3912503"/>
              <a:gd name="connsiteX1118" fmla="*/ 2705563 w 12192528"/>
              <a:gd name="connsiteY1118" fmla="*/ 1371169 h 3912503"/>
              <a:gd name="connsiteX1119" fmla="*/ 2697777 w 12192528"/>
              <a:gd name="connsiteY1119" fmla="*/ 1381538 h 3912503"/>
              <a:gd name="connsiteX1120" fmla="*/ 2695759 w 12192528"/>
              <a:gd name="connsiteY1120" fmla="*/ 1385570 h 3912503"/>
              <a:gd name="connsiteX1121" fmla="*/ 2692298 w 12192528"/>
              <a:gd name="connsiteY1121" fmla="*/ 1387010 h 3912503"/>
              <a:gd name="connsiteX1122" fmla="*/ 2685665 w 12192528"/>
              <a:gd name="connsiteY1122" fmla="*/ 1389027 h 3912503"/>
              <a:gd name="connsiteX1123" fmla="*/ 2683357 w 12192528"/>
              <a:gd name="connsiteY1123" fmla="*/ 1390178 h 3912503"/>
              <a:gd name="connsiteX1124" fmla="*/ 2674129 w 12192528"/>
              <a:gd name="connsiteY1124" fmla="*/ 1391330 h 3912503"/>
              <a:gd name="connsiteX1125" fmla="*/ 2672110 w 12192528"/>
              <a:gd name="connsiteY1125" fmla="*/ 1391906 h 3912503"/>
              <a:gd name="connsiteX1126" fmla="*/ 2651635 w 12192528"/>
              <a:gd name="connsiteY1126" fmla="*/ 1378945 h 3912503"/>
              <a:gd name="connsiteX1127" fmla="*/ 2645291 w 12192528"/>
              <a:gd name="connsiteY1127" fmla="*/ 1367137 h 3912503"/>
              <a:gd name="connsiteX1128" fmla="*/ 2643271 w 12192528"/>
              <a:gd name="connsiteY1128" fmla="*/ 1362240 h 3912503"/>
              <a:gd name="connsiteX1129" fmla="*/ 2642983 w 12192528"/>
              <a:gd name="connsiteY1129" fmla="*/ 1357343 h 3912503"/>
              <a:gd name="connsiteX1130" fmla="*/ 2643849 w 12192528"/>
              <a:gd name="connsiteY1130" fmla="*/ 1353599 h 3912503"/>
              <a:gd name="connsiteX1131" fmla="*/ 2645291 w 12192528"/>
              <a:gd name="connsiteY1131" fmla="*/ 1345823 h 3912503"/>
              <a:gd name="connsiteX1132" fmla="*/ 2645578 w 12192528"/>
              <a:gd name="connsiteY1132" fmla="*/ 1342942 h 3912503"/>
              <a:gd name="connsiteX1133" fmla="*/ 2646444 w 12192528"/>
              <a:gd name="connsiteY1133" fmla="*/ 1336030 h 3912503"/>
              <a:gd name="connsiteX1134" fmla="*/ 2660864 w 12192528"/>
              <a:gd name="connsiteY1134" fmla="*/ 1324797 h 3912503"/>
              <a:gd name="connsiteX1135" fmla="*/ 2670092 w 12192528"/>
              <a:gd name="connsiteY1135" fmla="*/ 1324509 h 3912503"/>
              <a:gd name="connsiteX1136" fmla="*/ 2679609 w 12192528"/>
              <a:gd name="connsiteY1136" fmla="*/ 1324257 h 3912503"/>
              <a:gd name="connsiteX1137" fmla="*/ 466848 w 12192528"/>
              <a:gd name="connsiteY1137" fmla="*/ 1320313 h 3912503"/>
              <a:gd name="connsiteX1138" fmla="*/ 475421 w 12192528"/>
              <a:gd name="connsiteY1138" fmla="*/ 1324559 h 3912503"/>
              <a:gd name="connsiteX1139" fmla="*/ 480282 w 12192528"/>
              <a:gd name="connsiteY1139" fmla="*/ 1327128 h 3912503"/>
              <a:gd name="connsiteX1140" fmla="*/ 485711 w 12192528"/>
              <a:gd name="connsiteY1140" fmla="*/ 1331694 h 3912503"/>
              <a:gd name="connsiteX1141" fmla="*/ 489140 w 12192528"/>
              <a:gd name="connsiteY1141" fmla="*/ 1336262 h 3912503"/>
              <a:gd name="connsiteX1142" fmla="*/ 493142 w 12192528"/>
              <a:gd name="connsiteY1142" fmla="*/ 1348821 h 3912503"/>
              <a:gd name="connsiteX1143" fmla="*/ 496000 w 12192528"/>
              <a:gd name="connsiteY1143" fmla="*/ 1356528 h 3912503"/>
              <a:gd name="connsiteX1144" fmla="*/ 496000 w 12192528"/>
              <a:gd name="connsiteY1144" fmla="*/ 1359953 h 3912503"/>
              <a:gd name="connsiteX1145" fmla="*/ 492571 w 12192528"/>
              <a:gd name="connsiteY1145" fmla="*/ 1366804 h 3912503"/>
              <a:gd name="connsiteX1146" fmla="*/ 484854 w 12192528"/>
              <a:gd name="connsiteY1146" fmla="*/ 1377080 h 3912503"/>
              <a:gd name="connsiteX1147" fmla="*/ 482854 w 12192528"/>
              <a:gd name="connsiteY1147" fmla="*/ 1381076 h 3912503"/>
              <a:gd name="connsiteX1148" fmla="*/ 479423 w 12192528"/>
              <a:gd name="connsiteY1148" fmla="*/ 1382503 h 3912503"/>
              <a:gd name="connsiteX1149" fmla="*/ 472849 w 12192528"/>
              <a:gd name="connsiteY1149" fmla="*/ 1384501 h 3912503"/>
              <a:gd name="connsiteX1150" fmla="*/ 470563 w 12192528"/>
              <a:gd name="connsiteY1150" fmla="*/ 1385643 h 3912503"/>
              <a:gd name="connsiteX1151" fmla="*/ 461418 w 12192528"/>
              <a:gd name="connsiteY1151" fmla="*/ 1386785 h 3912503"/>
              <a:gd name="connsiteX1152" fmla="*/ 459417 w 12192528"/>
              <a:gd name="connsiteY1152" fmla="*/ 1387356 h 3912503"/>
              <a:gd name="connsiteX1153" fmla="*/ 439125 w 12192528"/>
              <a:gd name="connsiteY1153" fmla="*/ 1374512 h 3912503"/>
              <a:gd name="connsiteX1154" fmla="*/ 432837 w 12192528"/>
              <a:gd name="connsiteY1154" fmla="*/ 1362809 h 3912503"/>
              <a:gd name="connsiteX1155" fmla="*/ 430836 w 12192528"/>
              <a:gd name="connsiteY1155" fmla="*/ 1357955 h 3912503"/>
              <a:gd name="connsiteX1156" fmla="*/ 430551 w 12192528"/>
              <a:gd name="connsiteY1156" fmla="*/ 1353102 h 3912503"/>
              <a:gd name="connsiteX1157" fmla="*/ 431408 w 12192528"/>
              <a:gd name="connsiteY1157" fmla="*/ 1349392 h 3912503"/>
              <a:gd name="connsiteX1158" fmla="*/ 432837 w 12192528"/>
              <a:gd name="connsiteY1158" fmla="*/ 1341685 h 3912503"/>
              <a:gd name="connsiteX1159" fmla="*/ 433123 w 12192528"/>
              <a:gd name="connsiteY1159" fmla="*/ 1338832 h 3912503"/>
              <a:gd name="connsiteX1160" fmla="*/ 433981 w 12192528"/>
              <a:gd name="connsiteY1160" fmla="*/ 1331981 h 3912503"/>
              <a:gd name="connsiteX1161" fmla="*/ 448271 w 12192528"/>
              <a:gd name="connsiteY1161" fmla="*/ 1320848 h 3912503"/>
              <a:gd name="connsiteX1162" fmla="*/ 457416 w 12192528"/>
              <a:gd name="connsiteY1162" fmla="*/ 1320563 h 3912503"/>
              <a:gd name="connsiteX1163" fmla="*/ 466848 w 12192528"/>
              <a:gd name="connsiteY1163" fmla="*/ 1320313 h 3912503"/>
              <a:gd name="connsiteX1164" fmla="*/ 12191438 w 12192528"/>
              <a:gd name="connsiteY1164" fmla="*/ 1309133 h 3912503"/>
              <a:gd name="connsiteX1165" fmla="*/ 12192528 w 12192528"/>
              <a:gd name="connsiteY1165" fmla="*/ 1309308 h 3912503"/>
              <a:gd name="connsiteX1166" fmla="*/ 12192528 w 12192528"/>
              <a:gd name="connsiteY1166" fmla="*/ 1309531 h 3912503"/>
              <a:gd name="connsiteX1167" fmla="*/ 2199973 w 12192528"/>
              <a:gd name="connsiteY1167" fmla="*/ 1302827 h 3912503"/>
              <a:gd name="connsiteX1168" fmla="*/ 2208023 w 12192528"/>
              <a:gd name="connsiteY1168" fmla="*/ 1306814 h 3912503"/>
              <a:gd name="connsiteX1169" fmla="*/ 2212587 w 12192528"/>
              <a:gd name="connsiteY1169" fmla="*/ 1309227 h 3912503"/>
              <a:gd name="connsiteX1170" fmla="*/ 2217685 w 12192528"/>
              <a:gd name="connsiteY1170" fmla="*/ 1313514 h 3912503"/>
              <a:gd name="connsiteX1171" fmla="*/ 2220905 w 12192528"/>
              <a:gd name="connsiteY1171" fmla="*/ 1317803 h 3912503"/>
              <a:gd name="connsiteX1172" fmla="*/ 2224662 w 12192528"/>
              <a:gd name="connsiteY1172" fmla="*/ 1329596 h 3912503"/>
              <a:gd name="connsiteX1173" fmla="*/ 2227346 w 12192528"/>
              <a:gd name="connsiteY1173" fmla="*/ 1336833 h 3912503"/>
              <a:gd name="connsiteX1174" fmla="*/ 2227346 w 12192528"/>
              <a:gd name="connsiteY1174" fmla="*/ 1340049 h 3912503"/>
              <a:gd name="connsiteX1175" fmla="*/ 2224126 w 12192528"/>
              <a:gd name="connsiteY1175" fmla="*/ 1346482 h 3912503"/>
              <a:gd name="connsiteX1176" fmla="*/ 2216880 w 12192528"/>
              <a:gd name="connsiteY1176" fmla="*/ 1356131 h 3912503"/>
              <a:gd name="connsiteX1177" fmla="*/ 2215001 w 12192528"/>
              <a:gd name="connsiteY1177" fmla="*/ 1359883 h 3912503"/>
              <a:gd name="connsiteX1178" fmla="*/ 2211781 w 12192528"/>
              <a:gd name="connsiteY1178" fmla="*/ 1361223 h 3912503"/>
              <a:gd name="connsiteX1179" fmla="*/ 2205608 w 12192528"/>
              <a:gd name="connsiteY1179" fmla="*/ 1363099 h 3912503"/>
              <a:gd name="connsiteX1180" fmla="*/ 2203461 w 12192528"/>
              <a:gd name="connsiteY1180" fmla="*/ 1364172 h 3912503"/>
              <a:gd name="connsiteX1181" fmla="*/ 2194874 w 12192528"/>
              <a:gd name="connsiteY1181" fmla="*/ 1365244 h 3912503"/>
              <a:gd name="connsiteX1182" fmla="*/ 2192995 w 12192528"/>
              <a:gd name="connsiteY1182" fmla="*/ 1365780 h 3912503"/>
              <a:gd name="connsiteX1183" fmla="*/ 2173941 w 12192528"/>
              <a:gd name="connsiteY1183" fmla="*/ 1353719 h 3912503"/>
              <a:gd name="connsiteX1184" fmla="*/ 2168037 w 12192528"/>
              <a:gd name="connsiteY1184" fmla="*/ 1342730 h 3912503"/>
              <a:gd name="connsiteX1185" fmla="*/ 2166158 w 12192528"/>
              <a:gd name="connsiteY1185" fmla="*/ 1338173 h 3912503"/>
              <a:gd name="connsiteX1186" fmla="*/ 2165890 w 12192528"/>
              <a:gd name="connsiteY1186" fmla="*/ 1333617 h 3912503"/>
              <a:gd name="connsiteX1187" fmla="*/ 2166695 w 12192528"/>
              <a:gd name="connsiteY1187" fmla="*/ 1330133 h 3912503"/>
              <a:gd name="connsiteX1188" fmla="*/ 2168037 w 12192528"/>
              <a:gd name="connsiteY1188" fmla="*/ 1322895 h 3912503"/>
              <a:gd name="connsiteX1189" fmla="*/ 2168305 w 12192528"/>
              <a:gd name="connsiteY1189" fmla="*/ 1320216 h 3912503"/>
              <a:gd name="connsiteX1190" fmla="*/ 2169111 w 12192528"/>
              <a:gd name="connsiteY1190" fmla="*/ 1313783 h 3912503"/>
              <a:gd name="connsiteX1191" fmla="*/ 2182529 w 12192528"/>
              <a:gd name="connsiteY1191" fmla="*/ 1303330 h 3912503"/>
              <a:gd name="connsiteX1192" fmla="*/ 2191116 w 12192528"/>
              <a:gd name="connsiteY1192" fmla="*/ 1303062 h 3912503"/>
              <a:gd name="connsiteX1193" fmla="*/ 2199973 w 12192528"/>
              <a:gd name="connsiteY1193" fmla="*/ 1302827 h 3912503"/>
              <a:gd name="connsiteX1194" fmla="*/ 8123738 w 12192528"/>
              <a:gd name="connsiteY1194" fmla="*/ 1295917 h 3912503"/>
              <a:gd name="connsiteX1195" fmla="*/ 8118487 w 12192528"/>
              <a:gd name="connsiteY1195" fmla="*/ 1298762 h 3912503"/>
              <a:gd name="connsiteX1196" fmla="*/ 8096071 w 12192528"/>
              <a:gd name="connsiteY1196" fmla="*/ 1311213 h 3912503"/>
              <a:gd name="connsiteX1197" fmla="*/ 8089514 w 12192528"/>
              <a:gd name="connsiteY1197" fmla="*/ 1315681 h 3912503"/>
              <a:gd name="connsiteX1198" fmla="*/ 5839320 w 12192528"/>
              <a:gd name="connsiteY1198" fmla="*/ 1269662 h 3912503"/>
              <a:gd name="connsiteX1199" fmla="*/ 5849364 w 12192528"/>
              <a:gd name="connsiteY1199" fmla="*/ 1270271 h 3912503"/>
              <a:gd name="connsiteX1200" fmla="*/ 5844952 w 12192528"/>
              <a:gd name="connsiteY1200" fmla="*/ 1270271 h 3912503"/>
              <a:gd name="connsiteX1201" fmla="*/ 5840538 w 12192528"/>
              <a:gd name="connsiteY1201" fmla="*/ 1270271 h 3912503"/>
              <a:gd name="connsiteX1202" fmla="*/ 8260284 w 12192528"/>
              <a:gd name="connsiteY1202" fmla="*/ 1261482 h 3912503"/>
              <a:gd name="connsiteX1203" fmla="*/ 7803694 w 12192528"/>
              <a:gd name="connsiteY1203" fmla="*/ 1518508 h 3912503"/>
              <a:gd name="connsiteX1204" fmla="*/ 7802681 w 12192528"/>
              <a:gd name="connsiteY1204" fmla="*/ 1516829 h 3912503"/>
              <a:gd name="connsiteX1205" fmla="*/ 7767484 w 12192528"/>
              <a:gd name="connsiteY1205" fmla="*/ 1549228 h 3912503"/>
              <a:gd name="connsiteX1206" fmla="*/ 7676563 w 12192528"/>
              <a:gd name="connsiteY1206" fmla="*/ 1627987 h 3912503"/>
              <a:gd name="connsiteX1207" fmla="*/ 7671090 w 12192528"/>
              <a:gd name="connsiteY1207" fmla="*/ 1638722 h 3912503"/>
              <a:gd name="connsiteX1208" fmla="*/ 7669773 w 12192528"/>
              <a:gd name="connsiteY1208" fmla="*/ 1634671 h 3912503"/>
              <a:gd name="connsiteX1209" fmla="*/ 7630342 w 12192528"/>
              <a:gd name="connsiteY1209" fmla="*/ 1678814 h 3912503"/>
              <a:gd name="connsiteX1210" fmla="*/ 7604598 w 12192528"/>
              <a:gd name="connsiteY1210" fmla="*/ 1696122 h 3912503"/>
              <a:gd name="connsiteX1211" fmla="*/ 7611280 w 12192528"/>
              <a:gd name="connsiteY1211" fmla="*/ 1702913 h 3912503"/>
              <a:gd name="connsiteX1212" fmla="*/ 7594959 w 12192528"/>
              <a:gd name="connsiteY1212" fmla="*/ 1721645 h 3912503"/>
              <a:gd name="connsiteX1213" fmla="*/ 7581487 w 12192528"/>
              <a:gd name="connsiteY1213" fmla="*/ 1721535 h 3912503"/>
              <a:gd name="connsiteX1214" fmla="*/ 7507986 w 12192528"/>
              <a:gd name="connsiteY1214" fmla="*/ 1812562 h 3912503"/>
              <a:gd name="connsiteX1215" fmla="*/ 7501198 w 12192528"/>
              <a:gd name="connsiteY1215" fmla="*/ 1819243 h 3912503"/>
              <a:gd name="connsiteX1216" fmla="*/ 7498458 w 12192528"/>
              <a:gd name="connsiteY1216" fmla="*/ 1824612 h 3912503"/>
              <a:gd name="connsiteX1217" fmla="*/ 7502513 w 12192528"/>
              <a:gd name="connsiteY1217" fmla="*/ 1823297 h 3912503"/>
              <a:gd name="connsiteX1218" fmla="*/ 7506564 w 12192528"/>
              <a:gd name="connsiteY1218" fmla="*/ 1821982 h 3912503"/>
              <a:gd name="connsiteX1219" fmla="*/ 7426279 w 12192528"/>
              <a:gd name="connsiteY1219" fmla="*/ 1919691 h 3912503"/>
              <a:gd name="connsiteX1220" fmla="*/ 7412805 w 12192528"/>
              <a:gd name="connsiteY1220" fmla="*/ 1919582 h 3912503"/>
              <a:gd name="connsiteX1221" fmla="*/ 7371706 w 12192528"/>
              <a:gd name="connsiteY1221" fmla="*/ 1978466 h 3912503"/>
              <a:gd name="connsiteX1222" fmla="*/ 7377643 w 12192528"/>
              <a:gd name="connsiteY1222" fmla="*/ 1988410 h 3912503"/>
              <a:gd name="connsiteX1223" fmla="*/ 7408533 w 12192528"/>
              <a:gd name="connsiteY1223" fmla="*/ 1947843 h 3912503"/>
              <a:gd name="connsiteX1224" fmla="*/ 7423432 w 12192528"/>
              <a:gd name="connsiteY1224" fmla="*/ 1938532 h 3912503"/>
              <a:gd name="connsiteX1225" fmla="*/ 7476552 w 12192528"/>
              <a:gd name="connsiteY1225" fmla="*/ 1867550 h 3912503"/>
              <a:gd name="connsiteX1226" fmla="*/ 7484657 w 12192528"/>
              <a:gd name="connsiteY1226" fmla="*/ 1864921 h 3912503"/>
              <a:gd name="connsiteX1227" fmla="*/ 7482028 w 12192528"/>
              <a:gd name="connsiteY1227" fmla="*/ 1856816 h 3912503"/>
              <a:gd name="connsiteX1228" fmla="*/ 7559467 w 12192528"/>
              <a:gd name="connsiteY1228" fmla="*/ 1777947 h 3912503"/>
              <a:gd name="connsiteX1229" fmla="*/ 7549940 w 12192528"/>
              <a:gd name="connsiteY1229" fmla="*/ 1789996 h 3912503"/>
              <a:gd name="connsiteX1230" fmla="*/ 7525405 w 12192528"/>
              <a:gd name="connsiteY1230" fmla="*/ 1824830 h 3912503"/>
              <a:gd name="connsiteX1231" fmla="*/ 7479071 w 12192528"/>
              <a:gd name="connsiteY1231" fmla="*/ 1889129 h 3912503"/>
              <a:gd name="connsiteX1232" fmla="*/ 7472282 w 12192528"/>
              <a:gd name="connsiteY1232" fmla="*/ 1895812 h 3912503"/>
              <a:gd name="connsiteX1233" fmla="*/ 7464177 w 12192528"/>
              <a:gd name="connsiteY1233" fmla="*/ 1898440 h 3912503"/>
              <a:gd name="connsiteX1234" fmla="*/ 7450485 w 12192528"/>
              <a:gd name="connsiteY1234" fmla="*/ 1925278 h 3912503"/>
              <a:gd name="connsiteX1235" fmla="*/ 7428687 w 12192528"/>
              <a:gd name="connsiteY1235" fmla="*/ 1954743 h 3912503"/>
              <a:gd name="connsiteX1236" fmla="*/ 7385207 w 12192528"/>
              <a:gd name="connsiteY1236" fmla="*/ 2000202 h 3912503"/>
              <a:gd name="connsiteX1237" fmla="*/ 7387380 w 12192528"/>
              <a:gd name="connsiteY1237" fmla="*/ 2001736 h 3912503"/>
              <a:gd name="connsiteX1238" fmla="*/ 7386735 w 12192528"/>
              <a:gd name="connsiteY1238" fmla="*/ 2003634 h 3912503"/>
              <a:gd name="connsiteX1239" fmla="*/ 7396409 w 12192528"/>
              <a:gd name="connsiteY1239" fmla="*/ 2019844 h 3912503"/>
              <a:gd name="connsiteX1240" fmla="*/ 7462534 w 12192528"/>
              <a:gd name="connsiteY1240" fmla="*/ 1934806 h 3912503"/>
              <a:gd name="connsiteX1241" fmla="*/ 7481591 w 12192528"/>
              <a:gd name="connsiteY1241" fmla="*/ 1910708 h 3912503"/>
              <a:gd name="connsiteX1242" fmla="*/ 7485646 w 12192528"/>
              <a:gd name="connsiteY1242" fmla="*/ 1909393 h 3912503"/>
              <a:gd name="connsiteX1243" fmla="*/ 7496487 w 12192528"/>
              <a:gd name="connsiteY1243" fmla="*/ 1901397 h 3912503"/>
              <a:gd name="connsiteX1244" fmla="*/ 7499228 w 12192528"/>
              <a:gd name="connsiteY1244" fmla="*/ 1896029 h 3912503"/>
              <a:gd name="connsiteX1245" fmla="*/ 7495175 w 12192528"/>
              <a:gd name="connsiteY1245" fmla="*/ 1897344 h 3912503"/>
              <a:gd name="connsiteX1246" fmla="*/ 7544135 w 12192528"/>
              <a:gd name="connsiteY1246" fmla="*/ 1841151 h 3912503"/>
              <a:gd name="connsiteX1247" fmla="*/ 7583568 w 12192528"/>
              <a:gd name="connsiteY1247" fmla="*/ 1797006 h 3912503"/>
              <a:gd name="connsiteX1248" fmla="*/ 7585733 w 12192528"/>
              <a:gd name="connsiteY1248" fmla="*/ 1794876 h 3912503"/>
              <a:gd name="connsiteX1249" fmla="*/ 7586554 w 12192528"/>
              <a:gd name="connsiteY1249" fmla="*/ 1793880 h 3912503"/>
              <a:gd name="connsiteX1250" fmla="*/ 7661003 w 12192528"/>
              <a:gd name="connsiteY1250" fmla="*/ 1718541 h 3912503"/>
              <a:gd name="connsiteX1251" fmla="*/ 7661013 w 12192528"/>
              <a:gd name="connsiteY1251" fmla="*/ 1718136 h 3912503"/>
              <a:gd name="connsiteX1252" fmla="*/ 7670454 w 12192528"/>
              <a:gd name="connsiteY1252" fmla="*/ 1708976 h 3912503"/>
              <a:gd name="connsiteX1253" fmla="*/ 7788388 w 12192528"/>
              <a:gd name="connsiteY1253" fmla="*/ 1589632 h 3912503"/>
              <a:gd name="connsiteX1254" fmla="*/ 8260284 w 12192528"/>
              <a:gd name="connsiteY1254" fmla="*/ 1261482 h 3912503"/>
              <a:gd name="connsiteX1255" fmla="*/ 12104980 w 12192528"/>
              <a:gd name="connsiteY1255" fmla="*/ 1249920 h 3912503"/>
              <a:gd name="connsiteX1256" fmla="*/ 12105097 w 12192528"/>
              <a:gd name="connsiteY1256" fmla="*/ 1250254 h 3912503"/>
              <a:gd name="connsiteX1257" fmla="*/ 12104628 w 12192528"/>
              <a:gd name="connsiteY1257" fmla="*/ 1250151 h 3912503"/>
              <a:gd name="connsiteX1258" fmla="*/ 8417266 w 12192528"/>
              <a:gd name="connsiteY1258" fmla="*/ 1232514 h 3912503"/>
              <a:gd name="connsiteX1259" fmla="*/ 8411559 w 12192528"/>
              <a:gd name="connsiteY1259" fmla="*/ 1234786 h 3912503"/>
              <a:gd name="connsiteX1260" fmla="*/ 8410022 w 12192528"/>
              <a:gd name="connsiteY1260" fmla="*/ 1237798 h 3912503"/>
              <a:gd name="connsiteX1261" fmla="*/ 8418129 w 12192528"/>
              <a:gd name="connsiteY1261" fmla="*/ 1235169 h 3912503"/>
              <a:gd name="connsiteX1262" fmla="*/ 2911864 w 12192528"/>
              <a:gd name="connsiteY1262" fmla="*/ 1232309 h 3912503"/>
              <a:gd name="connsiteX1263" fmla="*/ 2863322 w 12192528"/>
              <a:gd name="connsiteY1263" fmla="*/ 1295774 h 3912503"/>
              <a:gd name="connsiteX1264" fmla="*/ 2850587 w 12192528"/>
              <a:gd name="connsiteY1264" fmla="*/ 1310351 h 3912503"/>
              <a:gd name="connsiteX1265" fmla="*/ 2852691 w 12192528"/>
              <a:gd name="connsiteY1265" fmla="*/ 1311805 h 3912503"/>
              <a:gd name="connsiteX1266" fmla="*/ 2867409 w 12192528"/>
              <a:gd name="connsiteY1266" fmla="*/ 1313020 h 3912503"/>
              <a:gd name="connsiteX1267" fmla="*/ 2890959 w 12192528"/>
              <a:gd name="connsiteY1267" fmla="*/ 1289088 h 3912503"/>
              <a:gd name="connsiteX1268" fmla="*/ 2905911 w 12192528"/>
              <a:gd name="connsiteY1268" fmla="*/ 1244216 h 3912503"/>
              <a:gd name="connsiteX1269" fmla="*/ 2911933 w 12192528"/>
              <a:gd name="connsiteY1269" fmla="*/ 1233374 h 3912503"/>
              <a:gd name="connsiteX1270" fmla="*/ 2155643 w 12192528"/>
              <a:gd name="connsiteY1270" fmla="*/ 1216915 h 3912503"/>
              <a:gd name="connsiteX1271" fmla="*/ 2164217 w 12192528"/>
              <a:gd name="connsiteY1271" fmla="*/ 1221161 h 3912503"/>
              <a:gd name="connsiteX1272" fmla="*/ 2169076 w 12192528"/>
              <a:gd name="connsiteY1272" fmla="*/ 1223730 h 3912503"/>
              <a:gd name="connsiteX1273" fmla="*/ 2174507 w 12192528"/>
              <a:gd name="connsiteY1273" fmla="*/ 1228297 h 3912503"/>
              <a:gd name="connsiteX1274" fmla="*/ 2177936 w 12192528"/>
              <a:gd name="connsiteY1274" fmla="*/ 1232864 h 3912503"/>
              <a:gd name="connsiteX1275" fmla="*/ 2181937 w 12192528"/>
              <a:gd name="connsiteY1275" fmla="*/ 1245423 h 3912503"/>
              <a:gd name="connsiteX1276" fmla="*/ 2184795 w 12192528"/>
              <a:gd name="connsiteY1276" fmla="*/ 1253130 h 3912503"/>
              <a:gd name="connsiteX1277" fmla="*/ 2184795 w 12192528"/>
              <a:gd name="connsiteY1277" fmla="*/ 1256556 h 3912503"/>
              <a:gd name="connsiteX1278" fmla="*/ 2181366 w 12192528"/>
              <a:gd name="connsiteY1278" fmla="*/ 1263406 h 3912503"/>
              <a:gd name="connsiteX1279" fmla="*/ 2173649 w 12192528"/>
              <a:gd name="connsiteY1279" fmla="*/ 1273682 h 3912503"/>
              <a:gd name="connsiteX1280" fmla="*/ 2171648 w 12192528"/>
              <a:gd name="connsiteY1280" fmla="*/ 1277678 h 3912503"/>
              <a:gd name="connsiteX1281" fmla="*/ 2168219 w 12192528"/>
              <a:gd name="connsiteY1281" fmla="*/ 1279105 h 3912503"/>
              <a:gd name="connsiteX1282" fmla="*/ 2161645 w 12192528"/>
              <a:gd name="connsiteY1282" fmla="*/ 1281103 h 3912503"/>
              <a:gd name="connsiteX1283" fmla="*/ 2159358 w 12192528"/>
              <a:gd name="connsiteY1283" fmla="*/ 1282245 h 3912503"/>
              <a:gd name="connsiteX1284" fmla="*/ 2150213 w 12192528"/>
              <a:gd name="connsiteY1284" fmla="*/ 1283387 h 3912503"/>
              <a:gd name="connsiteX1285" fmla="*/ 2148211 w 12192528"/>
              <a:gd name="connsiteY1285" fmla="*/ 1283958 h 3912503"/>
              <a:gd name="connsiteX1286" fmla="*/ 2127919 w 12192528"/>
              <a:gd name="connsiteY1286" fmla="*/ 1271113 h 3912503"/>
              <a:gd name="connsiteX1287" fmla="*/ 2121633 w 12192528"/>
              <a:gd name="connsiteY1287" fmla="*/ 1259410 h 3912503"/>
              <a:gd name="connsiteX1288" fmla="*/ 2119632 w 12192528"/>
              <a:gd name="connsiteY1288" fmla="*/ 1254558 h 3912503"/>
              <a:gd name="connsiteX1289" fmla="*/ 2119346 w 12192528"/>
              <a:gd name="connsiteY1289" fmla="*/ 1249705 h 3912503"/>
              <a:gd name="connsiteX1290" fmla="*/ 2120203 w 12192528"/>
              <a:gd name="connsiteY1290" fmla="*/ 1245995 h 3912503"/>
              <a:gd name="connsiteX1291" fmla="*/ 2121633 w 12192528"/>
              <a:gd name="connsiteY1291" fmla="*/ 1238288 h 3912503"/>
              <a:gd name="connsiteX1292" fmla="*/ 2121918 w 12192528"/>
              <a:gd name="connsiteY1292" fmla="*/ 1235433 h 3912503"/>
              <a:gd name="connsiteX1293" fmla="*/ 2122776 w 12192528"/>
              <a:gd name="connsiteY1293" fmla="*/ 1228582 h 3912503"/>
              <a:gd name="connsiteX1294" fmla="*/ 2137066 w 12192528"/>
              <a:gd name="connsiteY1294" fmla="*/ 1217450 h 3912503"/>
              <a:gd name="connsiteX1295" fmla="*/ 2146211 w 12192528"/>
              <a:gd name="connsiteY1295" fmla="*/ 1217165 h 3912503"/>
              <a:gd name="connsiteX1296" fmla="*/ 2155643 w 12192528"/>
              <a:gd name="connsiteY1296" fmla="*/ 1216915 h 3912503"/>
              <a:gd name="connsiteX1297" fmla="*/ 8275194 w 12192528"/>
              <a:gd name="connsiteY1297" fmla="*/ 1215563 h 3912503"/>
              <a:gd name="connsiteX1298" fmla="*/ 8263740 w 12192528"/>
              <a:gd name="connsiteY1298" fmla="*/ 1220296 h 3912503"/>
              <a:gd name="connsiteX1299" fmla="*/ 8233022 w 12192528"/>
              <a:gd name="connsiteY1299" fmla="*/ 1235857 h 3912503"/>
              <a:gd name="connsiteX1300" fmla="*/ 8211486 w 12192528"/>
              <a:gd name="connsiteY1300" fmla="*/ 1247811 h 3912503"/>
              <a:gd name="connsiteX1301" fmla="*/ 7487079 w 12192528"/>
              <a:gd name="connsiteY1301" fmla="*/ 1209056 h 3912503"/>
              <a:gd name="connsiteX1302" fmla="*/ 7486867 w 12192528"/>
              <a:gd name="connsiteY1302" fmla="*/ 1209417 h 3912503"/>
              <a:gd name="connsiteX1303" fmla="*/ 7486613 w 12192528"/>
              <a:gd name="connsiteY1303" fmla="*/ 1209167 h 3912503"/>
              <a:gd name="connsiteX1304" fmla="*/ 1563784 w 12192528"/>
              <a:gd name="connsiteY1304" fmla="*/ 1205899 h 3912503"/>
              <a:gd name="connsiteX1305" fmla="*/ 1563518 w 12192528"/>
              <a:gd name="connsiteY1305" fmla="*/ 1206342 h 3912503"/>
              <a:gd name="connsiteX1306" fmla="*/ 1563209 w 12192528"/>
              <a:gd name="connsiteY1306" fmla="*/ 1206035 h 3912503"/>
              <a:gd name="connsiteX1307" fmla="*/ 4781344 w 12192528"/>
              <a:gd name="connsiteY1307" fmla="*/ 1199658 h 3912503"/>
              <a:gd name="connsiteX1308" fmla="*/ 4785755 w 12192528"/>
              <a:gd name="connsiteY1308" fmla="*/ 1199658 h 3912503"/>
              <a:gd name="connsiteX1309" fmla="*/ 4790168 w 12192528"/>
              <a:gd name="connsiteY1309" fmla="*/ 1199658 h 3912503"/>
              <a:gd name="connsiteX1310" fmla="*/ 4794583 w 12192528"/>
              <a:gd name="connsiteY1310" fmla="*/ 1199658 h 3912503"/>
              <a:gd name="connsiteX1311" fmla="*/ 4785755 w 12192528"/>
              <a:gd name="connsiteY1311" fmla="*/ 1204071 h 3912503"/>
              <a:gd name="connsiteX1312" fmla="*/ 4768102 w 12192528"/>
              <a:gd name="connsiteY1312" fmla="*/ 1204071 h 3912503"/>
              <a:gd name="connsiteX1313" fmla="*/ 4781344 w 12192528"/>
              <a:gd name="connsiteY1313" fmla="*/ 1199658 h 3912503"/>
              <a:gd name="connsiteX1314" fmla="*/ 62800 w 12192528"/>
              <a:gd name="connsiteY1314" fmla="*/ 1178205 h 3912503"/>
              <a:gd name="connsiteX1315" fmla="*/ 73611 w 12192528"/>
              <a:gd name="connsiteY1315" fmla="*/ 1179861 h 3912503"/>
              <a:gd name="connsiteX1316" fmla="*/ 82760 w 12192528"/>
              <a:gd name="connsiteY1316" fmla="*/ 1185657 h 3912503"/>
              <a:gd name="connsiteX1317" fmla="*/ 87750 w 12192528"/>
              <a:gd name="connsiteY1317" fmla="*/ 1191452 h 3912503"/>
              <a:gd name="connsiteX1318" fmla="*/ 87750 w 12192528"/>
              <a:gd name="connsiteY1318" fmla="*/ 1206355 h 3912503"/>
              <a:gd name="connsiteX1319" fmla="*/ 78601 w 12192528"/>
              <a:gd name="connsiteY1319" fmla="*/ 1215463 h 3912503"/>
              <a:gd name="connsiteX1320" fmla="*/ 72779 w 12192528"/>
              <a:gd name="connsiteY1320" fmla="*/ 1226227 h 3912503"/>
              <a:gd name="connsiteX1321" fmla="*/ 68205 w 12192528"/>
              <a:gd name="connsiteY1321" fmla="*/ 1237405 h 3912503"/>
              <a:gd name="connsiteX1322" fmla="*/ 61967 w 12192528"/>
              <a:gd name="connsiteY1322" fmla="*/ 1244856 h 3912503"/>
              <a:gd name="connsiteX1323" fmla="*/ 52820 w 12192528"/>
              <a:gd name="connsiteY1323" fmla="*/ 1249409 h 3912503"/>
              <a:gd name="connsiteX1324" fmla="*/ 44502 w 12192528"/>
              <a:gd name="connsiteY1324" fmla="*/ 1249409 h 3912503"/>
              <a:gd name="connsiteX1325" fmla="*/ 43255 w 12192528"/>
              <a:gd name="connsiteY1325" fmla="*/ 1247754 h 3912503"/>
              <a:gd name="connsiteX1326" fmla="*/ 31611 w 12192528"/>
              <a:gd name="connsiteY1326" fmla="*/ 1238645 h 3912503"/>
              <a:gd name="connsiteX1327" fmla="*/ 27868 w 12192528"/>
              <a:gd name="connsiteY1327" fmla="*/ 1224571 h 3912503"/>
              <a:gd name="connsiteX1328" fmla="*/ 33690 w 12192528"/>
              <a:gd name="connsiteY1328" fmla="*/ 1208011 h 3912503"/>
              <a:gd name="connsiteX1329" fmla="*/ 39927 w 12192528"/>
              <a:gd name="connsiteY1329" fmla="*/ 1204286 h 3912503"/>
              <a:gd name="connsiteX1330" fmla="*/ 47829 w 12192528"/>
              <a:gd name="connsiteY1330" fmla="*/ 1194350 h 3912503"/>
              <a:gd name="connsiteX1331" fmla="*/ 50324 w 12192528"/>
              <a:gd name="connsiteY1331" fmla="*/ 1189796 h 3912503"/>
              <a:gd name="connsiteX1332" fmla="*/ 62800 w 12192528"/>
              <a:gd name="connsiteY1332" fmla="*/ 1178205 h 3912503"/>
              <a:gd name="connsiteX1333" fmla="*/ 1179814 w 12192528"/>
              <a:gd name="connsiteY1333" fmla="*/ 1173359 h 3912503"/>
              <a:gd name="connsiteX1334" fmla="*/ 1189028 w 12192528"/>
              <a:gd name="connsiteY1334" fmla="*/ 1177922 h 3912503"/>
              <a:gd name="connsiteX1335" fmla="*/ 1194248 w 12192528"/>
              <a:gd name="connsiteY1335" fmla="*/ 1180682 h 3912503"/>
              <a:gd name="connsiteX1336" fmla="*/ 1200083 w 12192528"/>
              <a:gd name="connsiteY1336" fmla="*/ 1185592 h 3912503"/>
              <a:gd name="connsiteX1337" fmla="*/ 1203769 w 12192528"/>
              <a:gd name="connsiteY1337" fmla="*/ 1190499 h 3912503"/>
              <a:gd name="connsiteX1338" fmla="*/ 1208069 w 12192528"/>
              <a:gd name="connsiteY1338" fmla="*/ 1203994 h 3912503"/>
              <a:gd name="connsiteX1339" fmla="*/ 1211140 w 12192528"/>
              <a:gd name="connsiteY1339" fmla="*/ 1212278 h 3912503"/>
              <a:gd name="connsiteX1340" fmla="*/ 1211140 w 12192528"/>
              <a:gd name="connsiteY1340" fmla="*/ 1215957 h 3912503"/>
              <a:gd name="connsiteX1341" fmla="*/ 1207454 w 12192528"/>
              <a:gd name="connsiteY1341" fmla="*/ 1223319 h 3912503"/>
              <a:gd name="connsiteX1342" fmla="*/ 1199162 w 12192528"/>
              <a:gd name="connsiteY1342" fmla="*/ 1234362 h 3912503"/>
              <a:gd name="connsiteX1343" fmla="*/ 1197013 w 12192528"/>
              <a:gd name="connsiteY1343" fmla="*/ 1238656 h 3912503"/>
              <a:gd name="connsiteX1344" fmla="*/ 1193327 w 12192528"/>
              <a:gd name="connsiteY1344" fmla="*/ 1240190 h 3912503"/>
              <a:gd name="connsiteX1345" fmla="*/ 1186263 w 12192528"/>
              <a:gd name="connsiteY1345" fmla="*/ 1242338 h 3912503"/>
              <a:gd name="connsiteX1346" fmla="*/ 1183805 w 12192528"/>
              <a:gd name="connsiteY1346" fmla="*/ 1243563 h 3912503"/>
              <a:gd name="connsiteX1347" fmla="*/ 1173978 w 12192528"/>
              <a:gd name="connsiteY1347" fmla="*/ 1244790 h 3912503"/>
              <a:gd name="connsiteX1348" fmla="*/ 1171828 w 12192528"/>
              <a:gd name="connsiteY1348" fmla="*/ 1245405 h 3912503"/>
              <a:gd name="connsiteX1349" fmla="*/ 1150022 w 12192528"/>
              <a:gd name="connsiteY1349" fmla="*/ 1231601 h 3912503"/>
              <a:gd name="connsiteX1350" fmla="*/ 1143266 w 12192528"/>
              <a:gd name="connsiteY1350" fmla="*/ 1219025 h 3912503"/>
              <a:gd name="connsiteX1351" fmla="*/ 1141116 w 12192528"/>
              <a:gd name="connsiteY1351" fmla="*/ 1213810 h 3912503"/>
              <a:gd name="connsiteX1352" fmla="*/ 1140808 w 12192528"/>
              <a:gd name="connsiteY1352" fmla="*/ 1208596 h 3912503"/>
              <a:gd name="connsiteX1353" fmla="*/ 1141731 w 12192528"/>
              <a:gd name="connsiteY1353" fmla="*/ 1204609 h 3912503"/>
              <a:gd name="connsiteX1354" fmla="*/ 1143266 w 12192528"/>
              <a:gd name="connsiteY1354" fmla="*/ 1196327 h 3912503"/>
              <a:gd name="connsiteX1355" fmla="*/ 1143572 w 12192528"/>
              <a:gd name="connsiteY1355" fmla="*/ 1193259 h 3912503"/>
              <a:gd name="connsiteX1356" fmla="*/ 1144494 w 12192528"/>
              <a:gd name="connsiteY1356" fmla="*/ 1185897 h 3912503"/>
              <a:gd name="connsiteX1357" fmla="*/ 1159851 w 12192528"/>
              <a:gd name="connsiteY1357" fmla="*/ 1173934 h 3912503"/>
              <a:gd name="connsiteX1358" fmla="*/ 1169678 w 12192528"/>
              <a:gd name="connsiteY1358" fmla="*/ 1173629 h 3912503"/>
              <a:gd name="connsiteX1359" fmla="*/ 1179814 w 12192528"/>
              <a:gd name="connsiteY1359" fmla="*/ 1173359 h 3912503"/>
              <a:gd name="connsiteX1360" fmla="*/ 1820575 w 12192528"/>
              <a:gd name="connsiteY1360" fmla="*/ 1169389 h 3912503"/>
              <a:gd name="connsiteX1361" fmla="*/ 1830727 w 12192528"/>
              <a:gd name="connsiteY1361" fmla="*/ 1170944 h 3912503"/>
              <a:gd name="connsiteX1362" fmla="*/ 1839318 w 12192528"/>
              <a:gd name="connsiteY1362" fmla="*/ 1176386 h 3912503"/>
              <a:gd name="connsiteX1363" fmla="*/ 1844003 w 12192528"/>
              <a:gd name="connsiteY1363" fmla="*/ 1181828 h 3912503"/>
              <a:gd name="connsiteX1364" fmla="*/ 1844003 w 12192528"/>
              <a:gd name="connsiteY1364" fmla="*/ 1195823 h 3912503"/>
              <a:gd name="connsiteX1365" fmla="*/ 1835413 w 12192528"/>
              <a:gd name="connsiteY1365" fmla="*/ 1204374 h 3912503"/>
              <a:gd name="connsiteX1366" fmla="*/ 1829946 w 12192528"/>
              <a:gd name="connsiteY1366" fmla="*/ 1214481 h 3912503"/>
              <a:gd name="connsiteX1367" fmla="*/ 1825651 w 12192528"/>
              <a:gd name="connsiteY1367" fmla="*/ 1224977 h 3912503"/>
              <a:gd name="connsiteX1368" fmla="*/ 1819793 w 12192528"/>
              <a:gd name="connsiteY1368" fmla="*/ 1231974 h 3912503"/>
              <a:gd name="connsiteX1369" fmla="*/ 1811204 w 12192528"/>
              <a:gd name="connsiteY1369" fmla="*/ 1236250 h 3912503"/>
              <a:gd name="connsiteX1370" fmla="*/ 1803394 w 12192528"/>
              <a:gd name="connsiteY1370" fmla="*/ 1236250 h 3912503"/>
              <a:gd name="connsiteX1371" fmla="*/ 1802223 w 12192528"/>
              <a:gd name="connsiteY1371" fmla="*/ 1234695 h 3912503"/>
              <a:gd name="connsiteX1372" fmla="*/ 1791289 w 12192528"/>
              <a:gd name="connsiteY1372" fmla="*/ 1226143 h 3912503"/>
              <a:gd name="connsiteX1373" fmla="*/ 1787775 w 12192528"/>
              <a:gd name="connsiteY1373" fmla="*/ 1212927 h 3912503"/>
              <a:gd name="connsiteX1374" fmla="*/ 1793242 w 12192528"/>
              <a:gd name="connsiteY1374" fmla="*/ 1197377 h 3912503"/>
              <a:gd name="connsiteX1375" fmla="*/ 1799098 w 12192528"/>
              <a:gd name="connsiteY1375" fmla="*/ 1193879 h 3912503"/>
              <a:gd name="connsiteX1376" fmla="*/ 1806518 w 12192528"/>
              <a:gd name="connsiteY1376" fmla="*/ 1184549 h 3912503"/>
              <a:gd name="connsiteX1377" fmla="*/ 1808861 w 12192528"/>
              <a:gd name="connsiteY1377" fmla="*/ 1180274 h 3912503"/>
              <a:gd name="connsiteX1378" fmla="*/ 1820575 w 12192528"/>
              <a:gd name="connsiteY1378" fmla="*/ 1169389 h 3912503"/>
              <a:gd name="connsiteX1379" fmla="*/ 5134407 w 12192528"/>
              <a:gd name="connsiteY1379" fmla="*/ 1164351 h 3912503"/>
              <a:gd name="connsiteX1380" fmla="*/ 5134407 w 12192528"/>
              <a:gd name="connsiteY1380" fmla="*/ 1168764 h 3912503"/>
              <a:gd name="connsiteX1381" fmla="*/ 5129996 w 12192528"/>
              <a:gd name="connsiteY1381" fmla="*/ 1168764 h 3912503"/>
              <a:gd name="connsiteX1382" fmla="*/ 5134407 w 12192528"/>
              <a:gd name="connsiteY1382" fmla="*/ 1164351 h 3912503"/>
              <a:gd name="connsiteX1383" fmla="*/ 12023158 w 12192528"/>
              <a:gd name="connsiteY1383" fmla="*/ 1160424 h 3912503"/>
              <a:gd name="connsiteX1384" fmla="*/ 12036966 w 12192528"/>
              <a:gd name="connsiteY1384" fmla="*/ 1160536 h 3912503"/>
              <a:gd name="connsiteX1385" fmla="*/ 12042462 w 12192528"/>
              <a:gd name="connsiteY1385" fmla="*/ 1161385 h 3912503"/>
              <a:gd name="connsiteX1386" fmla="*/ 12051450 w 12192528"/>
              <a:gd name="connsiteY1386" fmla="*/ 1163473 h 3912503"/>
              <a:gd name="connsiteX1387" fmla="*/ 12060108 w 12192528"/>
              <a:gd name="connsiteY1387" fmla="*/ 1161087 h 3912503"/>
              <a:gd name="connsiteX1388" fmla="*/ 12063348 w 12192528"/>
              <a:gd name="connsiteY1388" fmla="*/ 1161436 h 3912503"/>
              <a:gd name="connsiteX1389" fmla="*/ 12063810 w 12192528"/>
              <a:gd name="connsiteY1389" fmla="*/ 1164700 h 3912503"/>
              <a:gd name="connsiteX1390" fmla="*/ 12063291 w 12192528"/>
              <a:gd name="connsiteY1390" fmla="*/ 1167174 h 3912503"/>
              <a:gd name="connsiteX1391" fmla="*/ 12063698 w 12192528"/>
              <a:gd name="connsiteY1391" fmla="*/ 1170551 h 3912503"/>
              <a:gd name="connsiteX1392" fmla="*/ 12066893 w 12192528"/>
              <a:gd name="connsiteY1392" fmla="*/ 1170057 h 3912503"/>
              <a:gd name="connsiteX1393" fmla="*/ 12071966 w 12192528"/>
              <a:gd name="connsiteY1393" fmla="*/ 1173653 h 3912503"/>
              <a:gd name="connsiteX1394" fmla="*/ 12071910 w 12192528"/>
              <a:gd name="connsiteY1394" fmla="*/ 1176580 h 3912503"/>
              <a:gd name="connsiteX1395" fmla="*/ 12074597 w 12192528"/>
              <a:gd name="connsiteY1395" fmla="*/ 1179474 h 3912503"/>
              <a:gd name="connsiteX1396" fmla="*/ 12077401 w 12192528"/>
              <a:gd name="connsiteY1396" fmla="*/ 1176972 h 3912503"/>
              <a:gd name="connsiteX1397" fmla="*/ 12078441 w 12192528"/>
              <a:gd name="connsiteY1397" fmla="*/ 1174040 h 3912503"/>
              <a:gd name="connsiteX1398" fmla="*/ 12085882 w 12192528"/>
              <a:gd name="connsiteY1398" fmla="*/ 1195317 h 3912503"/>
              <a:gd name="connsiteX1399" fmla="*/ 12084493 w 12192528"/>
              <a:gd name="connsiteY1399" fmla="*/ 1196085 h 3912503"/>
              <a:gd name="connsiteX1400" fmla="*/ 12084454 w 12192528"/>
              <a:gd name="connsiteY1400" fmla="*/ 1200383 h 3912503"/>
              <a:gd name="connsiteX1401" fmla="*/ 12087051 w 12192528"/>
              <a:gd name="connsiteY1401" fmla="*/ 1203460 h 3912503"/>
              <a:gd name="connsiteX1402" fmla="*/ 12087118 w 12192528"/>
              <a:gd name="connsiteY1402" fmla="*/ 1208945 h 3912503"/>
              <a:gd name="connsiteX1403" fmla="*/ 12087424 w 12192528"/>
              <a:gd name="connsiteY1403" fmla="*/ 1226585 h 3912503"/>
              <a:gd name="connsiteX1404" fmla="*/ 12089018 w 12192528"/>
              <a:gd name="connsiteY1404" fmla="*/ 1229857 h 3912503"/>
              <a:gd name="connsiteX1405" fmla="*/ 12084453 w 12192528"/>
              <a:gd name="connsiteY1405" fmla="*/ 1230367 h 3912503"/>
              <a:gd name="connsiteX1406" fmla="*/ 12083902 w 12192528"/>
              <a:gd name="connsiteY1406" fmla="*/ 1230099 h 3912503"/>
              <a:gd name="connsiteX1407" fmla="*/ 12077373 w 12192528"/>
              <a:gd name="connsiteY1407" fmla="*/ 1234656 h 3912503"/>
              <a:gd name="connsiteX1408" fmla="*/ 12072812 w 12192528"/>
              <a:gd name="connsiteY1408" fmla="*/ 1243120 h 3912503"/>
              <a:gd name="connsiteX1409" fmla="*/ 12063796 w 12192528"/>
              <a:gd name="connsiteY1409" fmla="*/ 1253739 h 3912503"/>
              <a:gd name="connsiteX1410" fmla="*/ 12059432 w 12192528"/>
              <a:gd name="connsiteY1410" fmla="*/ 1255710 h 3912503"/>
              <a:gd name="connsiteX1411" fmla="*/ 12047250 w 12192528"/>
              <a:gd name="connsiteY1411" fmla="*/ 1261612 h 3912503"/>
              <a:gd name="connsiteX1412" fmla="*/ 12042032 w 12192528"/>
              <a:gd name="connsiteY1412" fmla="*/ 1261126 h 3912503"/>
              <a:gd name="connsiteX1413" fmla="*/ 12021232 w 12192528"/>
              <a:gd name="connsiteY1413" fmla="*/ 1257622 h 3912503"/>
              <a:gd name="connsiteX1414" fmla="*/ 12019268 w 12192528"/>
              <a:gd name="connsiteY1414" fmla="*/ 1261668 h 3912503"/>
              <a:gd name="connsiteX1415" fmla="*/ 12023783 w 12192528"/>
              <a:gd name="connsiteY1415" fmla="*/ 1264540 h 3912503"/>
              <a:gd name="connsiteX1416" fmla="*/ 12028165 w 12192528"/>
              <a:gd name="connsiteY1416" fmla="*/ 1263940 h 3912503"/>
              <a:gd name="connsiteX1417" fmla="*/ 12031471 w 12192528"/>
              <a:gd name="connsiteY1417" fmla="*/ 1265090 h 3912503"/>
              <a:gd name="connsiteX1418" fmla="*/ 12029315 w 12192528"/>
              <a:gd name="connsiteY1418" fmla="*/ 1268131 h 3912503"/>
              <a:gd name="connsiteX1419" fmla="*/ 12025578 w 12192528"/>
              <a:gd name="connsiteY1419" fmla="*/ 1269272 h 3912503"/>
              <a:gd name="connsiteX1420" fmla="*/ 12021893 w 12192528"/>
              <a:gd name="connsiteY1420" fmla="*/ 1274526 h 3912503"/>
              <a:gd name="connsiteX1421" fmla="*/ 12027395 w 12192528"/>
              <a:gd name="connsiteY1421" fmla="*/ 1275833 h 3912503"/>
              <a:gd name="connsiteX1422" fmla="*/ 12032776 w 12192528"/>
              <a:gd name="connsiteY1422" fmla="*/ 1274581 h 3912503"/>
              <a:gd name="connsiteX1423" fmla="*/ 12035296 w 12192528"/>
              <a:gd name="connsiteY1423" fmla="*/ 1278756 h 3912503"/>
              <a:gd name="connsiteX1424" fmla="*/ 12026163 w 12192528"/>
              <a:gd name="connsiteY1424" fmla="*/ 1287275 h 3912503"/>
              <a:gd name="connsiteX1425" fmla="*/ 12021257 w 12192528"/>
              <a:gd name="connsiteY1425" fmla="*/ 1297388 h 3912503"/>
              <a:gd name="connsiteX1426" fmla="*/ 12022974 w 12192528"/>
              <a:gd name="connsiteY1426" fmla="*/ 1303219 h 3912503"/>
              <a:gd name="connsiteX1427" fmla="*/ 12023097 w 12192528"/>
              <a:gd name="connsiteY1427" fmla="*/ 1305777 h 3912503"/>
              <a:gd name="connsiteX1428" fmla="*/ 12020537 w 12192528"/>
              <a:gd name="connsiteY1428" fmla="*/ 1305898 h 3912503"/>
              <a:gd name="connsiteX1429" fmla="*/ 12014890 w 12192528"/>
              <a:gd name="connsiteY1429" fmla="*/ 1307702 h 3912503"/>
              <a:gd name="connsiteX1430" fmla="*/ 12006092 w 12192528"/>
              <a:gd name="connsiteY1430" fmla="*/ 1313656 h 3912503"/>
              <a:gd name="connsiteX1431" fmla="*/ 12003767 w 12192528"/>
              <a:gd name="connsiteY1431" fmla="*/ 1317979 h 3912503"/>
              <a:gd name="connsiteX1432" fmla="*/ 12003812 w 12192528"/>
              <a:gd name="connsiteY1432" fmla="*/ 1321635 h 3912503"/>
              <a:gd name="connsiteX1433" fmla="*/ 11999702 w 12192528"/>
              <a:gd name="connsiteY1433" fmla="*/ 1322141 h 3912503"/>
              <a:gd name="connsiteX1434" fmla="*/ 11996949 w 12192528"/>
              <a:gd name="connsiteY1434" fmla="*/ 1321259 h 3912503"/>
              <a:gd name="connsiteX1435" fmla="*/ 11990164 w 12192528"/>
              <a:gd name="connsiteY1435" fmla="*/ 1327281 h 3912503"/>
              <a:gd name="connsiteX1436" fmla="*/ 11990371 w 12192528"/>
              <a:gd name="connsiteY1436" fmla="*/ 1329198 h 3912503"/>
              <a:gd name="connsiteX1437" fmla="*/ 11988580 w 12192528"/>
              <a:gd name="connsiteY1437" fmla="*/ 1332419 h 3912503"/>
              <a:gd name="connsiteX1438" fmla="*/ 11985993 w 12192528"/>
              <a:gd name="connsiteY1438" fmla="*/ 1330255 h 3912503"/>
              <a:gd name="connsiteX1439" fmla="*/ 11985314 w 12192528"/>
              <a:gd name="connsiteY1439" fmla="*/ 1326972 h 3912503"/>
              <a:gd name="connsiteX1440" fmla="*/ 11981901 w 12192528"/>
              <a:gd name="connsiteY1440" fmla="*/ 1324636 h 3912503"/>
              <a:gd name="connsiteX1441" fmla="*/ 11969251 w 12192528"/>
              <a:gd name="connsiteY1441" fmla="*/ 1322134 h 3912503"/>
              <a:gd name="connsiteX1442" fmla="*/ 11954824 w 12192528"/>
              <a:gd name="connsiteY1442" fmla="*/ 1316270 h 3912503"/>
              <a:gd name="connsiteX1443" fmla="*/ 11952315 w 12192528"/>
              <a:gd name="connsiteY1443" fmla="*/ 1313008 h 3912503"/>
              <a:gd name="connsiteX1444" fmla="*/ 11944890 w 12192528"/>
              <a:gd name="connsiteY1444" fmla="*/ 1303954 h 3912503"/>
              <a:gd name="connsiteX1445" fmla="*/ 11943674 w 12192528"/>
              <a:gd name="connsiteY1445" fmla="*/ 1301774 h 3912503"/>
              <a:gd name="connsiteX1446" fmla="*/ 11940307 w 12192528"/>
              <a:gd name="connsiteY1446" fmla="*/ 1288101 h 3912503"/>
              <a:gd name="connsiteX1447" fmla="*/ 11943368 w 12192528"/>
              <a:gd name="connsiteY1447" fmla="*/ 1269142 h 3912503"/>
              <a:gd name="connsiteX1448" fmla="*/ 11943742 w 12192528"/>
              <a:gd name="connsiteY1448" fmla="*/ 1262282 h 3912503"/>
              <a:gd name="connsiteX1449" fmla="*/ 11948219 w 12192528"/>
              <a:gd name="connsiteY1449" fmla="*/ 1254459 h 3912503"/>
              <a:gd name="connsiteX1450" fmla="*/ 11952256 w 12192528"/>
              <a:gd name="connsiteY1450" fmla="*/ 1248012 h 3912503"/>
              <a:gd name="connsiteX1451" fmla="*/ 11953409 w 12192528"/>
              <a:gd name="connsiteY1451" fmla="*/ 1245164 h 3912503"/>
              <a:gd name="connsiteX1452" fmla="*/ 11970330 w 12192528"/>
              <a:gd name="connsiteY1452" fmla="*/ 1237926 h 3912503"/>
              <a:gd name="connsiteX1453" fmla="*/ 11983577 w 12192528"/>
              <a:gd name="connsiteY1453" fmla="*/ 1236857 h 3912503"/>
              <a:gd name="connsiteX1454" fmla="*/ 11996210 w 12192528"/>
              <a:gd name="connsiteY1454" fmla="*/ 1230492 h 3912503"/>
              <a:gd name="connsiteX1455" fmla="*/ 11996087 w 12192528"/>
              <a:gd name="connsiteY1455" fmla="*/ 1227934 h 3912503"/>
              <a:gd name="connsiteX1456" fmla="*/ 11991478 w 12192528"/>
              <a:gd name="connsiteY1456" fmla="*/ 1209796 h 3912503"/>
              <a:gd name="connsiteX1457" fmla="*/ 11991432 w 12192528"/>
              <a:gd name="connsiteY1457" fmla="*/ 1206140 h 3912503"/>
              <a:gd name="connsiteX1458" fmla="*/ 11994421 w 12192528"/>
              <a:gd name="connsiteY1458" fmla="*/ 1196231 h 3912503"/>
              <a:gd name="connsiteX1459" fmla="*/ 11997020 w 12192528"/>
              <a:gd name="connsiteY1459" fmla="*/ 1184317 h 3912503"/>
              <a:gd name="connsiteX1460" fmla="*/ 11999344 w 12192528"/>
              <a:gd name="connsiteY1460" fmla="*/ 1179993 h 3912503"/>
              <a:gd name="connsiteX1461" fmla="*/ 12020603 w 12192528"/>
              <a:gd name="connsiteY1461" fmla="*/ 1161002 h 3912503"/>
              <a:gd name="connsiteX1462" fmla="*/ 12023158 w 12192528"/>
              <a:gd name="connsiteY1462" fmla="*/ 1160424 h 3912503"/>
              <a:gd name="connsiteX1463" fmla="*/ 5337420 w 12192528"/>
              <a:gd name="connsiteY1463" fmla="*/ 1159731 h 3912503"/>
              <a:gd name="connsiteX1464" fmla="*/ 5341835 w 12192528"/>
              <a:gd name="connsiteY1464" fmla="*/ 1159938 h 3912503"/>
              <a:gd name="connsiteX1465" fmla="*/ 5337418 w 12192528"/>
              <a:gd name="connsiteY1465" fmla="*/ 1159938 h 3912503"/>
              <a:gd name="connsiteX1466" fmla="*/ 5341832 w 12192528"/>
              <a:gd name="connsiteY1466" fmla="*/ 1155525 h 3912503"/>
              <a:gd name="connsiteX1467" fmla="*/ 5346247 w 12192528"/>
              <a:gd name="connsiteY1467" fmla="*/ 1155525 h 3912503"/>
              <a:gd name="connsiteX1468" fmla="*/ 5345978 w 12192528"/>
              <a:gd name="connsiteY1468" fmla="*/ 1155793 h 3912503"/>
              <a:gd name="connsiteX1469" fmla="*/ 8672136 w 12192528"/>
              <a:gd name="connsiteY1469" fmla="*/ 1148300 h 3912503"/>
              <a:gd name="connsiteX1470" fmla="*/ 8668085 w 12192528"/>
              <a:gd name="connsiteY1470" fmla="*/ 1149614 h 3912503"/>
              <a:gd name="connsiteX1471" fmla="*/ 8664032 w 12192528"/>
              <a:gd name="connsiteY1471" fmla="*/ 1150928 h 3912503"/>
              <a:gd name="connsiteX1472" fmla="*/ 8647820 w 12192528"/>
              <a:gd name="connsiteY1472" fmla="*/ 1156186 h 3912503"/>
              <a:gd name="connsiteX1473" fmla="*/ 8638440 w 12192528"/>
              <a:gd name="connsiteY1473" fmla="*/ 1156831 h 3912503"/>
              <a:gd name="connsiteX1474" fmla="*/ 1907816 w 12192528"/>
              <a:gd name="connsiteY1474" fmla="*/ 1140199 h 3912503"/>
              <a:gd name="connsiteX1475" fmla="*/ 1916390 w 12192528"/>
              <a:gd name="connsiteY1475" fmla="*/ 1144445 h 3912503"/>
              <a:gd name="connsiteX1476" fmla="*/ 1921251 w 12192528"/>
              <a:gd name="connsiteY1476" fmla="*/ 1147015 h 3912503"/>
              <a:gd name="connsiteX1477" fmla="*/ 1926680 w 12192528"/>
              <a:gd name="connsiteY1477" fmla="*/ 1151582 h 3912503"/>
              <a:gd name="connsiteX1478" fmla="*/ 1930109 w 12192528"/>
              <a:gd name="connsiteY1478" fmla="*/ 1156149 h 3912503"/>
              <a:gd name="connsiteX1479" fmla="*/ 1934110 w 12192528"/>
              <a:gd name="connsiteY1479" fmla="*/ 1168708 h 3912503"/>
              <a:gd name="connsiteX1480" fmla="*/ 1936969 w 12192528"/>
              <a:gd name="connsiteY1480" fmla="*/ 1176416 h 3912503"/>
              <a:gd name="connsiteX1481" fmla="*/ 1936969 w 12192528"/>
              <a:gd name="connsiteY1481" fmla="*/ 1179841 h 3912503"/>
              <a:gd name="connsiteX1482" fmla="*/ 1933539 w 12192528"/>
              <a:gd name="connsiteY1482" fmla="*/ 1186692 h 3912503"/>
              <a:gd name="connsiteX1483" fmla="*/ 1925823 w 12192528"/>
              <a:gd name="connsiteY1483" fmla="*/ 1196968 h 3912503"/>
              <a:gd name="connsiteX1484" fmla="*/ 1923823 w 12192528"/>
              <a:gd name="connsiteY1484" fmla="*/ 1200963 h 3912503"/>
              <a:gd name="connsiteX1485" fmla="*/ 1920392 w 12192528"/>
              <a:gd name="connsiteY1485" fmla="*/ 1202391 h 3912503"/>
              <a:gd name="connsiteX1486" fmla="*/ 1913818 w 12192528"/>
              <a:gd name="connsiteY1486" fmla="*/ 1204388 h 3912503"/>
              <a:gd name="connsiteX1487" fmla="*/ 1911532 w 12192528"/>
              <a:gd name="connsiteY1487" fmla="*/ 1205530 h 3912503"/>
              <a:gd name="connsiteX1488" fmla="*/ 1902387 w 12192528"/>
              <a:gd name="connsiteY1488" fmla="*/ 1206673 h 3912503"/>
              <a:gd name="connsiteX1489" fmla="*/ 1900386 w 12192528"/>
              <a:gd name="connsiteY1489" fmla="*/ 1207244 h 3912503"/>
              <a:gd name="connsiteX1490" fmla="*/ 1880094 w 12192528"/>
              <a:gd name="connsiteY1490" fmla="*/ 1194399 h 3912503"/>
              <a:gd name="connsiteX1491" fmla="*/ 1873806 w 12192528"/>
              <a:gd name="connsiteY1491" fmla="*/ 1182696 h 3912503"/>
              <a:gd name="connsiteX1492" fmla="*/ 1871805 w 12192528"/>
              <a:gd name="connsiteY1492" fmla="*/ 1177843 h 3912503"/>
              <a:gd name="connsiteX1493" fmla="*/ 1871520 w 12192528"/>
              <a:gd name="connsiteY1493" fmla="*/ 1172990 h 3912503"/>
              <a:gd name="connsiteX1494" fmla="*/ 1872377 w 12192528"/>
              <a:gd name="connsiteY1494" fmla="*/ 1169279 h 3912503"/>
              <a:gd name="connsiteX1495" fmla="*/ 1873806 w 12192528"/>
              <a:gd name="connsiteY1495" fmla="*/ 1161572 h 3912503"/>
              <a:gd name="connsiteX1496" fmla="*/ 1874091 w 12192528"/>
              <a:gd name="connsiteY1496" fmla="*/ 1158718 h 3912503"/>
              <a:gd name="connsiteX1497" fmla="*/ 1874950 w 12192528"/>
              <a:gd name="connsiteY1497" fmla="*/ 1151868 h 3912503"/>
              <a:gd name="connsiteX1498" fmla="*/ 1889240 w 12192528"/>
              <a:gd name="connsiteY1498" fmla="*/ 1140735 h 3912503"/>
              <a:gd name="connsiteX1499" fmla="*/ 1898384 w 12192528"/>
              <a:gd name="connsiteY1499" fmla="*/ 1140450 h 3912503"/>
              <a:gd name="connsiteX1500" fmla="*/ 1907816 w 12192528"/>
              <a:gd name="connsiteY1500" fmla="*/ 1140199 h 3912503"/>
              <a:gd name="connsiteX1501" fmla="*/ 5240327 w 12192528"/>
              <a:gd name="connsiteY1501" fmla="*/ 1137871 h 3912503"/>
              <a:gd name="connsiteX1502" fmla="*/ 5315354 w 12192528"/>
              <a:gd name="connsiteY1502" fmla="*/ 1146697 h 3912503"/>
              <a:gd name="connsiteX1503" fmla="*/ 5310940 w 12192528"/>
              <a:gd name="connsiteY1503" fmla="*/ 1151112 h 3912503"/>
              <a:gd name="connsiteX1504" fmla="*/ 5315354 w 12192528"/>
              <a:gd name="connsiteY1504" fmla="*/ 1151110 h 3912503"/>
              <a:gd name="connsiteX1505" fmla="*/ 5333006 w 12192528"/>
              <a:gd name="connsiteY1505" fmla="*/ 1155525 h 3912503"/>
              <a:gd name="connsiteX1506" fmla="*/ 5337420 w 12192528"/>
              <a:gd name="connsiteY1506" fmla="*/ 1155525 h 3912503"/>
              <a:gd name="connsiteX1507" fmla="*/ 5337420 w 12192528"/>
              <a:gd name="connsiteY1507" fmla="*/ 1159731 h 3912503"/>
              <a:gd name="connsiteX1508" fmla="*/ 5330181 w 12192528"/>
              <a:gd name="connsiteY1508" fmla="*/ 1159386 h 3912503"/>
              <a:gd name="connsiteX1509" fmla="*/ 5310940 w 12192528"/>
              <a:gd name="connsiteY1509" fmla="*/ 1164351 h 3912503"/>
              <a:gd name="connsiteX1510" fmla="*/ 5306526 w 12192528"/>
              <a:gd name="connsiteY1510" fmla="*/ 1159938 h 3912503"/>
              <a:gd name="connsiteX1511" fmla="*/ 5302115 w 12192528"/>
              <a:gd name="connsiteY1511" fmla="*/ 1159938 h 3912503"/>
              <a:gd name="connsiteX1512" fmla="*/ 5297701 w 12192528"/>
              <a:gd name="connsiteY1512" fmla="*/ 1155525 h 3912503"/>
              <a:gd name="connsiteX1513" fmla="*/ 5293288 w 12192528"/>
              <a:gd name="connsiteY1513" fmla="*/ 1155525 h 3912503"/>
              <a:gd name="connsiteX1514" fmla="*/ 5293288 w 12192528"/>
              <a:gd name="connsiteY1514" fmla="*/ 1159938 h 3912503"/>
              <a:gd name="connsiteX1515" fmla="*/ 5257981 w 12192528"/>
              <a:gd name="connsiteY1515" fmla="*/ 1164351 h 3912503"/>
              <a:gd name="connsiteX1516" fmla="*/ 5257981 w 12192528"/>
              <a:gd name="connsiteY1516" fmla="*/ 1159938 h 3912503"/>
              <a:gd name="connsiteX1517" fmla="*/ 5249152 w 12192528"/>
              <a:gd name="connsiteY1517" fmla="*/ 1159938 h 3912503"/>
              <a:gd name="connsiteX1518" fmla="*/ 5244741 w 12192528"/>
              <a:gd name="connsiteY1518" fmla="*/ 1159938 h 3912503"/>
              <a:gd name="connsiteX1519" fmla="*/ 5200609 w 12192528"/>
              <a:gd name="connsiteY1519" fmla="*/ 1155525 h 3912503"/>
              <a:gd name="connsiteX1520" fmla="*/ 5200607 w 12192528"/>
              <a:gd name="connsiteY1520" fmla="*/ 1159938 h 3912503"/>
              <a:gd name="connsiteX1521" fmla="*/ 5196195 w 12192528"/>
              <a:gd name="connsiteY1521" fmla="*/ 1155525 h 3912503"/>
              <a:gd name="connsiteX1522" fmla="*/ 5191780 w 12192528"/>
              <a:gd name="connsiteY1522" fmla="*/ 1159939 h 3912503"/>
              <a:gd name="connsiteX1523" fmla="*/ 5165301 w 12192528"/>
              <a:gd name="connsiteY1523" fmla="*/ 1159938 h 3912503"/>
              <a:gd name="connsiteX1524" fmla="*/ 5152061 w 12192528"/>
              <a:gd name="connsiteY1524" fmla="*/ 1164351 h 3912503"/>
              <a:gd name="connsiteX1525" fmla="*/ 5147646 w 12192528"/>
              <a:gd name="connsiteY1525" fmla="*/ 1159938 h 3912503"/>
              <a:gd name="connsiteX1526" fmla="*/ 5143235 w 12192528"/>
              <a:gd name="connsiteY1526" fmla="*/ 1168764 h 3912503"/>
              <a:gd name="connsiteX1527" fmla="*/ 5143235 w 12192528"/>
              <a:gd name="connsiteY1527" fmla="*/ 1164351 h 3912503"/>
              <a:gd name="connsiteX1528" fmla="*/ 5138821 w 12192528"/>
              <a:gd name="connsiteY1528" fmla="*/ 1164351 h 3912503"/>
              <a:gd name="connsiteX1529" fmla="*/ 5134407 w 12192528"/>
              <a:gd name="connsiteY1529" fmla="*/ 1164351 h 3912503"/>
              <a:gd name="connsiteX1530" fmla="*/ 5129996 w 12192528"/>
              <a:gd name="connsiteY1530" fmla="*/ 1164352 h 3912503"/>
              <a:gd name="connsiteX1531" fmla="*/ 5125580 w 12192528"/>
              <a:gd name="connsiteY1531" fmla="*/ 1164351 h 3912503"/>
              <a:gd name="connsiteX1532" fmla="*/ 5116754 w 12192528"/>
              <a:gd name="connsiteY1532" fmla="*/ 1159938 h 3912503"/>
              <a:gd name="connsiteX1533" fmla="*/ 5107927 w 12192528"/>
              <a:gd name="connsiteY1533" fmla="*/ 1164351 h 3912503"/>
              <a:gd name="connsiteX1534" fmla="*/ 5081448 w 12192528"/>
              <a:gd name="connsiteY1534" fmla="*/ 1159938 h 3912503"/>
              <a:gd name="connsiteX1535" fmla="*/ 5160887 w 12192528"/>
              <a:gd name="connsiteY1535" fmla="*/ 1155525 h 3912503"/>
              <a:gd name="connsiteX1536" fmla="*/ 5196195 w 12192528"/>
              <a:gd name="connsiteY1536" fmla="*/ 1142285 h 3912503"/>
              <a:gd name="connsiteX1537" fmla="*/ 5240327 w 12192528"/>
              <a:gd name="connsiteY1537" fmla="*/ 1137871 h 3912503"/>
              <a:gd name="connsiteX1538" fmla="*/ 9339349 w 12192528"/>
              <a:gd name="connsiteY1538" fmla="*/ 1125863 h 3912503"/>
              <a:gd name="connsiteX1539" fmla="*/ 9251014 w 12192528"/>
              <a:gd name="connsiteY1539" fmla="*/ 1133467 h 3912503"/>
              <a:gd name="connsiteX1540" fmla="*/ 9232286 w 12192528"/>
              <a:gd name="connsiteY1540" fmla="*/ 1129233 h 3912503"/>
              <a:gd name="connsiteX1541" fmla="*/ 9085225 w 12192528"/>
              <a:gd name="connsiteY1541" fmla="*/ 1135377 h 3912503"/>
              <a:gd name="connsiteX1542" fmla="*/ 8873864 w 12192528"/>
              <a:gd name="connsiteY1542" fmla="*/ 1182131 h 3912503"/>
              <a:gd name="connsiteX1543" fmla="*/ 8860575 w 12192528"/>
              <a:gd name="connsiteY1543" fmla="*/ 1171249 h 3912503"/>
              <a:gd name="connsiteX1544" fmla="*/ 8810544 w 12192528"/>
              <a:gd name="connsiteY1544" fmla="*/ 1183574 h 3912503"/>
              <a:gd name="connsiteX1545" fmla="*/ 8815136 w 12192528"/>
              <a:gd name="connsiteY1545" fmla="*/ 1180673 h 3912503"/>
              <a:gd name="connsiteX1546" fmla="*/ 8819730 w 12192528"/>
              <a:gd name="connsiteY1546" fmla="*/ 1177772 h 3912503"/>
              <a:gd name="connsiteX1547" fmla="*/ 8808493 w 12192528"/>
              <a:gd name="connsiteY1547" fmla="*/ 1175232 h 3912503"/>
              <a:gd name="connsiteX1548" fmla="*/ 8803900 w 12192528"/>
              <a:gd name="connsiteY1548" fmla="*/ 1178132 h 3912503"/>
              <a:gd name="connsiteX1549" fmla="*/ 8803052 w 12192528"/>
              <a:gd name="connsiteY1549" fmla="*/ 1181880 h 3912503"/>
              <a:gd name="connsiteX1550" fmla="*/ 8715921 w 12192528"/>
              <a:gd name="connsiteY1550" fmla="*/ 1201573 h 3912503"/>
              <a:gd name="connsiteX1551" fmla="*/ 8579116 w 12192528"/>
              <a:gd name="connsiteY1551" fmla="*/ 1249427 h 3912503"/>
              <a:gd name="connsiteX1552" fmla="*/ 8536577 w 12192528"/>
              <a:gd name="connsiteY1552" fmla="*/ 1263444 h 3912503"/>
              <a:gd name="connsiteX1553" fmla="*/ 8395536 w 12192528"/>
              <a:gd name="connsiteY1553" fmla="*/ 1330037 h 3912503"/>
              <a:gd name="connsiteX1554" fmla="*/ 8381050 w 12192528"/>
              <a:gd name="connsiteY1554" fmla="*/ 1333162 h 3912503"/>
              <a:gd name="connsiteX1555" fmla="*/ 8369829 w 12192528"/>
              <a:gd name="connsiteY1555" fmla="*/ 1337567 h 3912503"/>
              <a:gd name="connsiteX1556" fmla="*/ 8370520 w 12192528"/>
              <a:gd name="connsiteY1556" fmla="*/ 1336198 h 3912503"/>
              <a:gd name="connsiteX1557" fmla="*/ 8373754 w 12192528"/>
              <a:gd name="connsiteY1557" fmla="*/ 1334960 h 3912503"/>
              <a:gd name="connsiteX1558" fmla="*/ 8372721 w 12192528"/>
              <a:gd name="connsiteY1558" fmla="*/ 1333873 h 3912503"/>
              <a:gd name="connsiteX1559" fmla="*/ 8231404 w 12192528"/>
              <a:gd name="connsiteY1559" fmla="*/ 1405556 h 3912503"/>
              <a:gd name="connsiteX1560" fmla="*/ 8231531 w 12192528"/>
              <a:gd name="connsiteY1560" fmla="*/ 1411132 h 3912503"/>
              <a:gd name="connsiteX1561" fmla="*/ 8127589 w 12192528"/>
              <a:gd name="connsiteY1561" fmla="*/ 1470355 h 3912503"/>
              <a:gd name="connsiteX1562" fmla="*/ 8102929 w 12192528"/>
              <a:gd name="connsiteY1562" fmla="*/ 1492353 h 3912503"/>
              <a:gd name="connsiteX1563" fmla="*/ 7968889 w 12192528"/>
              <a:gd name="connsiteY1563" fmla="*/ 1580223 h 3912503"/>
              <a:gd name="connsiteX1564" fmla="*/ 7907125 w 12192528"/>
              <a:gd name="connsiteY1564" fmla="*/ 1624855 h 3912503"/>
              <a:gd name="connsiteX1565" fmla="*/ 7847880 w 12192528"/>
              <a:gd name="connsiteY1565" fmla="*/ 1663016 h 3912503"/>
              <a:gd name="connsiteX1566" fmla="*/ 7853220 w 12192528"/>
              <a:gd name="connsiteY1566" fmla="*/ 1656491 h 3912503"/>
              <a:gd name="connsiteX1567" fmla="*/ 7840290 w 12192528"/>
              <a:gd name="connsiteY1567" fmla="*/ 1661445 h 3912503"/>
              <a:gd name="connsiteX1568" fmla="*/ 7835695 w 12192528"/>
              <a:gd name="connsiteY1568" fmla="*/ 1664347 h 3912503"/>
              <a:gd name="connsiteX1569" fmla="*/ 7836543 w 12192528"/>
              <a:gd name="connsiteY1569" fmla="*/ 1660599 h 3912503"/>
              <a:gd name="connsiteX1570" fmla="*/ 7950161 w 12192528"/>
              <a:gd name="connsiteY1570" fmla="*/ 1575989 h 3912503"/>
              <a:gd name="connsiteX1571" fmla="*/ 7939771 w 12192528"/>
              <a:gd name="connsiteY1571" fmla="*/ 1569703 h 3912503"/>
              <a:gd name="connsiteX1572" fmla="*/ 7910520 w 12192528"/>
              <a:gd name="connsiteY1572" fmla="*/ 1594601 h 3912503"/>
              <a:gd name="connsiteX1573" fmla="*/ 7862896 w 12192528"/>
              <a:gd name="connsiteY1573" fmla="*/ 1631105 h 3912503"/>
              <a:gd name="connsiteX1574" fmla="*/ 7700808 w 12192528"/>
              <a:gd name="connsiteY1574" fmla="*/ 1755965 h 3912503"/>
              <a:gd name="connsiteX1575" fmla="*/ 7689081 w 12192528"/>
              <a:gd name="connsiteY1575" fmla="*/ 1773008 h 3912503"/>
              <a:gd name="connsiteX1576" fmla="*/ 7628881 w 12192528"/>
              <a:gd name="connsiteY1576" fmla="*/ 1830304 h 3912503"/>
              <a:gd name="connsiteX1577" fmla="*/ 7615952 w 12192528"/>
              <a:gd name="connsiteY1577" fmla="*/ 1835257 h 3912503"/>
              <a:gd name="connsiteX1578" fmla="*/ 7589597 w 12192528"/>
              <a:gd name="connsiteY1578" fmla="*/ 1864752 h 3912503"/>
              <a:gd name="connsiteX1579" fmla="*/ 7591292 w 12192528"/>
              <a:gd name="connsiteY1579" fmla="*/ 1857256 h 3912503"/>
              <a:gd name="connsiteX1580" fmla="*/ 7532298 w 12192528"/>
              <a:gd name="connsiteY1580" fmla="*/ 1926641 h 3912503"/>
              <a:gd name="connsiteX1581" fmla="*/ 7586207 w 12192528"/>
              <a:gd name="connsiteY1581" fmla="*/ 1879742 h 3912503"/>
              <a:gd name="connsiteX1582" fmla="*/ 7636914 w 12192528"/>
              <a:gd name="connsiteY1582" fmla="*/ 1840489 h 3912503"/>
              <a:gd name="connsiteX1583" fmla="*/ 7683586 w 12192528"/>
              <a:gd name="connsiteY1583" fmla="*/ 1800869 h 3912503"/>
              <a:gd name="connsiteX1584" fmla="*/ 7682302 w 12192528"/>
              <a:gd name="connsiteY1584" fmla="*/ 1802989 h 3912503"/>
              <a:gd name="connsiteX1585" fmla="*/ 7690641 w 12192528"/>
              <a:gd name="connsiteY1585" fmla="*/ 1800935 h 3912503"/>
              <a:gd name="connsiteX1586" fmla="*/ 7694387 w 12192528"/>
              <a:gd name="connsiteY1586" fmla="*/ 1801781 h 3912503"/>
              <a:gd name="connsiteX1587" fmla="*/ 7587770 w 12192528"/>
              <a:gd name="connsiteY1587" fmla="*/ 1907669 h 3912503"/>
              <a:gd name="connsiteX1588" fmla="*/ 7543759 w 12192528"/>
              <a:gd name="connsiteY1588" fmla="*/ 1980440 h 3912503"/>
              <a:gd name="connsiteX1589" fmla="*/ 7730640 w 12192528"/>
              <a:gd name="connsiteY1589" fmla="*/ 1798159 h 3912503"/>
              <a:gd name="connsiteX1590" fmla="*/ 7790837 w 12192528"/>
              <a:gd name="connsiteY1590" fmla="*/ 1740866 h 3912503"/>
              <a:gd name="connsiteX1591" fmla="*/ 7803279 w 12192528"/>
              <a:gd name="connsiteY1591" fmla="*/ 1755496 h 3912503"/>
              <a:gd name="connsiteX1592" fmla="*/ 7819596 w 12192528"/>
              <a:gd name="connsiteY1592" fmla="*/ 1735551 h 3912503"/>
              <a:gd name="connsiteX1593" fmla="*/ 7812954 w 12192528"/>
              <a:gd name="connsiteY1593" fmla="*/ 1730108 h 3912503"/>
              <a:gd name="connsiteX1594" fmla="*/ 7924521 w 12192528"/>
              <a:gd name="connsiteY1594" fmla="*/ 1637158 h 3912503"/>
              <a:gd name="connsiteX1595" fmla="*/ 7991719 w 12192528"/>
              <a:gd name="connsiteY1595" fmla="*/ 1601142 h 3912503"/>
              <a:gd name="connsiteX1596" fmla="*/ 8061460 w 12192528"/>
              <a:gd name="connsiteY1596" fmla="*/ 1553883 h 3912503"/>
              <a:gd name="connsiteX1597" fmla="*/ 8041395 w 12192528"/>
              <a:gd name="connsiteY1597" fmla="*/ 1572980 h 3912503"/>
              <a:gd name="connsiteX1598" fmla="*/ 8052631 w 12192528"/>
              <a:gd name="connsiteY1598" fmla="*/ 1575521 h 3912503"/>
              <a:gd name="connsiteX1599" fmla="*/ 8106898 w 12192528"/>
              <a:gd name="connsiteY1599" fmla="*/ 1544460 h 3912503"/>
              <a:gd name="connsiteX1600" fmla="*/ 8113187 w 12192528"/>
              <a:gd name="connsiteY1600" fmla="*/ 1534063 h 3912503"/>
              <a:gd name="connsiteX1601" fmla="*/ 8099898 w 12192528"/>
              <a:gd name="connsiteY1601" fmla="*/ 1523181 h 3912503"/>
              <a:gd name="connsiteX1602" fmla="*/ 8167097 w 12192528"/>
              <a:gd name="connsiteY1602" fmla="*/ 1487164 h 3912503"/>
              <a:gd name="connsiteX1603" fmla="*/ 8240583 w 12192528"/>
              <a:gd name="connsiteY1603" fmla="*/ 1440752 h 3912503"/>
              <a:gd name="connsiteX1604" fmla="*/ 8242275 w 12192528"/>
              <a:gd name="connsiteY1604" fmla="*/ 1433257 h 3912503"/>
              <a:gd name="connsiteX1605" fmla="*/ 8290257 w 12192528"/>
              <a:gd name="connsiteY1605" fmla="*/ 1412591 h 3912503"/>
              <a:gd name="connsiteX1606" fmla="*/ 8322408 w 12192528"/>
              <a:gd name="connsiteY1606" fmla="*/ 1392286 h 3912503"/>
              <a:gd name="connsiteX1607" fmla="*/ 8510581 w 12192528"/>
              <a:gd name="connsiteY1607" fmla="*/ 1308775 h 3912503"/>
              <a:gd name="connsiteX1608" fmla="*/ 8533544 w 12192528"/>
              <a:gd name="connsiteY1608" fmla="*/ 1294272 h 3912503"/>
              <a:gd name="connsiteX1609" fmla="*/ 8553968 w 12192528"/>
              <a:gd name="connsiteY1609" fmla="*/ 1291010 h 3912503"/>
              <a:gd name="connsiteX1610" fmla="*/ 8528461 w 12192528"/>
              <a:gd name="connsiteY1610" fmla="*/ 1316757 h 3912503"/>
              <a:gd name="connsiteX1611" fmla="*/ 8607744 w 12192528"/>
              <a:gd name="connsiteY1611" fmla="*/ 1279533 h 3912503"/>
              <a:gd name="connsiteX1612" fmla="*/ 8589016 w 12192528"/>
              <a:gd name="connsiteY1612" fmla="*/ 1275299 h 3912503"/>
              <a:gd name="connsiteX1613" fmla="*/ 8595302 w 12192528"/>
              <a:gd name="connsiteY1613" fmla="*/ 1264905 h 3912503"/>
              <a:gd name="connsiteX1614" fmla="*/ 8597844 w 12192528"/>
              <a:gd name="connsiteY1614" fmla="*/ 1253661 h 3912503"/>
              <a:gd name="connsiteX1615" fmla="*/ 8601591 w 12192528"/>
              <a:gd name="connsiteY1615" fmla="*/ 1254508 h 3912503"/>
              <a:gd name="connsiteX1616" fmla="*/ 8596997 w 12192528"/>
              <a:gd name="connsiteY1616" fmla="*/ 1257408 h 3912503"/>
              <a:gd name="connsiteX1617" fmla="*/ 8600742 w 12192528"/>
              <a:gd name="connsiteY1617" fmla="*/ 1258256 h 3912503"/>
              <a:gd name="connsiteX1618" fmla="*/ 8604489 w 12192528"/>
              <a:gd name="connsiteY1618" fmla="*/ 1259103 h 3912503"/>
              <a:gd name="connsiteX1619" fmla="*/ 8609082 w 12192528"/>
              <a:gd name="connsiteY1619" fmla="*/ 1256201 h 3912503"/>
              <a:gd name="connsiteX1620" fmla="*/ 8609929 w 12192528"/>
              <a:gd name="connsiteY1620" fmla="*/ 1252454 h 3912503"/>
              <a:gd name="connsiteX1621" fmla="*/ 8634944 w 12192528"/>
              <a:gd name="connsiteY1621" fmla="*/ 1246291 h 3912503"/>
              <a:gd name="connsiteX1622" fmla="*/ 8631199 w 12192528"/>
              <a:gd name="connsiteY1622" fmla="*/ 1245445 h 3912503"/>
              <a:gd name="connsiteX1623" fmla="*/ 8639538 w 12192528"/>
              <a:gd name="connsiteY1623" fmla="*/ 1243391 h 3912503"/>
              <a:gd name="connsiteX1624" fmla="*/ 8644130 w 12192528"/>
              <a:gd name="connsiteY1624" fmla="*/ 1240490 h 3912503"/>
              <a:gd name="connsiteX1625" fmla="*/ 8640384 w 12192528"/>
              <a:gd name="connsiteY1625" fmla="*/ 1239644 h 3912503"/>
              <a:gd name="connsiteX1626" fmla="*/ 8636638 w 12192528"/>
              <a:gd name="connsiteY1626" fmla="*/ 1238797 h 3912503"/>
              <a:gd name="connsiteX1627" fmla="*/ 8735498 w 12192528"/>
              <a:gd name="connsiteY1627" fmla="*/ 1202060 h 3912503"/>
              <a:gd name="connsiteX1628" fmla="*/ 8712890 w 12192528"/>
              <a:gd name="connsiteY1628" fmla="*/ 1232399 h 3912503"/>
              <a:gd name="connsiteX1629" fmla="*/ 8731618 w 12192528"/>
              <a:gd name="connsiteY1629" fmla="*/ 1236633 h 3912503"/>
              <a:gd name="connsiteX1630" fmla="*/ 8786242 w 12192528"/>
              <a:gd name="connsiteY1630" fmla="*/ 1221409 h 3912503"/>
              <a:gd name="connsiteX1631" fmla="*/ 8784190 w 12192528"/>
              <a:gd name="connsiteY1631" fmla="*/ 1213068 h 3912503"/>
              <a:gd name="connsiteX1632" fmla="*/ 8841714 w 12192528"/>
              <a:gd name="connsiteY1632" fmla="*/ 1202437 h 3912503"/>
              <a:gd name="connsiteX1633" fmla="*/ 8938877 w 12192528"/>
              <a:gd name="connsiteY1633" fmla="*/ 1173195 h 3912503"/>
              <a:gd name="connsiteX1634" fmla="*/ 8944674 w 12192528"/>
              <a:gd name="connsiteY1634" fmla="*/ 1182384 h 3912503"/>
              <a:gd name="connsiteX1635" fmla="*/ 9067210 w 12192528"/>
              <a:gd name="connsiteY1635" fmla="*/ 1162817 h 3912503"/>
              <a:gd name="connsiteX1636" fmla="*/ 9176815 w 12192528"/>
              <a:gd name="connsiteY1636" fmla="*/ 1148205 h 3912503"/>
              <a:gd name="connsiteX1637" fmla="*/ 9182255 w 12192528"/>
              <a:gd name="connsiteY1637" fmla="*/ 1141557 h 3912503"/>
              <a:gd name="connsiteX1638" fmla="*/ 9209322 w 12192528"/>
              <a:gd name="connsiteY1638" fmla="*/ 1143737 h 3912503"/>
              <a:gd name="connsiteX1639" fmla="*/ 9290166 w 12192528"/>
              <a:gd name="connsiteY1639" fmla="*/ 1134440 h 3912503"/>
              <a:gd name="connsiteX1640" fmla="*/ 9320131 w 12192528"/>
              <a:gd name="connsiteY1640" fmla="*/ 1141213 h 3912503"/>
              <a:gd name="connsiteX1641" fmla="*/ 9372214 w 12192528"/>
              <a:gd name="connsiteY1641" fmla="*/ 1137231 h 3912503"/>
              <a:gd name="connsiteX1642" fmla="*/ 9415957 w 12192528"/>
              <a:gd name="connsiteY1642" fmla="*/ 1135303 h 3912503"/>
              <a:gd name="connsiteX1643" fmla="*/ 9416804 w 12192528"/>
              <a:gd name="connsiteY1643" fmla="*/ 1131556 h 3912503"/>
              <a:gd name="connsiteX1644" fmla="*/ 9398076 w 12192528"/>
              <a:gd name="connsiteY1644" fmla="*/ 1127322 h 3912503"/>
              <a:gd name="connsiteX1645" fmla="*/ 9339349 w 12192528"/>
              <a:gd name="connsiteY1645" fmla="*/ 1125863 h 3912503"/>
              <a:gd name="connsiteX1646" fmla="*/ 1478794 w 12192528"/>
              <a:gd name="connsiteY1646" fmla="*/ 1120425 h 3912503"/>
              <a:gd name="connsiteX1647" fmla="*/ 1496361 w 12192528"/>
              <a:gd name="connsiteY1647" fmla="*/ 1136748 h 3912503"/>
              <a:gd name="connsiteX1648" fmla="*/ 1499875 w 12192528"/>
              <a:gd name="connsiteY1648" fmla="*/ 1143161 h 3912503"/>
              <a:gd name="connsiteX1649" fmla="*/ 1511002 w 12192528"/>
              <a:gd name="connsiteY1649" fmla="*/ 1157153 h 3912503"/>
              <a:gd name="connsiteX1650" fmla="*/ 1519785 w 12192528"/>
              <a:gd name="connsiteY1650" fmla="*/ 1162399 h 3912503"/>
              <a:gd name="connsiteX1651" fmla="*/ 1527983 w 12192528"/>
              <a:gd name="connsiteY1651" fmla="*/ 1185718 h 3912503"/>
              <a:gd name="connsiteX1652" fmla="*/ 1522713 w 12192528"/>
              <a:gd name="connsiteY1652" fmla="*/ 1205539 h 3912503"/>
              <a:gd name="connsiteX1653" fmla="*/ 1506317 w 12192528"/>
              <a:gd name="connsiteY1653" fmla="*/ 1218364 h 3912503"/>
              <a:gd name="connsiteX1654" fmla="*/ 1504561 w 12192528"/>
              <a:gd name="connsiteY1654" fmla="*/ 1220696 h 3912503"/>
              <a:gd name="connsiteX1655" fmla="*/ 1492848 w 12192528"/>
              <a:gd name="connsiteY1655" fmla="*/ 1220696 h 3912503"/>
              <a:gd name="connsiteX1656" fmla="*/ 1479965 w 12192528"/>
              <a:gd name="connsiteY1656" fmla="*/ 1214283 h 3912503"/>
              <a:gd name="connsiteX1657" fmla="*/ 1471180 w 12192528"/>
              <a:gd name="connsiteY1657" fmla="*/ 1203790 h 3912503"/>
              <a:gd name="connsiteX1658" fmla="*/ 1464738 w 12192528"/>
              <a:gd name="connsiteY1658" fmla="*/ 1188050 h 3912503"/>
              <a:gd name="connsiteX1659" fmla="*/ 1456541 w 12192528"/>
              <a:gd name="connsiteY1659" fmla="*/ 1172893 h 3912503"/>
              <a:gd name="connsiteX1660" fmla="*/ 1443657 w 12192528"/>
              <a:gd name="connsiteY1660" fmla="*/ 1160066 h 3912503"/>
              <a:gd name="connsiteX1661" fmla="*/ 1443657 w 12192528"/>
              <a:gd name="connsiteY1661" fmla="*/ 1139080 h 3912503"/>
              <a:gd name="connsiteX1662" fmla="*/ 1450685 w 12192528"/>
              <a:gd name="connsiteY1662" fmla="*/ 1130918 h 3912503"/>
              <a:gd name="connsiteX1663" fmla="*/ 1463567 w 12192528"/>
              <a:gd name="connsiteY1663" fmla="*/ 1122757 h 3912503"/>
              <a:gd name="connsiteX1664" fmla="*/ 1478794 w 12192528"/>
              <a:gd name="connsiteY1664" fmla="*/ 1120425 h 3912503"/>
              <a:gd name="connsiteX1665" fmla="*/ 728989 w 12192528"/>
              <a:gd name="connsiteY1665" fmla="*/ 1116721 h 3912503"/>
              <a:gd name="connsiteX1666" fmla="*/ 745343 w 12192528"/>
              <a:gd name="connsiteY1666" fmla="*/ 1120768 h 3912503"/>
              <a:gd name="connsiteX1667" fmla="*/ 755487 w 12192528"/>
              <a:gd name="connsiteY1667" fmla="*/ 1129914 h 3912503"/>
              <a:gd name="connsiteX1668" fmla="*/ 767755 w 12192528"/>
              <a:gd name="connsiteY1668" fmla="*/ 1118514 h 3912503"/>
              <a:gd name="connsiteX1669" fmla="*/ 782981 w 12192528"/>
              <a:gd name="connsiteY1669" fmla="*/ 1120847 h 3912503"/>
              <a:gd name="connsiteX1670" fmla="*/ 795864 w 12192528"/>
              <a:gd name="connsiteY1670" fmla="*/ 1129007 h 3912503"/>
              <a:gd name="connsiteX1671" fmla="*/ 802891 w 12192528"/>
              <a:gd name="connsiteY1671" fmla="*/ 1137169 h 3912503"/>
              <a:gd name="connsiteX1672" fmla="*/ 802891 w 12192528"/>
              <a:gd name="connsiteY1672" fmla="*/ 1158156 h 3912503"/>
              <a:gd name="connsiteX1673" fmla="*/ 800149 w 12192528"/>
              <a:gd name="connsiteY1673" fmla="*/ 1160887 h 3912503"/>
              <a:gd name="connsiteX1674" fmla="*/ 803231 w 12192528"/>
              <a:gd name="connsiteY1674" fmla="*/ 1165863 h 3912503"/>
              <a:gd name="connsiteX1675" fmla="*/ 806704 w 12192528"/>
              <a:gd name="connsiteY1675" fmla="*/ 1193613 h 3912503"/>
              <a:gd name="connsiteX1676" fmla="*/ 807861 w 12192528"/>
              <a:gd name="connsiteY1676" fmla="*/ 1205175 h 3912503"/>
              <a:gd name="connsiteX1677" fmla="*/ 813650 w 12192528"/>
              <a:gd name="connsiteY1677" fmla="*/ 1236395 h 3912503"/>
              <a:gd name="connsiteX1678" fmla="*/ 817123 w 12192528"/>
              <a:gd name="connsiteY1678" fmla="*/ 1251426 h 3912503"/>
              <a:gd name="connsiteX1679" fmla="*/ 815965 w 12192528"/>
              <a:gd name="connsiteY1679" fmla="*/ 1271083 h 3912503"/>
              <a:gd name="connsiteX1680" fmla="*/ 807861 w 12192528"/>
              <a:gd name="connsiteY1680" fmla="*/ 1290740 h 3912503"/>
              <a:gd name="connsiteX1681" fmla="*/ 782391 w 12192528"/>
              <a:gd name="connsiteY1681" fmla="*/ 1338147 h 3912503"/>
              <a:gd name="connsiteX1682" fmla="*/ 700190 w 12192528"/>
              <a:gd name="connsiteY1682" fmla="*/ 1390179 h 3912503"/>
              <a:gd name="connsiteX1683" fmla="*/ 692086 w 12192528"/>
              <a:gd name="connsiteY1683" fmla="*/ 1387867 h 3912503"/>
              <a:gd name="connsiteX1684" fmla="*/ 655038 w 12192528"/>
              <a:gd name="connsiteY1684" fmla="*/ 1383241 h 3912503"/>
              <a:gd name="connsiteX1685" fmla="*/ 645776 w 12192528"/>
              <a:gd name="connsiteY1685" fmla="*/ 1378617 h 3912503"/>
              <a:gd name="connsiteX1686" fmla="*/ 619146 w 12192528"/>
              <a:gd name="connsiteY1686" fmla="*/ 1370523 h 3912503"/>
              <a:gd name="connsiteX1687" fmla="*/ 605254 w 12192528"/>
              <a:gd name="connsiteY1687" fmla="*/ 1364740 h 3912503"/>
              <a:gd name="connsiteX1688" fmla="*/ 597150 w 12192528"/>
              <a:gd name="connsiteY1688" fmla="*/ 1348553 h 3912503"/>
              <a:gd name="connsiteX1689" fmla="*/ 565890 w 12192528"/>
              <a:gd name="connsiteY1689" fmla="*/ 1306928 h 3912503"/>
              <a:gd name="connsiteX1690" fmla="*/ 551997 w 12192528"/>
              <a:gd name="connsiteY1690" fmla="*/ 1279177 h 3912503"/>
              <a:gd name="connsiteX1691" fmla="*/ 551997 w 12192528"/>
              <a:gd name="connsiteY1691" fmla="*/ 1265302 h 3912503"/>
              <a:gd name="connsiteX1692" fmla="*/ 563575 w 12192528"/>
              <a:gd name="connsiteY1692" fmla="*/ 1234082 h 3912503"/>
              <a:gd name="connsiteX1693" fmla="*/ 579783 w 12192528"/>
              <a:gd name="connsiteY1693" fmla="*/ 1183207 h 3912503"/>
              <a:gd name="connsiteX1694" fmla="*/ 593677 w 12192528"/>
              <a:gd name="connsiteY1694" fmla="*/ 1164706 h 3912503"/>
              <a:gd name="connsiteX1695" fmla="*/ 615673 w 12192528"/>
              <a:gd name="connsiteY1695" fmla="*/ 1146205 h 3912503"/>
              <a:gd name="connsiteX1696" fmla="*/ 635355 w 12192528"/>
              <a:gd name="connsiteY1696" fmla="*/ 1135799 h 3912503"/>
              <a:gd name="connsiteX1697" fmla="*/ 708295 w 12192528"/>
              <a:gd name="connsiteY1697" fmla="*/ 1119611 h 3912503"/>
              <a:gd name="connsiteX1698" fmla="*/ 728989 w 12192528"/>
              <a:gd name="connsiteY1698" fmla="*/ 1116721 h 3912503"/>
              <a:gd name="connsiteX1699" fmla="*/ 4481236 w 12192528"/>
              <a:gd name="connsiteY1699" fmla="*/ 1115804 h 3912503"/>
              <a:gd name="connsiteX1700" fmla="*/ 4428277 w 12192528"/>
              <a:gd name="connsiteY1700" fmla="*/ 1137871 h 3912503"/>
              <a:gd name="connsiteX1701" fmla="*/ 4419450 w 12192528"/>
              <a:gd name="connsiteY1701" fmla="*/ 1137871 h 3912503"/>
              <a:gd name="connsiteX1702" fmla="*/ 4415036 w 12192528"/>
              <a:gd name="connsiteY1702" fmla="*/ 1142285 h 3912503"/>
              <a:gd name="connsiteX1703" fmla="*/ 4344424 w 12192528"/>
              <a:gd name="connsiteY1703" fmla="*/ 1164352 h 3912503"/>
              <a:gd name="connsiteX1704" fmla="*/ 4201432 w 12192528"/>
              <a:gd name="connsiteY1704" fmla="*/ 1218455 h 3912503"/>
              <a:gd name="connsiteX1705" fmla="*/ 4204241 w 12192528"/>
              <a:gd name="connsiteY1705" fmla="*/ 1236168 h 3912503"/>
              <a:gd name="connsiteX1706" fmla="*/ 4207611 w 12192528"/>
              <a:gd name="connsiteY1706" fmla="*/ 1234964 h 3912503"/>
              <a:gd name="connsiteX1707" fmla="*/ 4212023 w 12192528"/>
              <a:gd name="connsiteY1707" fmla="*/ 1234965 h 3912503"/>
              <a:gd name="connsiteX1708" fmla="*/ 4220849 w 12192528"/>
              <a:gd name="connsiteY1708" fmla="*/ 1234965 h 3912503"/>
              <a:gd name="connsiteX1709" fmla="*/ 4220850 w 12192528"/>
              <a:gd name="connsiteY1709" fmla="*/ 1230551 h 3912503"/>
              <a:gd name="connsiteX1710" fmla="*/ 4287051 w 12192528"/>
              <a:gd name="connsiteY1710" fmla="*/ 1199658 h 3912503"/>
              <a:gd name="connsiteX1711" fmla="*/ 4375317 w 12192528"/>
              <a:gd name="connsiteY1711" fmla="*/ 1164351 h 3912503"/>
              <a:gd name="connsiteX1712" fmla="*/ 4423862 w 12192528"/>
              <a:gd name="connsiteY1712" fmla="*/ 1146697 h 3912503"/>
              <a:gd name="connsiteX1713" fmla="*/ 4428277 w 12192528"/>
              <a:gd name="connsiteY1713" fmla="*/ 1146697 h 3912503"/>
              <a:gd name="connsiteX1714" fmla="*/ 4432690 w 12192528"/>
              <a:gd name="connsiteY1714" fmla="*/ 1146697 h 3912503"/>
              <a:gd name="connsiteX1715" fmla="*/ 4437104 w 12192528"/>
              <a:gd name="connsiteY1715" fmla="*/ 1146697 h 3912503"/>
              <a:gd name="connsiteX1716" fmla="*/ 4437104 w 12192528"/>
              <a:gd name="connsiteY1716" fmla="*/ 1142285 h 3912503"/>
              <a:gd name="connsiteX1717" fmla="*/ 4441516 w 12192528"/>
              <a:gd name="connsiteY1717" fmla="*/ 1133457 h 3912503"/>
              <a:gd name="connsiteX1718" fmla="*/ 4472409 w 12192528"/>
              <a:gd name="connsiteY1718" fmla="*/ 1124632 h 3912503"/>
              <a:gd name="connsiteX1719" fmla="*/ 4481236 w 12192528"/>
              <a:gd name="connsiteY1719" fmla="*/ 1115804 h 3912503"/>
              <a:gd name="connsiteX1720" fmla="*/ 2482521 w 12192528"/>
              <a:gd name="connsiteY1720" fmla="*/ 1113340 h 3912503"/>
              <a:gd name="connsiteX1721" fmla="*/ 2496819 w 12192528"/>
              <a:gd name="connsiteY1721" fmla="*/ 1115530 h 3912503"/>
              <a:gd name="connsiteX1722" fmla="*/ 2508916 w 12192528"/>
              <a:gd name="connsiteY1722" fmla="*/ 1123194 h 3912503"/>
              <a:gd name="connsiteX1723" fmla="*/ 2515514 w 12192528"/>
              <a:gd name="connsiteY1723" fmla="*/ 1130857 h 3912503"/>
              <a:gd name="connsiteX1724" fmla="*/ 2515514 w 12192528"/>
              <a:gd name="connsiteY1724" fmla="*/ 1150564 h 3912503"/>
              <a:gd name="connsiteX1725" fmla="*/ 2503417 w 12192528"/>
              <a:gd name="connsiteY1725" fmla="*/ 1162607 h 3912503"/>
              <a:gd name="connsiteX1726" fmla="*/ 2495719 w 12192528"/>
              <a:gd name="connsiteY1726" fmla="*/ 1176840 h 3912503"/>
              <a:gd name="connsiteX1727" fmla="*/ 2489670 w 12192528"/>
              <a:gd name="connsiteY1727" fmla="*/ 1191619 h 3912503"/>
              <a:gd name="connsiteX1728" fmla="*/ 2481422 w 12192528"/>
              <a:gd name="connsiteY1728" fmla="*/ 1201473 h 3912503"/>
              <a:gd name="connsiteX1729" fmla="*/ 2469325 w 12192528"/>
              <a:gd name="connsiteY1729" fmla="*/ 1207494 h 3912503"/>
              <a:gd name="connsiteX1730" fmla="*/ 2458327 w 12192528"/>
              <a:gd name="connsiteY1730" fmla="*/ 1207494 h 3912503"/>
              <a:gd name="connsiteX1731" fmla="*/ 2456677 w 12192528"/>
              <a:gd name="connsiteY1731" fmla="*/ 1205304 h 3912503"/>
              <a:gd name="connsiteX1732" fmla="*/ 2441281 w 12192528"/>
              <a:gd name="connsiteY1732" fmla="*/ 1193261 h 3912503"/>
              <a:gd name="connsiteX1733" fmla="*/ 2436332 w 12192528"/>
              <a:gd name="connsiteY1733" fmla="*/ 1174650 h 3912503"/>
              <a:gd name="connsiteX1734" fmla="*/ 2444031 w 12192528"/>
              <a:gd name="connsiteY1734" fmla="*/ 1152754 h 3912503"/>
              <a:gd name="connsiteX1735" fmla="*/ 2452278 w 12192528"/>
              <a:gd name="connsiteY1735" fmla="*/ 1147827 h 3912503"/>
              <a:gd name="connsiteX1736" fmla="*/ 2462726 w 12192528"/>
              <a:gd name="connsiteY1736" fmla="*/ 1134689 h 3912503"/>
              <a:gd name="connsiteX1737" fmla="*/ 2466026 w 12192528"/>
              <a:gd name="connsiteY1737" fmla="*/ 1128667 h 3912503"/>
              <a:gd name="connsiteX1738" fmla="*/ 2482521 w 12192528"/>
              <a:gd name="connsiteY1738" fmla="*/ 1113340 h 3912503"/>
              <a:gd name="connsiteX1739" fmla="*/ 8962880 w 12192528"/>
              <a:gd name="connsiteY1739" fmla="*/ 1089485 h 3912503"/>
              <a:gd name="connsiteX1740" fmla="*/ 8767012 w 12192528"/>
              <a:gd name="connsiteY1740" fmla="*/ 1125151 h 3912503"/>
              <a:gd name="connsiteX1741" fmla="*/ 8743275 w 12192528"/>
              <a:gd name="connsiteY1741" fmla="*/ 1130603 h 3912503"/>
              <a:gd name="connsiteX1742" fmla="*/ 8739829 w 12192528"/>
              <a:gd name="connsiteY1742" fmla="*/ 1132153 h 3912503"/>
              <a:gd name="connsiteX1743" fmla="*/ 8703136 w 12192528"/>
              <a:gd name="connsiteY1743" fmla="*/ 1147203 h 3912503"/>
              <a:gd name="connsiteX1744" fmla="*/ 8699085 w 12192528"/>
              <a:gd name="connsiteY1744" fmla="*/ 1148518 h 3912503"/>
              <a:gd name="connsiteX1745" fmla="*/ 8681560 w 12192528"/>
              <a:gd name="connsiteY1745" fmla="*/ 1149723 h 3912503"/>
              <a:gd name="connsiteX1746" fmla="*/ 8680243 w 12192528"/>
              <a:gd name="connsiteY1746" fmla="*/ 1145670 h 3912503"/>
              <a:gd name="connsiteX1747" fmla="*/ 8680065 w 12192528"/>
              <a:gd name="connsiteY1747" fmla="*/ 1145122 h 3912503"/>
              <a:gd name="connsiteX1748" fmla="*/ 8648083 w 12192528"/>
              <a:gd name="connsiteY1748" fmla="*/ 1152467 h 3912503"/>
              <a:gd name="connsiteX1749" fmla="*/ 8631892 w 12192528"/>
              <a:gd name="connsiteY1749" fmla="*/ 1157282 h 3912503"/>
              <a:gd name="connsiteX1750" fmla="*/ 8638440 w 12192528"/>
              <a:gd name="connsiteY1750" fmla="*/ 1156831 h 3912503"/>
              <a:gd name="connsiteX1751" fmla="*/ 8604542 w 12192528"/>
              <a:gd name="connsiteY1751" fmla="*/ 1165415 h 3912503"/>
              <a:gd name="connsiteX1752" fmla="*/ 8570032 w 12192528"/>
              <a:gd name="connsiteY1752" fmla="*/ 1175677 h 3912503"/>
              <a:gd name="connsiteX1753" fmla="*/ 8557093 w 12192528"/>
              <a:gd name="connsiteY1753" fmla="*/ 1180504 h 3912503"/>
              <a:gd name="connsiteX1754" fmla="*/ 8541130 w 12192528"/>
              <a:gd name="connsiteY1754" fmla="*/ 1186312 h 3912503"/>
              <a:gd name="connsiteX1755" fmla="*/ 8537077 w 12192528"/>
              <a:gd name="connsiteY1755" fmla="*/ 1187626 h 3912503"/>
              <a:gd name="connsiteX1756" fmla="*/ 8493924 w 12192528"/>
              <a:gd name="connsiteY1756" fmla="*/ 1202024 h 3912503"/>
              <a:gd name="connsiteX1757" fmla="*/ 8438330 w 12192528"/>
              <a:gd name="connsiteY1757" fmla="*/ 1224137 h 3912503"/>
              <a:gd name="connsiteX1758" fmla="*/ 8450062 w 12192528"/>
              <a:gd name="connsiteY1758" fmla="*/ 1220332 h 3912503"/>
              <a:gd name="connsiteX1759" fmla="*/ 8538392 w 12192528"/>
              <a:gd name="connsiteY1759" fmla="*/ 1191679 h 3912503"/>
              <a:gd name="connsiteX1760" fmla="*/ 8545074 w 12192528"/>
              <a:gd name="connsiteY1760" fmla="*/ 1198470 h 3912503"/>
              <a:gd name="connsiteX1761" fmla="*/ 8549126 w 12192528"/>
              <a:gd name="connsiteY1761" fmla="*/ 1197155 h 3912503"/>
              <a:gd name="connsiteX1762" fmla="*/ 8547812 w 12192528"/>
              <a:gd name="connsiteY1762" fmla="*/ 1193103 h 3912503"/>
              <a:gd name="connsiteX1763" fmla="*/ 8632924 w 12192528"/>
              <a:gd name="connsiteY1763" fmla="*/ 1165497 h 3912503"/>
              <a:gd name="connsiteX1764" fmla="*/ 8631608 w 12192528"/>
              <a:gd name="connsiteY1764" fmla="*/ 1161445 h 3912503"/>
              <a:gd name="connsiteX1765" fmla="*/ 8649135 w 12192528"/>
              <a:gd name="connsiteY1765" fmla="*/ 1160240 h 3912503"/>
              <a:gd name="connsiteX1766" fmla="*/ 8657240 w 12192528"/>
              <a:gd name="connsiteY1766" fmla="*/ 1157611 h 3912503"/>
              <a:gd name="connsiteX1767" fmla="*/ 8658447 w 12192528"/>
              <a:gd name="connsiteY1767" fmla="*/ 1175135 h 3912503"/>
              <a:gd name="connsiteX1768" fmla="*/ 8642234 w 12192528"/>
              <a:gd name="connsiteY1768" fmla="*/ 1180394 h 3912503"/>
              <a:gd name="connsiteX1769" fmla="*/ 8617916 w 12192528"/>
              <a:gd name="connsiteY1769" fmla="*/ 1188282 h 3912503"/>
              <a:gd name="connsiteX1770" fmla="*/ 8613864 w 12192528"/>
              <a:gd name="connsiteY1770" fmla="*/ 1189596 h 3912503"/>
              <a:gd name="connsiteX1771" fmla="*/ 8609810 w 12192528"/>
              <a:gd name="connsiteY1771" fmla="*/ 1190910 h 3912503"/>
              <a:gd name="connsiteX1772" fmla="*/ 8601704 w 12192528"/>
              <a:gd name="connsiteY1772" fmla="*/ 1193539 h 3912503"/>
              <a:gd name="connsiteX1773" fmla="*/ 8597652 w 12192528"/>
              <a:gd name="connsiteY1773" fmla="*/ 1194854 h 3912503"/>
              <a:gd name="connsiteX1774" fmla="*/ 8598521 w 12192528"/>
              <a:gd name="connsiteY1774" fmla="*/ 1195297 h 3912503"/>
              <a:gd name="connsiteX1775" fmla="*/ 8676247 w 12192528"/>
              <a:gd name="connsiteY1775" fmla="*/ 1172771 h 3912503"/>
              <a:gd name="connsiteX1776" fmla="*/ 8688108 w 12192528"/>
              <a:gd name="connsiteY1776" fmla="*/ 1169975 h 3912503"/>
              <a:gd name="connsiteX1777" fmla="*/ 8682763 w 12192528"/>
              <a:gd name="connsiteY1777" fmla="*/ 1167249 h 3912503"/>
              <a:gd name="connsiteX1778" fmla="*/ 8666552 w 12192528"/>
              <a:gd name="connsiteY1778" fmla="*/ 1172506 h 3912503"/>
              <a:gd name="connsiteX1779" fmla="*/ 8669400 w 12192528"/>
              <a:gd name="connsiteY1779" fmla="*/ 1153666 h 3912503"/>
              <a:gd name="connsiteX1780" fmla="*/ 8677506 w 12192528"/>
              <a:gd name="connsiteY1780" fmla="*/ 1151038 h 3912503"/>
              <a:gd name="connsiteX1781" fmla="*/ 8681560 w 12192528"/>
              <a:gd name="connsiteY1781" fmla="*/ 1149723 h 3912503"/>
              <a:gd name="connsiteX1782" fmla="*/ 8678820 w 12192528"/>
              <a:gd name="connsiteY1782" fmla="*/ 1155090 h 3912503"/>
              <a:gd name="connsiteX1783" fmla="*/ 8684188 w 12192528"/>
              <a:gd name="connsiteY1783" fmla="*/ 1157828 h 3912503"/>
              <a:gd name="connsiteX1784" fmla="*/ 8690978 w 12192528"/>
              <a:gd name="connsiteY1784" fmla="*/ 1151147 h 3912503"/>
              <a:gd name="connsiteX1785" fmla="*/ 8695032 w 12192528"/>
              <a:gd name="connsiteY1785" fmla="*/ 1149831 h 3912503"/>
              <a:gd name="connsiteX1786" fmla="*/ 8712558 w 12192528"/>
              <a:gd name="connsiteY1786" fmla="*/ 1148627 h 3912503"/>
              <a:gd name="connsiteX1787" fmla="*/ 8723292 w 12192528"/>
              <a:gd name="connsiteY1787" fmla="*/ 1154103 h 3912503"/>
              <a:gd name="connsiteX1788" fmla="*/ 8752976 w 12192528"/>
              <a:gd name="connsiteY1788" fmla="*/ 1148955 h 3912503"/>
              <a:gd name="connsiteX1789" fmla="*/ 8754400 w 12192528"/>
              <a:gd name="connsiteY1789" fmla="*/ 1139534 h 3912503"/>
              <a:gd name="connsiteX1790" fmla="*/ 8761082 w 12192528"/>
              <a:gd name="connsiteY1790" fmla="*/ 1146325 h 3912503"/>
              <a:gd name="connsiteX1791" fmla="*/ 8784086 w 12192528"/>
              <a:gd name="connsiteY1791" fmla="*/ 1134385 h 3912503"/>
              <a:gd name="connsiteX1792" fmla="*/ 8813769 w 12192528"/>
              <a:gd name="connsiteY1792" fmla="*/ 1129236 h 3912503"/>
              <a:gd name="connsiteX1793" fmla="*/ 8817822 w 12192528"/>
              <a:gd name="connsiteY1793" fmla="*/ 1127922 h 3912503"/>
              <a:gd name="connsiteX1794" fmla="*/ 8832611 w 12192528"/>
              <a:gd name="connsiteY1794" fmla="*/ 1132084 h 3912503"/>
              <a:gd name="connsiteX1795" fmla="*/ 8863719 w 12192528"/>
              <a:gd name="connsiteY1795" fmla="*/ 1117514 h 3912503"/>
              <a:gd name="connsiteX1796" fmla="*/ 8898772 w 12192528"/>
              <a:gd name="connsiteY1796" fmla="*/ 1115104 h 3912503"/>
              <a:gd name="connsiteX1797" fmla="*/ 8916297 w 12192528"/>
              <a:gd name="connsiteY1797" fmla="*/ 1113899 h 3912503"/>
              <a:gd name="connsiteX1798" fmla="*/ 8940506 w 12192528"/>
              <a:gd name="connsiteY1798" fmla="*/ 1119484 h 3912503"/>
              <a:gd name="connsiteX1799" fmla="*/ 8957422 w 12192528"/>
              <a:gd name="connsiteY1799" fmla="*/ 1112948 h 3912503"/>
              <a:gd name="connsiteX1800" fmla="*/ 8958432 w 12192528"/>
              <a:gd name="connsiteY1800" fmla="*/ 1112866 h 3912503"/>
              <a:gd name="connsiteX1801" fmla="*/ 8958301 w 12192528"/>
              <a:gd name="connsiteY1801" fmla="*/ 1110616 h 3912503"/>
              <a:gd name="connsiteX1802" fmla="*/ 8959105 w 12192528"/>
              <a:gd name="connsiteY1802" fmla="*/ 1107132 h 3912503"/>
              <a:gd name="connsiteX1803" fmla="*/ 8960449 w 12192528"/>
              <a:gd name="connsiteY1803" fmla="*/ 1099894 h 3912503"/>
              <a:gd name="connsiteX1804" fmla="*/ 8960717 w 12192528"/>
              <a:gd name="connsiteY1804" fmla="*/ 1097215 h 3912503"/>
              <a:gd name="connsiteX1805" fmla="*/ 8961522 w 12192528"/>
              <a:gd name="connsiteY1805" fmla="*/ 1090782 h 3912503"/>
              <a:gd name="connsiteX1806" fmla="*/ 9007281 w 12192528"/>
              <a:gd name="connsiteY1806" fmla="*/ 1081399 h 3912503"/>
              <a:gd name="connsiteX1807" fmla="*/ 8998709 w 12192528"/>
              <a:gd name="connsiteY1807" fmla="*/ 1082960 h 3912503"/>
              <a:gd name="connsiteX1808" fmla="*/ 9000433 w 12192528"/>
              <a:gd name="connsiteY1808" fmla="*/ 1083813 h 3912503"/>
              <a:gd name="connsiteX1809" fmla="*/ 9004995 w 12192528"/>
              <a:gd name="connsiteY1809" fmla="*/ 1086226 h 3912503"/>
              <a:gd name="connsiteX1810" fmla="*/ 9010095 w 12192528"/>
              <a:gd name="connsiteY1810" fmla="*/ 1090513 h 3912503"/>
              <a:gd name="connsiteX1811" fmla="*/ 9013316 w 12192528"/>
              <a:gd name="connsiteY1811" fmla="*/ 1094802 h 3912503"/>
              <a:gd name="connsiteX1812" fmla="*/ 9017024 w 12192528"/>
              <a:gd name="connsiteY1812" fmla="*/ 1106446 h 3912503"/>
              <a:gd name="connsiteX1813" fmla="*/ 9025506 w 12192528"/>
              <a:gd name="connsiteY1813" fmla="*/ 1105352 h 3912503"/>
              <a:gd name="connsiteX1814" fmla="*/ 9041718 w 12192528"/>
              <a:gd name="connsiteY1814" fmla="*/ 1100093 h 3912503"/>
              <a:gd name="connsiteX1815" fmla="*/ 9046778 w 12192528"/>
              <a:gd name="connsiteY1815" fmla="*/ 1098452 h 3912503"/>
              <a:gd name="connsiteX1816" fmla="*/ 9034686 w 12192528"/>
              <a:gd name="connsiteY1816" fmla="*/ 1083029 h 3912503"/>
              <a:gd name="connsiteX1817" fmla="*/ 9007281 w 12192528"/>
              <a:gd name="connsiteY1817" fmla="*/ 1081399 h 3912503"/>
              <a:gd name="connsiteX1818" fmla="*/ 11971024 w 12192528"/>
              <a:gd name="connsiteY1818" fmla="*/ 1080295 h 3912503"/>
              <a:gd name="connsiteX1819" fmla="*/ 11970808 w 12192528"/>
              <a:gd name="connsiteY1819" fmla="*/ 1080656 h 3912503"/>
              <a:gd name="connsiteX1820" fmla="*/ 11970556 w 12192528"/>
              <a:gd name="connsiteY1820" fmla="*/ 1080405 h 3912503"/>
              <a:gd name="connsiteX1821" fmla="*/ 4566882 w 12192528"/>
              <a:gd name="connsiteY1821" fmla="*/ 1057328 h 3912503"/>
              <a:gd name="connsiteX1822" fmla="*/ 4560676 w 12192528"/>
              <a:gd name="connsiteY1822" fmla="*/ 1058431 h 3912503"/>
              <a:gd name="connsiteX1823" fmla="*/ 4547437 w 12192528"/>
              <a:gd name="connsiteY1823" fmla="*/ 1062845 h 3912503"/>
              <a:gd name="connsiteX1824" fmla="*/ 4547437 w 12192528"/>
              <a:gd name="connsiteY1824" fmla="*/ 1058431 h 3912503"/>
              <a:gd name="connsiteX1825" fmla="*/ 4512129 w 12192528"/>
              <a:gd name="connsiteY1825" fmla="*/ 1076085 h 3912503"/>
              <a:gd name="connsiteX1826" fmla="*/ 4503304 w 12192528"/>
              <a:gd name="connsiteY1826" fmla="*/ 1076085 h 3912503"/>
              <a:gd name="connsiteX1827" fmla="*/ 4498889 w 12192528"/>
              <a:gd name="connsiteY1827" fmla="*/ 1076085 h 3912503"/>
              <a:gd name="connsiteX1828" fmla="*/ 4494475 w 12192528"/>
              <a:gd name="connsiteY1828" fmla="*/ 1076085 h 3912503"/>
              <a:gd name="connsiteX1829" fmla="*/ 4494477 w 12192528"/>
              <a:gd name="connsiteY1829" fmla="*/ 1080499 h 3912503"/>
              <a:gd name="connsiteX1830" fmla="*/ 4485649 w 12192528"/>
              <a:gd name="connsiteY1830" fmla="*/ 1080498 h 3912503"/>
              <a:gd name="connsiteX1831" fmla="*/ 4490065 w 12192528"/>
              <a:gd name="connsiteY1831" fmla="*/ 1071670 h 3912503"/>
              <a:gd name="connsiteX1832" fmla="*/ 4476823 w 12192528"/>
              <a:gd name="connsiteY1832" fmla="*/ 1076085 h 3912503"/>
              <a:gd name="connsiteX1833" fmla="*/ 4472409 w 12192528"/>
              <a:gd name="connsiteY1833" fmla="*/ 1076085 h 3912503"/>
              <a:gd name="connsiteX1834" fmla="*/ 4467995 w 12192528"/>
              <a:gd name="connsiteY1834" fmla="*/ 1076085 h 3912503"/>
              <a:gd name="connsiteX1835" fmla="*/ 4463584 w 12192528"/>
              <a:gd name="connsiteY1835" fmla="*/ 1076085 h 3912503"/>
              <a:gd name="connsiteX1836" fmla="*/ 4445930 w 12192528"/>
              <a:gd name="connsiteY1836" fmla="*/ 1080499 h 3912503"/>
              <a:gd name="connsiteX1837" fmla="*/ 4441516 w 12192528"/>
              <a:gd name="connsiteY1837" fmla="*/ 1084912 h 3912503"/>
              <a:gd name="connsiteX1838" fmla="*/ 4437102 w 12192528"/>
              <a:gd name="connsiteY1838" fmla="*/ 1084912 h 3912503"/>
              <a:gd name="connsiteX1839" fmla="*/ 4441516 w 12192528"/>
              <a:gd name="connsiteY1839" fmla="*/ 1084912 h 3912503"/>
              <a:gd name="connsiteX1840" fmla="*/ 4397383 w 12192528"/>
              <a:gd name="connsiteY1840" fmla="*/ 1098151 h 3912503"/>
              <a:gd name="connsiteX1841" fmla="*/ 4388557 w 12192528"/>
              <a:gd name="connsiteY1841" fmla="*/ 1098152 h 3912503"/>
              <a:gd name="connsiteX1842" fmla="*/ 4388556 w 12192528"/>
              <a:gd name="connsiteY1842" fmla="*/ 1102564 h 3912503"/>
              <a:gd name="connsiteX1843" fmla="*/ 4348838 w 12192528"/>
              <a:gd name="connsiteY1843" fmla="*/ 1115804 h 3912503"/>
              <a:gd name="connsiteX1844" fmla="*/ 4348838 w 12192528"/>
              <a:gd name="connsiteY1844" fmla="*/ 1120218 h 3912503"/>
              <a:gd name="connsiteX1845" fmla="*/ 4344424 w 12192528"/>
              <a:gd name="connsiteY1845" fmla="*/ 1120218 h 3912503"/>
              <a:gd name="connsiteX1846" fmla="*/ 4344424 w 12192528"/>
              <a:gd name="connsiteY1846" fmla="*/ 1115804 h 3912503"/>
              <a:gd name="connsiteX1847" fmla="*/ 4340009 w 12192528"/>
              <a:gd name="connsiteY1847" fmla="*/ 1115804 h 3912503"/>
              <a:gd name="connsiteX1848" fmla="*/ 4335598 w 12192528"/>
              <a:gd name="connsiteY1848" fmla="*/ 1120218 h 3912503"/>
              <a:gd name="connsiteX1849" fmla="*/ 4212024 w 12192528"/>
              <a:gd name="connsiteY1849" fmla="*/ 1159938 h 3912503"/>
              <a:gd name="connsiteX1850" fmla="*/ 4204720 w 12192528"/>
              <a:gd name="connsiteY1850" fmla="*/ 1160981 h 3912503"/>
              <a:gd name="connsiteX1851" fmla="*/ 4203153 w 12192528"/>
              <a:gd name="connsiteY1851" fmla="*/ 1182170 h 3912503"/>
              <a:gd name="connsiteX1852" fmla="*/ 4247332 w 12192528"/>
              <a:gd name="connsiteY1852" fmla="*/ 1164351 h 3912503"/>
              <a:gd name="connsiteX1853" fmla="*/ 4282636 w 12192528"/>
              <a:gd name="connsiteY1853" fmla="*/ 1146697 h 3912503"/>
              <a:gd name="connsiteX1854" fmla="*/ 4278222 w 12192528"/>
              <a:gd name="connsiteY1854" fmla="*/ 1151110 h 3912503"/>
              <a:gd name="connsiteX1855" fmla="*/ 4326770 w 12192528"/>
              <a:gd name="connsiteY1855" fmla="*/ 1133457 h 3912503"/>
              <a:gd name="connsiteX1856" fmla="*/ 4340009 w 12192528"/>
              <a:gd name="connsiteY1856" fmla="*/ 1133457 h 3912503"/>
              <a:gd name="connsiteX1857" fmla="*/ 4481236 w 12192528"/>
              <a:gd name="connsiteY1857" fmla="*/ 1089325 h 3912503"/>
              <a:gd name="connsiteX1858" fmla="*/ 4481236 w 12192528"/>
              <a:gd name="connsiteY1858" fmla="*/ 1093737 h 3912503"/>
              <a:gd name="connsiteX1859" fmla="*/ 4485649 w 12192528"/>
              <a:gd name="connsiteY1859" fmla="*/ 1093737 h 3912503"/>
              <a:gd name="connsiteX1860" fmla="*/ 4490063 w 12192528"/>
              <a:gd name="connsiteY1860" fmla="*/ 1089326 h 3912503"/>
              <a:gd name="connsiteX1861" fmla="*/ 4538609 w 12192528"/>
              <a:gd name="connsiteY1861" fmla="*/ 1076085 h 3912503"/>
              <a:gd name="connsiteX1862" fmla="*/ 4543022 w 12192528"/>
              <a:gd name="connsiteY1862" fmla="*/ 1076085 h 3912503"/>
              <a:gd name="connsiteX1863" fmla="*/ 4547437 w 12192528"/>
              <a:gd name="connsiteY1863" fmla="*/ 1076085 h 3912503"/>
              <a:gd name="connsiteX1864" fmla="*/ 4547437 w 12192528"/>
              <a:gd name="connsiteY1864" fmla="*/ 1071670 h 3912503"/>
              <a:gd name="connsiteX1865" fmla="*/ 4543022 w 12192528"/>
              <a:gd name="connsiteY1865" fmla="*/ 1071670 h 3912503"/>
              <a:gd name="connsiteX1866" fmla="*/ 4560677 w 12192528"/>
              <a:gd name="connsiteY1866" fmla="*/ 1067258 h 3912503"/>
              <a:gd name="connsiteX1867" fmla="*/ 4566882 w 12192528"/>
              <a:gd name="connsiteY1867" fmla="*/ 1057328 h 3912503"/>
              <a:gd name="connsiteX1868" fmla="*/ 1693947 w 12192528"/>
              <a:gd name="connsiteY1868" fmla="*/ 1052444 h 3912503"/>
              <a:gd name="connsiteX1869" fmla="*/ 1698471 w 12192528"/>
              <a:gd name="connsiteY1869" fmla="*/ 1054704 h 3912503"/>
              <a:gd name="connsiteX1870" fmla="*/ 1711537 w 12192528"/>
              <a:gd name="connsiteY1870" fmla="*/ 1060731 h 3912503"/>
              <a:gd name="connsiteX1871" fmla="*/ 1714049 w 12192528"/>
              <a:gd name="connsiteY1871" fmla="*/ 1062489 h 3912503"/>
              <a:gd name="connsiteX1872" fmla="*/ 1725107 w 12192528"/>
              <a:gd name="connsiteY1872" fmla="*/ 1075800 h 3912503"/>
              <a:gd name="connsiteX1873" fmla="*/ 1731891 w 12192528"/>
              <a:gd name="connsiteY1873" fmla="*/ 1098404 h 3912503"/>
              <a:gd name="connsiteX1874" fmla="*/ 1735158 w 12192528"/>
              <a:gd name="connsiteY1874" fmla="*/ 1106190 h 3912503"/>
              <a:gd name="connsiteX1875" fmla="*/ 1734403 w 12192528"/>
              <a:gd name="connsiteY1875" fmla="*/ 1117242 h 3912503"/>
              <a:gd name="connsiteX1876" fmla="*/ 1733399 w 12192528"/>
              <a:gd name="connsiteY1876" fmla="*/ 1126534 h 3912503"/>
              <a:gd name="connsiteX1877" fmla="*/ 1733650 w 12192528"/>
              <a:gd name="connsiteY1877" fmla="*/ 1130301 h 3912503"/>
              <a:gd name="connsiteX1878" fmla="*/ 1718825 w 12192528"/>
              <a:gd name="connsiteY1878" fmla="*/ 1147379 h 3912503"/>
              <a:gd name="connsiteX1879" fmla="*/ 1704753 w 12192528"/>
              <a:gd name="connsiteY1879" fmla="*/ 1155668 h 3912503"/>
              <a:gd name="connsiteX1880" fmla="*/ 1694198 w 12192528"/>
              <a:gd name="connsiteY1880" fmla="*/ 1169481 h 3912503"/>
              <a:gd name="connsiteX1881" fmla="*/ 1695706 w 12192528"/>
              <a:gd name="connsiteY1881" fmla="*/ 1172244 h 3912503"/>
              <a:gd name="connsiteX1882" fmla="*/ 1710533 w 12192528"/>
              <a:gd name="connsiteY1882" fmla="*/ 1189825 h 3912503"/>
              <a:gd name="connsiteX1883" fmla="*/ 1712541 w 12192528"/>
              <a:gd name="connsiteY1883" fmla="*/ 1193843 h 3912503"/>
              <a:gd name="connsiteX1884" fmla="*/ 1714552 w 12192528"/>
              <a:gd name="connsiteY1884" fmla="*/ 1206401 h 3912503"/>
              <a:gd name="connsiteX1885" fmla="*/ 1718070 w 12192528"/>
              <a:gd name="connsiteY1885" fmla="*/ 1220968 h 3912503"/>
              <a:gd name="connsiteX1886" fmla="*/ 1717819 w 12192528"/>
              <a:gd name="connsiteY1886" fmla="*/ 1226995 h 3912503"/>
              <a:gd name="connsiteX1887" fmla="*/ 1704502 w 12192528"/>
              <a:gd name="connsiteY1887" fmla="*/ 1259394 h 3912503"/>
              <a:gd name="connsiteX1888" fmla="*/ 1701987 w 12192528"/>
              <a:gd name="connsiteY1888" fmla="*/ 1261404 h 3912503"/>
              <a:gd name="connsiteX1889" fmla="*/ 1686660 w 12192528"/>
              <a:gd name="connsiteY1889" fmla="*/ 1268686 h 3912503"/>
              <a:gd name="connsiteX1890" fmla="*/ 1680128 w 12192528"/>
              <a:gd name="connsiteY1890" fmla="*/ 1270696 h 3912503"/>
              <a:gd name="connsiteX1891" fmla="*/ 1669070 w 12192528"/>
              <a:gd name="connsiteY1891" fmla="*/ 1273207 h 3912503"/>
              <a:gd name="connsiteX1892" fmla="*/ 1660778 w 12192528"/>
              <a:gd name="connsiteY1892" fmla="*/ 1280490 h 3912503"/>
              <a:gd name="connsiteX1893" fmla="*/ 1657009 w 12192528"/>
              <a:gd name="connsiteY1893" fmla="*/ 1281842 h 3912503"/>
              <a:gd name="connsiteX1894" fmla="*/ 1654747 w 12192528"/>
              <a:gd name="connsiteY1894" fmla="*/ 1278482 h 3912503"/>
              <a:gd name="connsiteX1895" fmla="*/ 1653994 w 12192528"/>
              <a:gd name="connsiteY1895" fmla="*/ 1275468 h 3912503"/>
              <a:gd name="connsiteX1896" fmla="*/ 1651732 w 12192528"/>
              <a:gd name="connsiteY1896" fmla="*/ 1271952 h 3912503"/>
              <a:gd name="connsiteX1897" fmla="*/ 1648465 w 12192528"/>
              <a:gd name="connsiteY1897" fmla="*/ 1274212 h 3912503"/>
              <a:gd name="connsiteX1898" fmla="*/ 1640927 w 12192528"/>
              <a:gd name="connsiteY1898" fmla="*/ 1272957 h 3912503"/>
              <a:gd name="connsiteX1899" fmla="*/ 1639420 w 12192528"/>
              <a:gd name="connsiteY1899" fmla="*/ 1269692 h 3912503"/>
              <a:gd name="connsiteX1900" fmla="*/ 1634896 w 12192528"/>
              <a:gd name="connsiteY1900" fmla="*/ 1267933 h 3912503"/>
              <a:gd name="connsiteX1901" fmla="*/ 1633137 w 12192528"/>
              <a:gd name="connsiteY1901" fmla="*/ 1272203 h 3912503"/>
              <a:gd name="connsiteX1902" fmla="*/ 1633561 w 12192528"/>
              <a:gd name="connsiteY1902" fmla="*/ 1276001 h 3912503"/>
              <a:gd name="connsiteX1903" fmla="*/ 1613922 w 12192528"/>
              <a:gd name="connsiteY1903" fmla="*/ 1256470 h 3912503"/>
              <a:gd name="connsiteX1904" fmla="*/ 1615045 w 12192528"/>
              <a:gd name="connsiteY1904" fmla="*/ 1254873 h 3912503"/>
              <a:gd name="connsiteX1905" fmla="*/ 1612783 w 12192528"/>
              <a:gd name="connsiteY1905" fmla="*/ 1250101 h 3912503"/>
              <a:gd name="connsiteX1906" fmla="*/ 1608260 w 12192528"/>
              <a:gd name="connsiteY1906" fmla="*/ 1248093 h 3912503"/>
              <a:gd name="connsiteX1907" fmla="*/ 1605245 w 12192528"/>
              <a:gd name="connsiteY1907" fmla="*/ 1242064 h 3912503"/>
              <a:gd name="connsiteX1908" fmla="*/ 1595445 w 12192528"/>
              <a:gd name="connsiteY1908" fmla="*/ 1222725 h 3912503"/>
              <a:gd name="connsiteX1909" fmla="*/ 1591927 w 12192528"/>
              <a:gd name="connsiteY1909" fmla="*/ 1219963 h 3912503"/>
              <a:gd name="connsiteX1910" fmla="*/ 1596702 w 12192528"/>
              <a:gd name="connsiteY1910" fmla="*/ 1216950 h 3912503"/>
              <a:gd name="connsiteX1911" fmla="*/ 1597456 w 12192528"/>
              <a:gd name="connsiteY1911" fmla="*/ 1216950 h 3912503"/>
              <a:gd name="connsiteX1912" fmla="*/ 1602229 w 12192528"/>
              <a:gd name="connsiteY1912" fmla="*/ 1208410 h 3912503"/>
              <a:gd name="connsiteX1913" fmla="*/ 1602733 w 12192528"/>
              <a:gd name="connsiteY1913" fmla="*/ 1196607 h 3912503"/>
              <a:gd name="connsiteX1914" fmla="*/ 1607005 w 12192528"/>
              <a:gd name="connsiteY1914" fmla="*/ 1180029 h 3912503"/>
              <a:gd name="connsiteX1915" fmla="*/ 1610773 w 12192528"/>
              <a:gd name="connsiteY1915" fmla="*/ 1175508 h 3912503"/>
              <a:gd name="connsiteX1916" fmla="*/ 1621076 w 12192528"/>
              <a:gd name="connsiteY1916" fmla="*/ 1162449 h 3912503"/>
              <a:gd name="connsiteX1917" fmla="*/ 1627106 w 12192528"/>
              <a:gd name="connsiteY1917" fmla="*/ 1160189 h 3912503"/>
              <a:gd name="connsiteX1918" fmla="*/ 1651984 w 12192528"/>
              <a:gd name="connsiteY1918" fmla="*/ 1152905 h 3912503"/>
              <a:gd name="connsiteX1919" fmla="*/ 1651984 w 12192528"/>
              <a:gd name="connsiteY1919" fmla="*/ 1147379 h 3912503"/>
              <a:gd name="connsiteX1920" fmla="*/ 1645451 w 12192528"/>
              <a:gd name="connsiteY1920" fmla="*/ 1146626 h 3912503"/>
              <a:gd name="connsiteX1921" fmla="*/ 1640927 w 12192528"/>
              <a:gd name="connsiteY1921" fmla="*/ 1149639 h 3912503"/>
              <a:gd name="connsiteX1922" fmla="*/ 1636655 w 12192528"/>
              <a:gd name="connsiteY1922" fmla="*/ 1150143 h 3912503"/>
              <a:gd name="connsiteX1923" fmla="*/ 1637410 w 12192528"/>
              <a:gd name="connsiteY1923" fmla="*/ 1145622 h 3912503"/>
              <a:gd name="connsiteX1924" fmla="*/ 1640927 w 12192528"/>
              <a:gd name="connsiteY1924" fmla="*/ 1142357 h 3912503"/>
              <a:gd name="connsiteX1925" fmla="*/ 1642184 w 12192528"/>
              <a:gd name="connsiteY1925" fmla="*/ 1134571 h 3912503"/>
              <a:gd name="connsiteX1926" fmla="*/ 1635399 w 12192528"/>
              <a:gd name="connsiteY1926" fmla="*/ 1136078 h 3912503"/>
              <a:gd name="connsiteX1927" fmla="*/ 1630122 w 12192528"/>
              <a:gd name="connsiteY1927" fmla="*/ 1140347 h 3912503"/>
              <a:gd name="connsiteX1928" fmla="*/ 1625095 w 12192528"/>
              <a:gd name="connsiteY1928" fmla="*/ 1137082 h 3912503"/>
              <a:gd name="connsiteX1929" fmla="*/ 1630625 w 12192528"/>
              <a:gd name="connsiteY1929" fmla="*/ 1122767 h 3912503"/>
              <a:gd name="connsiteX1930" fmla="*/ 1630625 w 12192528"/>
              <a:gd name="connsiteY1930" fmla="*/ 1108953 h 3912503"/>
              <a:gd name="connsiteX1931" fmla="*/ 1625599 w 12192528"/>
              <a:gd name="connsiteY1931" fmla="*/ 1103428 h 3912503"/>
              <a:gd name="connsiteX1932" fmla="*/ 1624091 w 12192528"/>
              <a:gd name="connsiteY1932" fmla="*/ 1100664 h 3912503"/>
              <a:gd name="connsiteX1933" fmla="*/ 1626855 w 12192528"/>
              <a:gd name="connsiteY1933" fmla="*/ 1099158 h 3912503"/>
              <a:gd name="connsiteX1934" fmla="*/ 1632133 w 12192528"/>
              <a:gd name="connsiteY1934" fmla="*/ 1094135 h 3912503"/>
              <a:gd name="connsiteX1935" fmla="*/ 1638665 w 12192528"/>
              <a:gd name="connsiteY1935" fmla="*/ 1082833 h 3912503"/>
              <a:gd name="connsiteX1936" fmla="*/ 1638916 w 12192528"/>
              <a:gd name="connsiteY1936" fmla="*/ 1076806 h 3912503"/>
              <a:gd name="connsiteX1937" fmla="*/ 1636906 w 12192528"/>
              <a:gd name="connsiteY1937" fmla="*/ 1072788 h 3912503"/>
              <a:gd name="connsiteX1938" fmla="*/ 1641177 w 12192528"/>
              <a:gd name="connsiteY1938" fmla="*/ 1070025 h 3912503"/>
              <a:gd name="connsiteX1939" fmla="*/ 1644696 w 12192528"/>
              <a:gd name="connsiteY1939" fmla="*/ 1069521 h 3912503"/>
              <a:gd name="connsiteX1940" fmla="*/ 1648968 w 12192528"/>
              <a:gd name="connsiteY1940" fmla="*/ 1059225 h 3912503"/>
              <a:gd name="connsiteX1941" fmla="*/ 1647712 w 12192528"/>
              <a:gd name="connsiteY1941" fmla="*/ 1057216 h 3912503"/>
              <a:gd name="connsiteX1942" fmla="*/ 1647964 w 12192528"/>
              <a:gd name="connsiteY1942" fmla="*/ 1052695 h 3912503"/>
              <a:gd name="connsiteX1943" fmla="*/ 1651984 w 12192528"/>
              <a:gd name="connsiteY1943" fmla="*/ 1053699 h 3912503"/>
              <a:gd name="connsiteX1944" fmla="*/ 1654496 w 12192528"/>
              <a:gd name="connsiteY1944" fmla="*/ 1056965 h 3912503"/>
              <a:gd name="connsiteX1945" fmla="*/ 1659522 w 12192528"/>
              <a:gd name="connsiteY1945" fmla="*/ 1057718 h 3912503"/>
              <a:gd name="connsiteX1946" fmla="*/ 1674850 w 12192528"/>
              <a:gd name="connsiteY1946" fmla="*/ 1053699 h 3912503"/>
              <a:gd name="connsiteX1947" fmla="*/ 1693947 w 12192528"/>
              <a:gd name="connsiteY1947" fmla="*/ 1052444 h 3912503"/>
              <a:gd name="connsiteX1948" fmla="*/ 7349352 w 12192528"/>
              <a:gd name="connsiteY1948" fmla="*/ 1039895 h 3912503"/>
              <a:gd name="connsiteX1949" fmla="*/ 7361073 w 12192528"/>
              <a:gd name="connsiteY1949" fmla="*/ 1050780 h 3912503"/>
              <a:gd name="connsiteX1950" fmla="*/ 7363413 w 12192528"/>
              <a:gd name="connsiteY1950" fmla="*/ 1055055 h 3912503"/>
              <a:gd name="connsiteX1951" fmla="*/ 7370829 w 12192528"/>
              <a:gd name="connsiteY1951" fmla="*/ 1064385 h 3912503"/>
              <a:gd name="connsiteX1952" fmla="*/ 7376689 w 12192528"/>
              <a:gd name="connsiteY1952" fmla="*/ 1067883 h 3912503"/>
              <a:gd name="connsiteX1953" fmla="*/ 7382160 w 12192528"/>
              <a:gd name="connsiteY1953" fmla="*/ 1083432 h 3912503"/>
              <a:gd name="connsiteX1954" fmla="*/ 7378638 w 12192528"/>
              <a:gd name="connsiteY1954" fmla="*/ 1096649 h 3912503"/>
              <a:gd name="connsiteX1955" fmla="*/ 7367704 w 12192528"/>
              <a:gd name="connsiteY1955" fmla="*/ 1105201 h 3912503"/>
              <a:gd name="connsiteX1956" fmla="*/ 7366532 w 12192528"/>
              <a:gd name="connsiteY1956" fmla="*/ 1106756 h 3912503"/>
              <a:gd name="connsiteX1957" fmla="*/ 7358727 w 12192528"/>
              <a:gd name="connsiteY1957" fmla="*/ 1106756 h 3912503"/>
              <a:gd name="connsiteX1958" fmla="*/ 7350130 w 12192528"/>
              <a:gd name="connsiteY1958" fmla="*/ 1102480 h 3912503"/>
              <a:gd name="connsiteX1959" fmla="*/ 7344276 w 12192528"/>
              <a:gd name="connsiteY1959" fmla="*/ 1095483 h 3912503"/>
              <a:gd name="connsiteX1960" fmla="*/ 7339978 w 12192528"/>
              <a:gd name="connsiteY1960" fmla="*/ 1084987 h 3912503"/>
              <a:gd name="connsiteX1961" fmla="*/ 7334513 w 12192528"/>
              <a:gd name="connsiteY1961" fmla="*/ 1074880 h 3912503"/>
              <a:gd name="connsiteX1962" fmla="*/ 7325926 w 12192528"/>
              <a:gd name="connsiteY1962" fmla="*/ 1066329 h 3912503"/>
              <a:gd name="connsiteX1963" fmla="*/ 7325926 w 12192528"/>
              <a:gd name="connsiteY1963" fmla="*/ 1052334 h 3912503"/>
              <a:gd name="connsiteX1964" fmla="*/ 7330610 w 12192528"/>
              <a:gd name="connsiteY1964" fmla="*/ 1046892 h 3912503"/>
              <a:gd name="connsiteX1965" fmla="*/ 7339202 w 12192528"/>
              <a:gd name="connsiteY1965" fmla="*/ 1041450 h 3912503"/>
              <a:gd name="connsiteX1966" fmla="*/ 7349352 w 12192528"/>
              <a:gd name="connsiteY1966" fmla="*/ 1039895 h 3912503"/>
              <a:gd name="connsiteX1967" fmla="*/ 11847267 w 12192528"/>
              <a:gd name="connsiteY1967" fmla="*/ 1037896 h 3912503"/>
              <a:gd name="connsiteX1968" fmla="*/ 11862621 w 12192528"/>
              <a:gd name="connsiteY1968" fmla="*/ 1041696 h 3912503"/>
              <a:gd name="connsiteX1969" fmla="*/ 11916978 w 12192528"/>
              <a:gd name="connsiteY1969" fmla="*/ 1084039 h 3912503"/>
              <a:gd name="connsiteX1970" fmla="*/ 11920240 w 12192528"/>
              <a:gd name="connsiteY1970" fmla="*/ 1110097 h 3912503"/>
              <a:gd name="connsiteX1971" fmla="*/ 11921326 w 12192528"/>
              <a:gd name="connsiteY1971" fmla="*/ 1120954 h 3912503"/>
              <a:gd name="connsiteX1972" fmla="*/ 11926762 w 12192528"/>
              <a:gd name="connsiteY1972" fmla="*/ 1150269 h 3912503"/>
              <a:gd name="connsiteX1973" fmla="*/ 11930023 w 12192528"/>
              <a:gd name="connsiteY1973" fmla="*/ 1164383 h 3912503"/>
              <a:gd name="connsiteX1974" fmla="*/ 11928936 w 12192528"/>
              <a:gd name="connsiteY1974" fmla="*/ 1182841 h 3912503"/>
              <a:gd name="connsiteX1975" fmla="*/ 11921326 w 12192528"/>
              <a:gd name="connsiteY1975" fmla="*/ 1201298 h 3912503"/>
              <a:gd name="connsiteX1976" fmla="*/ 11897409 w 12192528"/>
              <a:gd name="connsiteY1976" fmla="*/ 1245813 h 3912503"/>
              <a:gd name="connsiteX1977" fmla="*/ 11820226 w 12192528"/>
              <a:gd name="connsiteY1977" fmla="*/ 1294670 h 3912503"/>
              <a:gd name="connsiteX1978" fmla="*/ 11812615 w 12192528"/>
              <a:gd name="connsiteY1978" fmla="*/ 1292499 h 3912503"/>
              <a:gd name="connsiteX1979" fmla="*/ 11777828 w 12192528"/>
              <a:gd name="connsiteY1979" fmla="*/ 1288156 h 3912503"/>
              <a:gd name="connsiteX1980" fmla="*/ 11769130 w 12192528"/>
              <a:gd name="connsiteY1980" fmla="*/ 1283814 h 3912503"/>
              <a:gd name="connsiteX1981" fmla="*/ 11744125 w 12192528"/>
              <a:gd name="connsiteY1981" fmla="*/ 1276213 h 3912503"/>
              <a:gd name="connsiteX1982" fmla="*/ 11731080 w 12192528"/>
              <a:gd name="connsiteY1982" fmla="*/ 1270784 h 3912503"/>
              <a:gd name="connsiteX1983" fmla="*/ 11723470 w 12192528"/>
              <a:gd name="connsiteY1983" fmla="*/ 1255584 h 3912503"/>
              <a:gd name="connsiteX1984" fmla="*/ 11694119 w 12192528"/>
              <a:gd name="connsiteY1984" fmla="*/ 1216498 h 3912503"/>
              <a:gd name="connsiteX1985" fmla="*/ 11681074 w 12192528"/>
              <a:gd name="connsiteY1985" fmla="*/ 1190441 h 3912503"/>
              <a:gd name="connsiteX1986" fmla="*/ 11681074 w 12192528"/>
              <a:gd name="connsiteY1986" fmla="*/ 1177412 h 3912503"/>
              <a:gd name="connsiteX1987" fmla="*/ 11691945 w 12192528"/>
              <a:gd name="connsiteY1987" fmla="*/ 1148097 h 3912503"/>
              <a:gd name="connsiteX1988" fmla="*/ 11707164 w 12192528"/>
              <a:gd name="connsiteY1988" fmla="*/ 1100325 h 3912503"/>
              <a:gd name="connsiteX1989" fmla="*/ 11720209 w 12192528"/>
              <a:gd name="connsiteY1989" fmla="*/ 1082954 h 3912503"/>
              <a:gd name="connsiteX1990" fmla="*/ 11740864 w 12192528"/>
              <a:gd name="connsiteY1990" fmla="*/ 1065581 h 3912503"/>
              <a:gd name="connsiteX1991" fmla="*/ 11759346 w 12192528"/>
              <a:gd name="connsiteY1991" fmla="*/ 1055810 h 3912503"/>
              <a:gd name="connsiteX1992" fmla="*/ 11827836 w 12192528"/>
              <a:gd name="connsiteY1992" fmla="*/ 1040609 h 3912503"/>
              <a:gd name="connsiteX1993" fmla="*/ 11847267 w 12192528"/>
              <a:gd name="connsiteY1993" fmla="*/ 1037896 h 3912503"/>
              <a:gd name="connsiteX1994" fmla="*/ 3112015 w 12192528"/>
              <a:gd name="connsiteY1994" fmla="*/ 1034215 h 3912503"/>
              <a:gd name="connsiteX1995" fmla="*/ 3084844 w 12192528"/>
              <a:gd name="connsiteY1995" fmla="*/ 1059412 h 3912503"/>
              <a:gd name="connsiteX1996" fmla="*/ 3027532 w 12192528"/>
              <a:gd name="connsiteY1996" fmla="*/ 1109347 h 3912503"/>
              <a:gd name="connsiteX1997" fmla="*/ 3017812 w 12192528"/>
              <a:gd name="connsiteY1997" fmla="*/ 1121249 h 3912503"/>
              <a:gd name="connsiteX1998" fmla="*/ 3073376 w 12192528"/>
              <a:gd name="connsiteY1998" fmla="*/ 1117080 h 3912503"/>
              <a:gd name="connsiteX1999" fmla="*/ 3103561 w 12192528"/>
              <a:gd name="connsiteY1999" fmla="*/ 1115679 h 3912503"/>
              <a:gd name="connsiteX2000" fmla="*/ 3130140 w 12192528"/>
              <a:gd name="connsiteY2000" fmla="*/ 1120962 h 3912503"/>
              <a:gd name="connsiteX2001" fmla="*/ 3132652 w 12192528"/>
              <a:gd name="connsiteY2001" fmla="*/ 1119370 h 3912503"/>
              <a:gd name="connsiteX2002" fmla="*/ 3121223 w 12192528"/>
              <a:gd name="connsiteY2002" fmla="*/ 1072209 h 3912503"/>
              <a:gd name="connsiteX2003" fmla="*/ 6719746 w 12192528"/>
              <a:gd name="connsiteY2003" fmla="*/ 1025507 h 3912503"/>
              <a:gd name="connsiteX2004" fmla="*/ 6723785 w 12192528"/>
              <a:gd name="connsiteY2004" fmla="*/ 1028671 h 3912503"/>
              <a:gd name="connsiteX2005" fmla="*/ 6720182 w 12192528"/>
              <a:gd name="connsiteY2005" fmla="*/ 1028671 h 3912503"/>
              <a:gd name="connsiteX2006" fmla="*/ 6716582 w 12192528"/>
              <a:gd name="connsiteY2006" fmla="*/ 1028671 h 3912503"/>
              <a:gd name="connsiteX2007" fmla="*/ 12192528 w 12192528"/>
              <a:gd name="connsiteY2007" fmla="*/ 991088 h 3912503"/>
              <a:gd name="connsiteX2008" fmla="*/ 12192528 w 12192528"/>
              <a:gd name="connsiteY2008" fmla="*/ 998161 h 3912503"/>
              <a:gd name="connsiteX2009" fmla="*/ 12191272 w 12192528"/>
              <a:gd name="connsiteY2009" fmla="*/ 994787 h 3912503"/>
              <a:gd name="connsiteX2010" fmla="*/ 10459204 w 12192528"/>
              <a:gd name="connsiteY2010" fmla="*/ 986789 h 3912503"/>
              <a:gd name="connsiteX2011" fmla="*/ 10458834 w 12192528"/>
              <a:gd name="connsiteY2011" fmla="*/ 991796 h 3912503"/>
              <a:gd name="connsiteX2012" fmla="*/ 10464841 w 12192528"/>
              <a:gd name="connsiteY2012" fmla="*/ 989354 h 3912503"/>
              <a:gd name="connsiteX2013" fmla="*/ 12076946 w 12192528"/>
              <a:gd name="connsiteY2013" fmla="*/ 955420 h 3912503"/>
              <a:gd name="connsiteX2014" fmla="*/ 12080627 w 12192528"/>
              <a:gd name="connsiteY2014" fmla="*/ 957259 h 3912503"/>
              <a:gd name="connsiteX2015" fmla="*/ 12091259 w 12192528"/>
              <a:gd name="connsiteY2015" fmla="*/ 962164 h 3912503"/>
              <a:gd name="connsiteX2016" fmla="*/ 12093304 w 12192528"/>
              <a:gd name="connsiteY2016" fmla="*/ 963595 h 3912503"/>
              <a:gd name="connsiteX2017" fmla="*/ 12102301 w 12192528"/>
              <a:gd name="connsiteY2017" fmla="*/ 974427 h 3912503"/>
              <a:gd name="connsiteX2018" fmla="*/ 12107822 w 12192528"/>
              <a:gd name="connsiteY2018" fmla="*/ 992821 h 3912503"/>
              <a:gd name="connsiteX2019" fmla="*/ 12110480 w 12192528"/>
              <a:gd name="connsiteY2019" fmla="*/ 999157 h 3912503"/>
              <a:gd name="connsiteX2020" fmla="*/ 12109867 w 12192528"/>
              <a:gd name="connsiteY2020" fmla="*/ 1008149 h 3912503"/>
              <a:gd name="connsiteX2021" fmla="*/ 12109050 w 12192528"/>
              <a:gd name="connsiteY2021" fmla="*/ 1015711 h 3912503"/>
              <a:gd name="connsiteX2022" fmla="*/ 12109254 w 12192528"/>
              <a:gd name="connsiteY2022" fmla="*/ 1018777 h 3912503"/>
              <a:gd name="connsiteX2023" fmla="*/ 12097189 w 12192528"/>
              <a:gd name="connsiteY2023" fmla="*/ 1032675 h 3912503"/>
              <a:gd name="connsiteX2024" fmla="*/ 12085738 w 12192528"/>
              <a:gd name="connsiteY2024" fmla="*/ 1039419 h 3912503"/>
              <a:gd name="connsiteX2025" fmla="*/ 12077151 w 12192528"/>
              <a:gd name="connsiteY2025" fmla="*/ 1050660 h 3912503"/>
              <a:gd name="connsiteX2026" fmla="*/ 12078377 w 12192528"/>
              <a:gd name="connsiteY2026" fmla="*/ 1052908 h 3912503"/>
              <a:gd name="connsiteX2027" fmla="*/ 12090441 w 12192528"/>
              <a:gd name="connsiteY2027" fmla="*/ 1067214 h 3912503"/>
              <a:gd name="connsiteX2028" fmla="*/ 12092077 w 12192528"/>
              <a:gd name="connsiteY2028" fmla="*/ 1070484 h 3912503"/>
              <a:gd name="connsiteX2029" fmla="*/ 12093712 w 12192528"/>
              <a:gd name="connsiteY2029" fmla="*/ 1080704 h 3912503"/>
              <a:gd name="connsiteX2030" fmla="*/ 12096576 w 12192528"/>
              <a:gd name="connsiteY2030" fmla="*/ 1092558 h 3912503"/>
              <a:gd name="connsiteX2031" fmla="*/ 12096371 w 12192528"/>
              <a:gd name="connsiteY2031" fmla="*/ 1097462 h 3912503"/>
              <a:gd name="connsiteX2032" fmla="*/ 12085534 w 12192528"/>
              <a:gd name="connsiteY2032" fmla="*/ 1123828 h 3912503"/>
              <a:gd name="connsiteX2033" fmla="*/ 12083488 w 12192528"/>
              <a:gd name="connsiteY2033" fmla="*/ 1125462 h 3912503"/>
              <a:gd name="connsiteX2034" fmla="*/ 12071016 w 12192528"/>
              <a:gd name="connsiteY2034" fmla="*/ 1131390 h 3912503"/>
              <a:gd name="connsiteX2035" fmla="*/ 12065699 w 12192528"/>
              <a:gd name="connsiteY2035" fmla="*/ 1133024 h 3912503"/>
              <a:gd name="connsiteX2036" fmla="*/ 12056703 w 12192528"/>
              <a:gd name="connsiteY2036" fmla="*/ 1135069 h 3912503"/>
              <a:gd name="connsiteX2037" fmla="*/ 12049954 w 12192528"/>
              <a:gd name="connsiteY2037" fmla="*/ 1140995 h 3912503"/>
              <a:gd name="connsiteX2038" fmla="*/ 12046887 w 12192528"/>
              <a:gd name="connsiteY2038" fmla="*/ 1142094 h 3912503"/>
              <a:gd name="connsiteX2039" fmla="*/ 12045047 w 12192528"/>
              <a:gd name="connsiteY2039" fmla="*/ 1139361 h 3912503"/>
              <a:gd name="connsiteX2040" fmla="*/ 12044434 w 12192528"/>
              <a:gd name="connsiteY2040" fmla="*/ 1136907 h 3912503"/>
              <a:gd name="connsiteX2041" fmla="*/ 12042592 w 12192528"/>
              <a:gd name="connsiteY2041" fmla="*/ 1134046 h 3912503"/>
              <a:gd name="connsiteX2042" fmla="*/ 12039936 w 12192528"/>
              <a:gd name="connsiteY2042" fmla="*/ 1135885 h 3912503"/>
              <a:gd name="connsiteX2043" fmla="*/ 12033800 w 12192528"/>
              <a:gd name="connsiteY2043" fmla="*/ 1134864 h 3912503"/>
              <a:gd name="connsiteX2044" fmla="*/ 12032574 w 12192528"/>
              <a:gd name="connsiteY2044" fmla="*/ 1132206 h 3912503"/>
              <a:gd name="connsiteX2045" fmla="*/ 12028893 w 12192528"/>
              <a:gd name="connsiteY2045" fmla="*/ 1130776 h 3912503"/>
              <a:gd name="connsiteX2046" fmla="*/ 12027461 w 12192528"/>
              <a:gd name="connsiteY2046" fmla="*/ 1134251 h 3912503"/>
              <a:gd name="connsiteX2047" fmla="*/ 12027805 w 12192528"/>
              <a:gd name="connsiteY2047" fmla="*/ 1137341 h 3912503"/>
              <a:gd name="connsiteX2048" fmla="*/ 12011823 w 12192528"/>
              <a:gd name="connsiteY2048" fmla="*/ 1121447 h 3912503"/>
              <a:gd name="connsiteX2049" fmla="*/ 12012739 w 12192528"/>
              <a:gd name="connsiteY2049" fmla="*/ 1120149 h 3912503"/>
              <a:gd name="connsiteX2050" fmla="*/ 12010898 w 12192528"/>
              <a:gd name="connsiteY2050" fmla="*/ 1116266 h 3912503"/>
              <a:gd name="connsiteX2051" fmla="*/ 12007217 w 12192528"/>
              <a:gd name="connsiteY2051" fmla="*/ 1114630 h 3912503"/>
              <a:gd name="connsiteX2052" fmla="*/ 12004764 w 12192528"/>
              <a:gd name="connsiteY2052" fmla="*/ 1109725 h 3912503"/>
              <a:gd name="connsiteX2053" fmla="*/ 11996789 w 12192528"/>
              <a:gd name="connsiteY2053" fmla="*/ 1093988 h 3912503"/>
              <a:gd name="connsiteX2054" fmla="*/ 11993926 w 12192528"/>
              <a:gd name="connsiteY2054" fmla="*/ 1091740 h 3912503"/>
              <a:gd name="connsiteX2055" fmla="*/ 11997811 w 12192528"/>
              <a:gd name="connsiteY2055" fmla="*/ 1089287 h 3912503"/>
              <a:gd name="connsiteX2056" fmla="*/ 11998424 w 12192528"/>
              <a:gd name="connsiteY2056" fmla="*/ 1089287 h 3912503"/>
              <a:gd name="connsiteX2057" fmla="*/ 12002310 w 12192528"/>
              <a:gd name="connsiteY2057" fmla="*/ 1082338 h 3912503"/>
              <a:gd name="connsiteX2058" fmla="*/ 12002719 w 12192528"/>
              <a:gd name="connsiteY2058" fmla="*/ 1072733 h 3912503"/>
              <a:gd name="connsiteX2059" fmla="*/ 12006195 w 12192528"/>
              <a:gd name="connsiteY2059" fmla="*/ 1059244 h 3912503"/>
              <a:gd name="connsiteX2060" fmla="*/ 12009263 w 12192528"/>
              <a:gd name="connsiteY2060" fmla="*/ 1055565 h 3912503"/>
              <a:gd name="connsiteX2061" fmla="*/ 12017646 w 12192528"/>
              <a:gd name="connsiteY2061" fmla="*/ 1044938 h 3912503"/>
              <a:gd name="connsiteX2062" fmla="*/ 12022553 w 12192528"/>
              <a:gd name="connsiteY2062" fmla="*/ 1043098 h 3912503"/>
              <a:gd name="connsiteX2063" fmla="*/ 12042797 w 12192528"/>
              <a:gd name="connsiteY2063" fmla="*/ 1037171 h 3912503"/>
              <a:gd name="connsiteX2064" fmla="*/ 12042797 w 12192528"/>
              <a:gd name="connsiteY2064" fmla="*/ 1032675 h 3912503"/>
              <a:gd name="connsiteX2065" fmla="*/ 12037480 w 12192528"/>
              <a:gd name="connsiteY2065" fmla="*/ 1032061 h 3912503"/>
              <a:gd name="connsiteX2066" fmla="*/ 12033800 w 12192528"/>
              <a:gd name="connsiteY2066" fmla="*/ 1034515 h 3912503"/>
              <a:gd name="connsiteX2067" fmla="*/ 12030324 w 12192528"/>
              <a:gd name="connsiteY2067" fmla="*/ 1034922 h 3912503"/>
              <a:gd name="connsiteX2068" fmla="*/ 12030936 w 12192528"/>
              <a:gd name="connsiteY2068" fmla="*/ 1031244 h 3912503"/>
              <a:gd name="connsiteX2069" fmla="*/ 12033800 w 12192528"/>
              <a:gd name="connsiteY2069" fmla="*/ 1028587 h 3912503"/>
              <a:gd name="connsiteX2070" fmla="*/ 12034822 w 12192528"/>
              <a:gd name="connsiteY2070" fmla="*/ 1022252 h 3912503"/>
              <a:gd name="connsiteX2071" fmla="*/ 12029302 w 12192528"/>
              <a:gd name="connsiteY2071" fmla="*/ 1023477 h 3912503"/>
              <a:gd name="connsiteX2072" fmla="*/ 12025007 w 12192528"/>
              <a:gd name="connsiteY2072" fmla="*/ 1026952 h 3912503"/>
              <a:gd name="connsiteX2073" fmla="*/ 12020918 w 12192528"/>
              <a:gd name="connsiteY2073" fmla="*/ 1024295 h 3912503"/>
              <a:gd name="connsiteX2074" fmla="*/ 12025417 w 12192528"/>
              <a:gd name="connsiteY2074" fmla="*/ 1012645 h 3912503"/>
              <a:gd name="connsiteX2075" fmla="*/ 12025417 w 12192528"/>
              <a:gd name="connsiteY2075" fmla="*/ 1001405 h 3912503"/>
              <a:gd name="connsiteX2076" fmla="*/ 12021327 w 12192528"/>
              <a:gd name="connsiteY2076" fmla="*/ 996908 h 3912503"/>
              <a:gd name="connsiteX2077" fmla="*/ 12020099 w 12192528"/>
              <a:gd name="connsiteY2077" fmla="*/ 994661 h 3912503"/>
              <a:gd name="connsiteX2078" fmla="*/ 12022349 w 12192528"/>
              <a:gd name="connsiteY2078" fmla="*/ 993434 h 3912503"/>
              <a:gd name="connsiteX2079" fmla="*/ 12026643 w 12192528"/>
              <a:gd name="connsiteY2079" fmla="*/ 989346 h 3912503"/>
              <a:gd name="connsiteX2080" fmla="*/ 12031960 w 12192528"/>
              <a:gd name="connsiteY2080" fmla="*/ 980149 h 3912503"/>
              <a:gd name="connsiteX2081" fmla="*/ 12032165 w 12192528"/>
              <a:gd name="connsiteY2081" fmla="*/ 975245 h 3912503"/>
              <a:gd name="connsiteX2082" fmla="*/ 12030528 w 12192528"/>
              <a:gd name="connsiteY2082" fmla="*/ 971975 h 3912503"/>
              <a:gd name="connsiteX2083" fmla="*/ 12034004 w 12192528"/>
              <a:gd name="connsiteY2083" fmla="*/ 969726 h 3912503"/>
              <a:gd name="connsiteX2084" fmla="*/ 12036868 w 12192528"/>
              <a:gd name="connsiteY2084" fmla="*/ 969317 h 3912503"/>
              <a:gd name="connsiteX2085" fmla="*/ 12040344 w 12192528"/>
              <a:gd name="connsiteY2085" fmla="*/ 960937 h 3912503"/>
              <a:gd name="connsiteX2086" fmla="*/ 12039322 w 12192528"/>
              <a:gd name="connsiteY2086" fmla="*/ 959303 h 3912503"/>
              <a:gd name="connsiteX2087" fmla="*/ 12039525 w 12192528"/>
              <a:gd name="connsiteY2087" fmla="*/ 955624 h 3912503"/>
              <a:gd name="connsiteX2088" fmla="*/ 12042797 w 12192528"/>
              <a:gd name="connsiteY2088" fmla="*/ 956442 h 3912503"/>
              <a:gd name="connsiteX2089" fmla="*/ 12044842 w 12192528"/>
              <a:gd name="connsiteY2089" fmla="*/ 959099 h 3912503"/>
              <a:gd name="connsiteX2090" fmla="*/ 12048931 w 12192528"/>
              <a:gd name="connsiteY2090" fmla="*/ 959712 h 3912503"/>
              <a:gd name="connsiteX2091" fmla="*/ 12061405 w 12192528"/>
              <a:gd name="connsiteY2091" fmla="*/ 956442 h 3912503"/>
              <a:gd name="connsiteX2092" fmla="*/ 12076946 w 12192528"/>
              <a:gd name="connsiteY2092" fmla="*/ 955420 h 3912503"/>
              <a:gd name="connsiteX2093" fmla="*/ 2111583 w 12192528"/>
              <a:gd name="connsiteY2093" fmla="*/ 948085 h 3912503"/>
              <a:gd name="connsiteX2094" fmla="*/ 2124333 w 12192528"/>
              <a:gd name="connsiteY2094" fmla="*/ 948423 h 3912503"/>
              <a:gd name="connsiteX2095" fmla="*/ 2136697 w 12192528"/>
              <a:gd name="connsiteY2095" fmla="*/ 948809 h 3912503"/>
              <a:gd name="connsiteX2096" fmla="*/ 2156016 w 12192528"/>
              <a:gd name="connsiteY2096" fmla="*/ 963857 h 3912503"/>
              <a:gd name="connsiteX2097" fmla="*/ 2157175 w 12192528"/>
              <a:gd name="connsiteY2097" fmla="*/ 973119 h 3912503"/>
              <a:gd name="connsiteX2098" fmla="*/ 2157561 w 12192528"/>
              <a:gd name="connsiteY2098" fmla="*/ 976977 h 3912503"/>
              <a:gd name="connsiteX2099" fmla="*/ 2159492 w 12192528"/>
              <a:gd name="connsiteY2099" fmla="*/ 987396 h 3912503"/>
              <a:gd name="connsiteX2100" fmla="*/ 2160652 w 12192528"/>
              <a:gd name="connsiteY2100" fmla="*/ 992413 h 3912503"/>
              <a:gd name="connsiteX2101" fmla="*/ 2160265 w 12192528"/>
              <a:gd name="connsiteY2101" fmla="*/ 998973 h 3912503"/>
              <a:gd name="connsiteX2102" fmla="*/ 2157561 w 12192528"/>
              <a:gd name="connsiteY2102" fmla="*/ 1005533 h 3912503"/>
              <a:gd name="connsiteX2103" fmla="*/ 2149061 w 12192528"/>
              <a:gd name="connsiteY2103" fmla="*/ 1021354 h 3912503"/>
              <a:gd name="connsiteX2104" fmla="*/ 2121628 w 12192528"/>
              <a:gd name="connsiteY2104" fmla="*/ 1038718 h 3912503"/>
              <a:gd name="connsiteX2105" fmla="*/ 2118924 w 12192528"/>
              <a:gd name="connsiteY2105" fmla="*/ 1037946 h 3912503"/>
              <a:gd name="connsiteX2106" fmla="*/ 2106560 w 12192528"/>
              <a:gd name="connsiteY2106" fmla="*/ 1036402 h 3912503"/>
              <a:gd name="connsiteX2107" fmla="*/ 2103469 w 12192528"/>
              <a:gd name="connsiteY2107" fmla="*/ 1034859 h 3912503"/>
              <a:gd name="connsiteX2108" fmla="*/ 2094582 w 12192528"/>
              <a:gd name="connsiteY2108" fmla="*/ 1032158 h 3912503"/>
              <a:gd name="connsiteX2109" fmla="*/ 2089946 w 12192528"/>
              <a:gd name="connsiteY2109" fmla="*/ 1030229 h 3912503"/>
              <a:gd name="connsiteX2110" fmla="*/ 2087241 w 12192528"/>
              <a:gd name="connsiteY2110" fmla="*/ 1024826 h 3912503"/>
              <a:gd name="connsiteX2111" fmla="*/ 2076810 w 12192528"/>
              <a:gd name="connsiteY2111" fmla="*/ 1010934 h 3912503"/>
              <a:gd name="connsiteX2112" fmla="*/ 2072173 w 12192528"/>
              <a:gd name="connsiteY2112" fmla="*/ 1001673 h 3912503"/>
              <a:gd name="connsiteX2113" fmla="*/ 2072173 w 12192528"/>
              <a:gd name="connsiteY2113" fmla="*/ 997044 h 3912503"/>
              <a:gd name="connsiteX2114" fmla="*/ 2076037 w 12192528"/>
              <a:gd name="connsiteY2114" fmla="*/ 986625 h 3912503"/>
              <a:gd name="connsiteX2115" fmla="*/ 2081446 w 12192528"/>
              <a:gd name="connsiteY2115" fmla="*/ 969646 h 3912503"/>
              <a:gd name="connsiteX2116" fmla="*/ 2086082 w 12192528"/>
              <a:gd name="connsiteY2116" fmla="*/ 963472 h 3912503"/>
              <a:gd name="connsiteX2117" fmla="*/ 2093423 w 12192528"/>
              <a:gd name="connsiteY2117" fmla="*/ 957298 h 3912503"/>
              <a:gd name="connsiteX2118" fmla="*/ 2099992 w 12192528"/>
              <a:gd name="connsiteY2118" fmla="*/ 953825 h 3912503"/>
              <a:gd name="connsiteX2119" fmla="*/ 2111583 w 12192528"/>
              <a:gd name="connsiteY2119" fmla="*/ 948085 h 3912503"/>
              <a:gd name="connsiteX2120" fmla="*/ 393648 w 12192528"/>
              <a:gd name="connsiteY2120" fmla="*/ 941854 h 3912503"/>
              <a:gd name="connsiteX2121" fmla="*/ 399461 w 12192528"/>
              <a:gd name="connsiteY2121" fmla="*/ 943292 h 3912503"/>
              <a:gd name="connsiteX2122" fmla="*/ 420035 w 12192528"/>
              <a:gd name="connsiteY2122" fmla="*/ 959319 h 3912503"/>
              <a:gd name="connsiteX2123" fmla="*/ 421270 w 12192528"/>
              <a:gd name="connsiteY2123" fmla="*/ 969183 h 3912503"/>
              <a:gd name="connsiteX2124" fmla="*/ 421681 w 12192528"/>
              <a:gd name="connsiteY2124" fmla="*/ 973291 h 3912503"/>
              <a:gd name="connsiteX2125" fmla="*/ 423737 w 12192528"/>
              <a:gd name="connsiteY2125" fmla="*/ 984386 h 3912503"/>
              <a:gd name="connsiteX2126" fmla="*/ 424972 w 12192528"/>
              <a:gd name="connsiteY2126" fmla="*/ 989729 h 3912503"/>
              <a:gd name="connsiteX2127" fmla="*/ 424560 w 12192528"/>
              <a:gd name="connsiteY2127" fmla="*/ 996716 h 3912503"/>
              <a:gd name="connsiteX2128" fmla="*/ 421681 w 12192528"/>
              <a:gd name="connsiteY2128" fmla="*/ 1003702 h 3912503"/>
              <a:gd name="connsiteX2129" fmla="*/ 412628 w 12192528"/>
              <a:gd name="connsiteY2129" fmla="*/ 1020552 h 3912503"/>
              <a:gd name="connsiteX2130" fmla="*/ 383413 w 12192528"/>
              <a:gd name="connsiteY2130" fmla="*/ 1039043 h 3912503"/>
              <a:gd name="connsiteX2131" fmla="*/ 380533 w 12192528"/>
              <a:gd name="connsiteY2131" fmla="*/ 1038222 h 3912503"/>
              <a:gd name="connsiteX2132" fmla="*/ 367366 w 12192528"/>
              <a:gd name="connsiteY2132" fmla="*/ 1036577 h 3912503"/>
              <a:gd name="connsiteX2133" fmla="*/ 364074 w 12192528"/>
              <a:gd name="connsiteY2133" fmla="*/ 1034933 h 3912503"/>
              <a:gd name="connsiteX2134" fmla="*/ 354610 w 12192528"/>
              <a:gd name="connsiteY2134" fmla="*/ 1032058 h 3912503"/>
              <a:gd name="connsiteX2135" fmla="*/ 349672 w 12192528"/>
              <a:gd name="connsiteY2135" fmla="*/ 1030002 h 3912503"/>
              <a:gd name="connsiteX2136" fmla="*/ 346792 w 12192528"/>
              <a:gd name="connsiteY2136" fmla="*/ 1024249 h 3912503"/>
              <a:gd name="connsiteX2137" fmla="*/ 335683 w 12192528"/>
              <a:gd name="connsiteY2137" fmla="*/ 1009455 h 3912503"/>
              <a:gd name="connsiteX2138" fmla="*/ 330745 w 12192528"/>
              <a:gd name="connsiteY2138" fmla="*/ 999592 h 3912503"/>
              <a:gd name="connsiteX2139" fmla="*/ 330745 w 12192528"/>
              <a:gd name="connsiteY2139" fmla="*/ 994661 h 3912503"/>
              <a:gd name="connsiteX2140" fmla="*/ 334860 w 12192528"/>
              <a:gd name="connsiteY2140" fmla="*/ 983566 h 3912503"/>
              <a:gd name="connsiteX2141" fmla="*/ 340620 w 12192528"/>
              <a:gd name="connsiteY2141" fmla="*/ 965484 h 3912503"/>
              <a:gd name="connsiteX2142" fmla="*/ 345557 w 12192528"/>
              <a:gd name="connsiteY2142" fmla="*/ 958909 h 3912503"/>
              <a:gd name="connsiteX2143" fmla="*/ 353376 w 12192528"/>
              <a:gd name="connsiteY2143" fmla="*/ 952333 h 3912503"/>
              <a:gd name="connsiteX2144" fmla="*/ 360371 w 12192528"/>
              <a:gd name="connsiteY2144" fmla="*/ 948634 h 3912503"/>
              <a:gd name="connsiteX2145" fmla="*/ 372715 w 12192528"/>
              <a:gd name="connsiteY2145" fmla="*/ 942521 h 3912503"/>
              <a:gd name="connsiteX2146" fmla="*/ 386294 w 12192528"/>
              <a:gd name="connsiteY2146" fmla="*/ 942881 h 3912503"/>
              <a:gd name="connsiteX2147" fmla="*/ 393648 w 12192528"/>
              <a:gd name="connsiteY2147" fmla="*/ 941854 h 3912503"/>
              <a:gd name="connsiteX2148" fmla="*/ 9365385 w 12192528"/>
              <a:gd name="connsiteY2148" fmla="*/ 936777 h 3912503"/>
              <a:gd name="connsiteX2149" fmla="*/ 9381236 w 12192528"/>
              <a:gd name="connsiteY2149" fmla="*/ 939927 h 3912503"/>
              <a:gd name="connsiteX2150" fmla="*/ 9381824 w 12192528"/>
              <a:gd name="connsiteY2150" fmla="*/ 939901 h 3912503"/>
              <a:gd name="connsiteX2151" fmla="*/ 9387862 w 12192528"/>
              <a:gd name="connsiteY2151" fmla="*/ 940236 h 3912503"/>
              <a:gd name="connsiteX2152" fmla="*/ 9387435 w 12192528"/>
              <a:gd name="connsiteY2152" fmla="*/ 938477 h 3912503"/>
              <a:gd name="connsiteX2153" fmla="*/ 9222336 w 12192528"/>
              <a:gd name="connsiteY2153" fmla="*/ 925048 h 3912503"/>
              <a:gd name="connsiteX2154" fmla="*/ 9099659 w 12192528"/>
              <a:gd name="connsiteY2154" fmla="*/ 933486 h 3912503"/>
              <a:gd name="connsiteX2155" fmla="*/ 9016083 w 12192528"/>
              <a:gd name="connsiteY2155" fmla="*/ 938199 h 3912503"/>
              <a:gd name="connsiteX2156" fmla="*/ 8913666 w 12192528"/>
              <a:gd name="connsiteY2156" fmla="*/ 940063 h 3912503"/>
              <a:gd name="connsiteX2157" fmla="*/ 8811247 w 12192528"/>
              <a:gd name="connsiteY2157" fmla="*/ 941928 h 3912503"/>
              <a:gd name="connsiteX2158" fmla="*/ 8772140 w 12192528"/>
              <a:gd name="connsiteY2158" fmla="*/ 945654 h 3912503"/>
              <a:gd name="connsiteX2159" fmla="*/ 8708721 w 12192528"/>
              <a:gd name="connsiteY2159" fmla="*/ 957265 h 3912503"/>
              <a:gd name="connsiteX2160" fmla="*/ 8692508 w 12192528"/>
              <a:gd name="connsiteY2160" fmla="*/ 962525 h 3912503"/>
              <a:gd name="connsiteX2161" fmla="*/ 8623717 w 12192528"/>
              <a:gd name="connsiteY2161" fmla="*/ 971397 h 3912503"/>
              <a:gd name="connsiteX2162" fmla="*/ 8619664 w 12192528"/>
              <a:gd name="connsiteY2162" fmla="*/ 972712 h 3912503"/>
              <a:gd name="connsiteX2163" fmla="*/ 8618350 w 12192528"/>
              <a:gd name="connsiteY2163" fmla="*/ 968660 h 3912503"/>
              <a:gd name="connsiteX2164" fmla="*/ 8610245 w 12192528"/>
              <a:gd name="connsiteY2164" fmla="*/ 971289 h 3912503"/>
              <a:gd name="connsiteX2165" fmla="*/ 8611559 w 12192528"/>
              <a:gd name="connsiteY2165" fmla="*/ 975342 h 3912503"/>
              <a:gd name="connsiteX2166" fmla="*/ 8615612 w 12192528"/>
              <a:gd name="connsiteY2166" fmla="*/ 974027 h 3912503"/>
              <a:gd name="connsiteX2167" fmla="*/ 8596662 w 12192528"/>
              <a:gd name="connsiteY2167" fmla="*/ 984653 h 3912503"/>
              <a:gd name="connsiteX2168" fmla="*/ 8383293 w 12192528"/>
              <a:gd name="connsiteY2168" fmla="*/ 1044904 h 3912503"/>
              <a:gd name="connsiteX2169" fmla="*/ 8303549 w 12192528"/>
              <a:gd name="connsiteY2169" fmla="*/ 1075246 h 3912503"/>
              <a:gd name="connsiteX2170" fmla="*/ 8171009 w 12192528"/>
              <a:gd name="connsiteY2170" fmla="*/ 1136153 h 3912503"/>
              <a:gd name="connsiteX2171" fmla="*/ 8037045 w 12192528"/>
              <a:gd name="connsiteY2171" fmla="*/ 1206479 h 3912503"/>
              <a:gd name="connsiteX2172" fmla="*/ 7957190 w 12192528"/>
              <a:gd name="connsiteY2172" fmla="*/ 1250296 h 3912503"/>
              <a:gd name="connsiteX2173" fmla="*/ 7930136 w 12192528"/>
              <a:gd name="connsiteY2173" fmla="*/ 1263551 h 3912503"/>
              <a:gd name="connsiteX2174" fmla="*/ 7878653 w 12192528"/>
              <a:gd name="connsiteY2174" fmla="*/ 1298165 h 3912503"/>
              <a:gd name="connsiteX2175" fmla="*/ 7877341 w 12192528"/>
              <a:gd name="connsiteY2175" fmla="*/ 1294113 h 3912503"/>
              <a:gd name="connsiteX2176" fmla="*/ 7873288 w 12192528"/>
              <a:gd name="connsiteY2176" fmla="*/ 1295428 h 3912503"/>
              <a:gd name="connsiteX2177" fmla="*/ 7865183 w 12192528"/>
              <a:gd name="connsiteY2177" fmla="*/ 1298057 h 3912503"/>
              <a:gd name="connsiteX2178" fmla="*/ 7862443 w 12192528"/>
              <a:gd name="connsiteY2178" fmla="*/ 1303424 h 3912503"/>
              <a:gd name="connsiteX2179" fmla="*/ 7853024 w 12192528"/>
              <a:gd name="connsiteY2179" fmla="*/ 1302000 h 3912503"/>
              <a:gd name="connsiteX2180" fmla="*/ 7855654 w 12192528"/>
              <a:gd name="connsiteY2180" fmla="*/ 1310106 h 3912503"/>
              <a:gd name="connsiteX2181" fmla="*/ 7851601 w 12192528"/>
              <a:gd name="connsiteY2181" fmla="*/ 1311421 h 3912503"/>
              <a:gd name="connsiteX2182" fmla="*/ 7844810 w 12192528"/>
              <a:gd name="connsiteY2182" fmla="*/ 1318103 h 3912503"/>
              <a:gd name="connsiteX2183" fmla="*/ 7854228 w 12192528"/>
              <a:gd name="connsiteY2183" fmla="*/ 1319525 h 3912503"/>
              <a:gd name="connsiteX2184" fmla="*/ 7852915 w 12192528"/>
              <a:gd name="connsiteY2184" fmla="*/ 1315473 h 3912503"/>
              <a:gd name="connsiteX2185" fmla="*/ 7858281 w 12192528"/>
              <a:gd name="connsiteY2185" fmla="*/ 1318211 h 3912503"/>
              <a:gd name="connsiteX2186" fmla="*/ 7767479 w 12192528"/>
              <a:gd name="connsiteY2186" fmla="*/ 1383498 h 3912503"/>
              <a:gd name="connsiteX2187" fmla="*/ 7631870 w 12192528"/>
              <a:gd name="connsiteY2187" fmla="*/ 1490192 h 3912503"/>
              <a:gd name="connsiteX2188" fmla="*/ 7630557 w 12192528"/>
              <a:gd name="connsiteY2188" fmla="*/ 1486138 h 3912503"/>
              <a:gd name="connsiteX2189" fmla="*/ 7634610 w 12192528"/>
              <a:gd name="connsiteY2189" fmla="*/ 1484824 h 3912503"/>
              <a:gd name="connsiteX2190" fmla="*/ 7636032 w 12192528"/>
              <a:gd name="connsiteY2190" fmla="*/ 1475403 h 3912503"/>
              <a:gd name="connsiteX2191" fmla="*/ 7629243 w 12192528"/>
              <a:gd name="connsiteY2191" fmla="*/ 1482084 h 3912503"/>
              <a:gd name="connsiteX2192" fmla="*/ 7622452 w 12192528"/>
              <a:gd name="connsiteY2192" fmla="*/ 1488767 h 3912503"/>
              <a:gd name="connsiteX2193" fmla="*/ 7608977 w 12192528"/>
              <a:gd name="connsiteY2193" fmla="*/ 1488657 h 3912503"/>
              <a:gd name="connsiteX2194" fmla="*/ 7611633 w 12192528"/>
              <a:gd name="connsiteY2194" fmla="*/ 1493396 h 3912503"/>
              <a:gd name="connsiteX2195" fmla="*/ 7613886 w 12192528"/>
              <a:gd name="connsiteY2195" fmla="*/ 1492291 h 3912503"/>
              <a:gd name="connsiteX2196" fmla="*/ 7608866 w 12192528"/>
              <a:gd name="connsiteY2196" fmla="*/ 1502131 h 3912503"/>
              <a:gd name="connsiteX2197" fmla="*/ 7621024 w 12192528"/>
              <a:gd name="connsiteY2197" fmla="*/ 1498186 h 3912503"/>
              <a:gd name="connsiteX2198" fmla="*/ 7589697 w 12192528"/>
              <a:gd name="connsiteY2198" fmla="*/ 1539702 h 3912503"/>
              <a:gd name="connsiteX2199" fmla="*/ 7584329 w 12192528"/>
              <a:gd name="connsiteY2199" fmla="*/ 1536965 h 3912503"/>
              <a:gd name="connsiteX2200" fmla="*/ 7542158 w 12192528"/>
              <a:gd name="connsiteY2200" fmla="*/ 1586476 h 3912503"/>
              <a:gd name="connsiteX2201" fmla="*/ 7544896 w 12192528"/>
              <a:gd name="connsiteY2201" fmla="*/ 1581109 h 3912503"/>
              <a:gd name="connsiteX2202" fmla="*/ 7493304 w 12192528"/>
              <a:gd name="connsiteY2202" fmla="*/ 1629197 h 3912503"/>
              <a:gd name="connsiteX2203" fmla="*/ 7490567 w 12192528"/>
              <a:gd name="connsiteY2203" fmla="*/ 1634564 h 3912503"/>
              <a:gd name="connsiteX2204" fmla="*/ 7506779 w 12192528"/>
              <a:gd name="connsiteY2204" fmla="*/ 1629306 h 3912503"/>
              <a:gd name="connsiteX2205" fmla="*/ 7474140 w 12192528"/>
              <a:gd name="connsiteY2205" fmla="*/ 1666768 h 3912503"/>
              <a:gd name="connsiteX2206" fmla="*/ 7464718 w 12192528"/>
              <a:gd name="connsiteY2206" fmla="*/ 1665345 h 3912503"/>
              <a:gd name="connsiteX2207" fmla="*/ 7460559 w 12192528"/>
              <a:gd name="connsiteY2207" fmla="*/ 1680132 h 3912503"/>
              <a:gd name="connsiteX2208" fmla="*/ 7457818 w 12192528"/>
              <a:gd name="connsiteY2208" fmla="*/ 1685500 h 3912503"/>
              <a:gd name="connsiteX2209" fmla="*/ 7452343 w 12192528"/>
              <a:gd name="connsiteY2209" fmla="*/ 1696235 h 3912503"/>
              <a:gd name="connsiteX2210" fmla="*/ 7460448 w 12192528"/>
              <a:gd name="connsiteY2210" fmla="*/ 1693606 h 3912503"/>
              <a:gd name="connsiteX2211" fmla="*/ 7464501 w 12192528"/>
              <a:gd name="connsiteY2211" fmla="*/ 1692291 h 3912503"/>
              <a:gd name="connsiteX2212" fmla="*/ 7395059 w 12192528"/>
              <a:gd name="connsiteY2212" fmla="*/ 1782003 h 3912503"/>
              <a:gd name="connsiteX2213" fmla="*/ 7365262 w 12192528"/>
              <a:gd name="connsiteY2213" fmla="*/ 1800626 h 3912503"/>
              <a:gd name="connsiteX2214" fmla="*/ 7363946 w 12192528"/>
              <a:gd name="connsiteY2214" fmla="*/ 1796573 h 3912503"/>
              <a:gd name="connsiteX2215" fmla="*/ 7359893 w 12192528"/>
              <a:gd name="connsiteY2215" fmla="*/ 1797888 h 3912503"/>
              <a:gd name="connsiteX2216" fmla="*/ 7354417 w 12192528"/>
              <a:gd name="connsiteY2216" fmla="*/ 1808623 h 3912503"/>
              <a:gd name="connsiteX2217" fmla="*/ 7351676 w 12192528"/>
              <a:gd name="connsiteY2217" fmla="*/ 1813990 h 3912503"/>
              <a:gd name="connsiteX2218" fmla="*/ 7351569 w 12192528"/>
              <a:gd name="connsiteY2218" fmla="*/ 1827464 h 3912503"/>
              <a:gd name="connsiteX2219" fmla="*/ 7339300 w 12192528"/>
              <a:gd name="connsiteY2219" fmla="*/ 1844880 h 3912503"/>
              <a:gd name="connsiteX2220" fmla="*/ 7359677 w 12192528"/>
              <a:gd name="connsiteY2220" fmla="*/ 1824834 h 3912503"/>
              <a:gd name="connsiteX2221" fmla="*/ 7357043 w 12192528"/>
              <a:gd name="connsiteY2221" fmla="*/ 1816728 h 3912503"/>
              <a:gd name="connsiteX2222" fmla="*/ 7359784 w 12192528"/>
              <a:gd name="connsiteY2222" fmla="*/ 1811361 h 3912503"/>
              <a:gd name="connsiteX2223" fmla="*/ 7363836 w 12192528"/>
              <a:gd name="connsiteY2223" fmla="*/ 1810046 h 3912503"/>
              <a:gd name="connsiteX2224" fmla="*/ 7365262 w 12192528"/>
              <a:gd name="connsiteY2224" fmla="*/ 1800626 h 3912503"/>
              <a:gd name="connsiteX2225" fmla="*/ 7430329 w 12192528"/>
              <a:gd name="connsiteY2225" fmla="*/ 1752647 h 3912503"/>
              <a:gd name="connsiteX2226" fmla="*/ 7438434 w 12192528"/>
              <a:gd name="connsiteY2226" fmla="*/ 1750017 h 3912503"/>
              <a:gd name="connsiteX2227" fmla="*/ 7439749 w 12192528"/>
              <a:gd name="connsiteY2227" fmla="*/ 1754071 h 3912503"/>
              <a:gd name="connsiteX2228" fmla="*/ 7442487 w 12192528"/>
              <a:gd name="connsiteY2228" fmla="*/ 1748703 h 3912503"/>
              <a:gd name="connsiteX2229" fmla="*/ 7446539 w 12192528"/>
              <a:gd name="connsiteY2229" fmla="*/ 1747388 h 3912503"/>
              <a:gd name="connsiteX2230" fmla="*/ 7423480 w 12192528"/>
              <a:gd name="connsiteY2230" fmla="*/ 1786783 h 3912503"/>
              <a:gd name="connsiteX2231" fmla="*/ 7388777 w 12192528"/>
              <a:gd name="connsiteY2231" fmla="*/ 1817888 h 3912503"/>
              <a:gd name="connsiteX2232" fmla="*/ 7388045 w 12192528"/>
              <a:gd name="connsiteY2232" fmla="*/ 1815632 h 3912503"/>
              <a:gd name="connsiteX2233" fmla="*/ 7385312 w 12192528"/>
              <a:gd name="connsiteY2233" fmla="*/ 1821000 h 3912503"/>
              <a:gd name="connsiteX2234" fmla="*/ 7371723 w 12192528"/>
              <a:gd name="connsiteY2234" fmla="*/ 1834363 h 3912503"/>
              <a:gd name="connsiteX2235" fmla="*/ 7374461 w 12192528"/>
              <a:gd name="connsiteY2235" fmla="*/ 1828995 h 3912503"/>
              <a:gd name="connsiteX2236" fmla="*/ 7370409 w 12192528"/>
              <a:gd name="connsiteY2236" fmla="*/ 1830310 h 3912503"/>
              <a:gd name="connsiteX2237" fmla="*/ 7367670 w 12192528"/>
              <a:gd name="connsiteY2237" fmla="*/ 1835678 h 3912503"/>
              <a:gd name="connsiteX2238" fmla="*/ 7337999 w 12192528"/>
              <a:gd name="connsiteY2238" fmla="*/ 1859858 h 3912503"/>
              <a:gd name="connsiteX2239" fmla="*/ 7316293 w 12192528"/>
              <a:gd name="connsiteY2239" fmla="*/ 1885631 h 3912503"/>
              <a:gd name="connsiteX2240" fmla="*/ 7359341 w 12192528"/>
              <a:gd name="connsiteY2240" fmla="*/ 1957756 h 3912503"/>
              <a:gd name="connsiteX2241" fmla="*/ 7389584 w 12192528"/>
              <a:gd name="connsiteY2241" fmla="*/ 1917036 h 3912503"/>
              <a:gd name="connsiteX2242" fmla="*/ 7440297 w 12192528"/>
              <a:gd name="connsiteY2242" fmla="*/ 1852435 h 3912503"/>
              <a:gd name="connsiteX2243" fmla="*/ 7462093 w 12192528"/>
              <a:gd name="connsiteY2243" fmla="*/ 1822969 h 3912503"/>
              <a:gd name="connsiteX2244" fmla="*/ 7497472 w 12192528"/>
              <a:gd name="connsiteY2244" fmla="*/ 1780139 h 3912503"/>
              <a:gd name="connsiteX2245" fmla="*/ 7631981 w 12192528"/>
              <a:gd name="connsiteY2245" fmla="*/ 1642447 h 3912503"/>
              <a:gd name="connsiteX2246" fmla="*/ 7671417 w 12192528"/>
              <a:gd name="connsiteY2246" fmla="*/ 1598303 h 3912503"/>
              <a:gd name="connsiteX2247" fmla="*/ 7679522 w 12192528"/>
              <a:gd name="connsiteY2247" fmla="*/ 1595674 h 3912503"/>
              <a:gd name="connsiteX2248" fmla="*/ 7712055 w 12192528"/>
              <a:gd name="connsiteY2248" fmla="*/ 1571684 h 3912503"/>
              <a:gd name="connsiteX2249" fmla="*/ 7735169 w 12192528"/>
              <a:gd name="connsiteY2249" fmla="*/ 1546272 h 3912503"/>
              <a:gd name="connsiteX2250" fmla="*/ 7816553 w 12192528"/>
              <a:gd name="connsiteY2250" fmla="*/ 1479561 h 3912503"/>
              <a:gd name="connsiteX2251" fmla="*/ 7862667 w 12192528"/>
              <a:gd name="connsiteY2251" fmla="*/ 1442208 h 3912503"/>
              <a:gd name="connsiteX2252" fmla="*/ 7933097 w 12192528"/>
              <a:gd name="connsiteY2252" fmla="*/ 1396968 h 3912503"/>
              <a:gd name="connsiteX2253" fmla="*/ 7942629 w 12192528"/>
              <a:gd name="connsiteY2253" fmla="*/ 1384918 h 3912503"/>
              <a:gd name="connsiteX2254" fmla="*/ 7972422 w 12192528"/>
              <a:gd name="connsiteY2254" fmla="*/ 1366296 h 3912503"/>
              <a:gd name="connsiteX2255" fmla="*/ 8015686 w 12192528"/>
              <a:gd name="connsiteY2255" fmla="*/ 1347783 h 3912503"/>
              <a:gd name="connsiteX2256" fmla="*/ 8018537 w 12192528"/>
              <a:gd name="connsiteY2256" fmla="*/ 1328942 h 3912503"/>
              <a:gd name="connsiteX2257" fmla="*/ 8036172 w 12192528"/>
              <a:gd name="connsiteY2257" fmla="*/ 1314265 h 3912503"/>
              <a:gd name="connsiteX2258" fmla="*/ 8128179 w 12192528"/>
              <a:gd name="connsiteY2258" fmla="*/ 1266503 h 3912503"/>
              <a:gd name="connsiteX2259" fmla="*/ 8145707 w 12192528"/>
              <a:gd name="connsiteY2259" fmla="*/ 1265298 h 3912503"/>
              <a:gd name="connsiteX2260" fmla="*/ 8155237 w 12192528"/>
              <a:gd name="connsiteY2260" fmla="*/ 1253248 h 3912503"/>
              <a:gd name="connsiteX2261" fmla="*/ 8159290 w 12192528"/>
              <a:gd name="connsiteY2261" fmla="*/ 1251933 h 3912503"/>
              <a:gd name="connsiteX2262" fmla="*/ 8256670 w 12192528"/>
              <a:gd name="connsiteY2262" fmla="*/ 1206912 h 3912503"/>
              <a:gd name="connsiteX2263" fmla="*/ 8257984 w 12192528"/>
              <a:gd name="connsiteY2263" fmla="*/ 1210965 h 3912503"/>
              <a:gd name="connsiteX2264" fmla="*/ 8278249 w 12192528"/>
              <a:gd name="connsiteY2264" fmla="*/ 1204393 h 3912503"/>
              <a:gd name="connsiteX2265" fmla="*/ 8299937 w 12192528"/>
              <a:gd name="connsiteY2265" fmla="*/ 1188400 h 3912503"/>
              <a:gd name="connsiteX2266" fmla="*/ 8314723 w 12192528"/>
              <a:gd name="connsiteY2266" fmla="*/ 1192562 h 3912503"/>
              <a:gd name="connsiteX2267" fmla="*/ 8366098 w 12192528"/>
              <a:gd name="connsiteY2267" fmla="*/ 1171418 h 3912503"/>
              <a:gd name="connsiteX2268" fmla="*/ 8403996 w 12192528"/>
              <a:gd name="connsiteY2268" fmla="*/ 1150168 h 3912503"/>
              <a:gd name="connsiteX2269" fmla="*/ 8409362 w 12192528"/>
              <a:gd name="connsiteY2269" fmla="*/ 1152907 h 3912503"/>
              <a:gd name="connsiteX2270" fmla="*/ 8472895 w 12192528"/>
              <a:gd name="connsiteY2270" fmla="*/ 1127821 h 3912503"/>
              <a:gd name="connsiteX2271" fmla="*/ 8480896 w 12192528"/>
              <a:gd name="connsiteY2271" fmla="*/ 1125227 h 3912503"/>
              <a:gd name="connsiteX2272" fmla="*/ 8523648 w 12192528"/>
              <a:gd name="connsiteY2272" fmla="*/ 1109160 h 3912503"/>
              <a:gd name="connsiteX2273" fmla="*/ 8532365 w 12192528"/>
              <a:gd name="connsiteY2273" fmla="*/ 1104050 h 3912503"/>
              <a:gd name="connsiteX2274" fmla="*/ 8530202 w 12192528"/>
              <a:gd name="connsiteY2274" fmla="*/ 1106697 h 3912503"/>
              <a:gd name="connsiteX2275" fmla="*/ 8585206 w 12192528"/>
              <a:gd name="connsiteY2275" fmla="*/ 1086029 h 3912503"/>
              <a:gd name="connsiteX2276" fmla="*/ 8726041 w 12192528"/>
              <a:gd name="connsiteY2276" fmla="*/ 1043572 h 3912503"/>
              <a:gd name="connsiteX2277" fmla="*/ 8725860 w 12192528"/>
              <a:gd name="connsiteY2277" fmla="*/ 1043138 h 3912503"/>
              <a:gd name="connsiteX2278" fmla="*/ 8725594 w 12192528"/>
              <a:gd name="connsiteY2278" fmla="*/ 1038581 h 3912503"/>
              <a:gd name="connsiteX2279" fmla="*/ 8726398 w 12192528"/>
              <a:gd name="connsiteY2279" fmla="*/ 1035097 h 3912503"/>
              <a:gd name="connsiteX2280" fmla="*/ 8727741 w 12192528"/>
              <a:gd name="connsiteY2280" fmla="*/ 1027860 h 3912503"/>
              <a:gd name="connsiteX2281" fmla="*/ 8728010 w 12192528"/>
              <a:gd name="connsiteY2281" fmla="*/ 1025180 h 3912503"/>
              <a:gd name="connsiteX2282" fmla="*/ 8728814 w 12192528"/>
              <a:gd name="connsiteY2282" fmla="*/ 1018748 h 3912503"/>
              <a:gd name="connsiteX2283" fmla="*/ 8742234 w 12192528"/>
              <a:gd name="connsiteY2283" fmla="*/ 1008294 h 3912503"/>
              <a:gd name="connsiteX2284" fmla="*/ 8750820 w 12192528"/>
              <a:gd name="connsiteY2284" fmla="*/ 1008026 h 3912503"/>
              <a:gd name="connsiteX2285" fmla="*/ 8767728 w 12192528"/>
              <a:gd name="connsiteY2285" fmla="*/ 1011778 h 3912503"/>
              <a:gd name="connsiteX2286" fmla="*/ 8772290 w 12192528"/>
              <a:gd name="connsiteY2286" fmla="*/ 1014191 h 3912503"/>
              <a:gd name="connsiteX2287" fmla="*/ 8777390 w 12192528"/>
              <a:gd name="connsiteY2287" fmla="*/ 1018479 h 3912503"/>
              <a:gd name="connsiteX2288" fmla="*/ 8780610 w 12192528"/>
              <a:gd name="connsiteY2288" fmla="*/ 1022767 h 3912503"/>
              <a:gd name="connsiteX2289" fmla="*/ 8781875 w 12192528"/>
              <a:gd name="connsiteY2289" fmla="*/ 1026738 h 3912503"/>
              <a:gd name="connsiteX2290" fmla="*/ 8800367 w 12192528"/>
              <a:gd name="connsiteY2290" fmla="*/ 1021164 h 3912503"/>
              <a:gd name="connsiteX2291" fmla="*/ 9022051 w 12192528"/>
              <a:gd name="connsiteY2291" fmla="*/ 972694 h 3912503"/>
              <a:gd name="connsiteX2292" fmla="*/ 9201839 w 12192528"/>
              <a:gd name="connsiteY2292" fmla="*/ 947956 h 3912503"/>
              <a:gd name="connsiteX2293" fmla="*/ 9249722 w 12192528"/>
              <a:gd name="connsiteY2293" fmla="*/ 945813 h 3912503"/>
              <a:gd name="connsiteX2294" fmla="*/ 9256912 w 12192528"/>
              <a:gd name="connsiteY2294" fmla="*/ 940922 h 3912503"/>
              <a:gd name="connsiteX2295" fmla="*/ 9268501 w 12192528"/>
              <a:gd name="connsiteY2295" fmla="*/ 941296 h 3912503"/>
              <a:gd name="connsiteX2296" fmla="*/ 9328310 w 12192528"/>
              <a:gd name="connsiteY2296" fmla="*/ 936808 h 3912503"/>
              <a:gd name="connsiteX2297" fmla="*/ 9351707 w 12192528"/>
              <a:gd name="connsiteY2297" fmla="*/ 935722 h 3912503"/>
              <a:gd name="connsiteX2298" fmla="*/ 9300098 w 12192528"/>
              <a:gd name="connsiteY2298" fmla="*/ 931742 h 3912503"/>
              <a:gd name="connsiteX2299" fmla="*/ 9222336 w 12192528"/>
              <a:gd name="connsiteY2299" fmla="*/ 925048 h 3912503"/>
              <a:gd name="connsiteX2300" fmla="*/ 11833298 w 12192528"/>
              <a:gd name="connsiteY2300" fmla="*/ 911134 h 3912503"/>
              <a:gd name="connsiteX2301" fmla="*/ 11845014 w 12192528"/>
              <a:gd name="connsiteY2301" fmla="*/ 922018 h 3912503"/>
              <a:gd name="connsiteX2302" fmla="*/ 11847356 w 12192528"/>
              <a:gd name="connsiteY2302" fmla="*/ 926294 h 3912503"/>
              <a:gd name="connsiteX2303" fmla="*/ 11854775 w 12192528"/>
              <a:gd name="connsiteY2303" fmla="*/ 935623 h 3912503"/>
              <a:gd name="connsiteX2304" fmla="*/ 11860632 w 12192528"/>
              <a:gd name="connsiteY2304" fmla="*/ 939122 h 3912503"/>
              <a:gd name="connsiteX2305" fmla="*/ 11866099 w 12192528"/>
              <a:gd name="connsiteY2305" fmla="*/ 954671 h 3912503"/>
              <a:gd name="connsiteX2306" fmla="*/ 11862585 w 12192528"/>
              <a:gd name="connsiteY2306" fmla="*/ 967887 h 3912503"/>
              <a:gd name="connsiteX2307" fmla="*/ 11851651 w 12192528"/>
              <a:gd name="connsiteY2307" fmla="*/ 976440 h 3912503"/>
              <a:gd name="connsiteX2308" fmla="*/ 11850481 w 12192528"/>
              <a:gd name="connsiteY2308" fmla="*/ 977994 h 3912503"/>
              <a:gd name="connsiteX2309" fmla="*/ 11842671 w 12192528"/>
              <a:gd name="connsiteY2309" fmla="*/ 977994 h 3912503"/>
              <a:gd name="connsiteX2310" fmla="*/ 11834081 w 12192528"/>
              <a:gd name="connsiteY2310" fmla="*/ 973718 h 3912503"/>
              <a:gd name="connsiteX2311" fmla="*/ 11828225 w 12192528"/>
              <a:gd name="connsiteY2311" fmla="*/ 966722 h 3912503"/>
              <a:gd name="connsiteX2312" fmla="*/ 11823927 w 12192528"/>
              <a:gd name="connsiteY2312" fmla="*/ 956226 h 3912503"/>
              <a:gd name="connsiteX2313" fmla="*/ 11818462 w 12192528"/>
              <a:gd name="connsiteY2313" fmla="*/ 946119 h 3912503"/>
              <a:gd name="connsiteX2314" fmla="*/ 11809871 w 12192528"/>
              <a:gd name="connsiteY2314" fmla="*/ 937567 h 3912503"/>
              <a:gd name="connsiteX2315" fmla="*/ 11809871 w 12192528"/>
              <a:gd name="connsiteY2315" fmla="*/ 923573 h 3912503"/>
              <a:gd name="connsiteX2316" fmla="*/ 11814557 w 12192528"/>
              <a:gd name="connsiteY2316" fmla="*/ 918131 h 3912503"/>
              <a:gd name="connsiteX2317" fmla="*/ 11823147 w 12192528"/>
              <a:gd name="connsiteY2317" fmla="*/ 912688 h 3912503"/>
              <a:gd name="connsiteX2318" fmla="*/ 11833298 w 12192528"/>
              <a:gd name="connsiteY2318" fmla="*/ 911134 h 3912503"/>
              <a:gd name="connsiteX2319" fmla="*/ 5160887 w 12192528"/>
              <a:gd name="connsiteY2319" fmla="*/ 886310 h 3912503"/>
              <a:gd name="connsiteX2320" fmla="*/ 5156475 w 12192528"/>
              <a:gd name="connsiteY2320" fmla="*/ 890724 h 3912503"/>
              <a:gd name="connsiteX2321" fmla="*/ 5032900 w 12192528"/>
              <a:gd name="connsiteY2321" fmla="*/ 890724 h 3912503"/>
              <a:gd name="connsiteX2322" fmla="*/ 4746036 w 12192528"/>
              <a:gd name="connsiteY2322" fmla="*/ 917204 h 3912503"/>
              <a:gd name="connsiteX2323" fmla="*/ 4290911 w 12192528"/>
              <a:gd name="connsiteY2323" fmla="*/ 1022573 h 3912503"/>
              <a:gd name="connsiteX2324" fmla="*/ 4168852 w 12192528"/>
              <a:gd name="connsiteY2324" fmla="*/ 1068909 h 3912503"/>
              <a:gd name="connsiteX2325" fmla="*/ 4169889 w 12192528"/>
              <a:gd name="connsiteY2325" fmla="*/ 1071705 h 3912503"/>
              <a:gd name="connsiteX2326" fmla="*/ 4169889 w 12192528"/>
              <a:gd name="connsiteY2326" fmla="*/ 1075807 h 3912503"/>
              <a:gd name="connsiteX2327" fmla="*/ 4416692 w 12192528"/>
              <a:gd name="connsiteY2327" fmla="*/ 997748 h 3912503"/>
              <a:gd name="connsiteX2328" fmla="*/ 5010835 w 12192528"/>
              <a:gd name="connsiteY2328" fmla="*/ 917204 h 3912503"/>
              <a:gd name="connsiteX2329" fmla="*/ 5010835 w 12192528"/>
              <a:gd name="connsiteY2329" fmla="*/ 926031 h 3912503"/>
              <a:gd name="connsiteX2330" fmla="*/ 4882850 w 12192528"/>
              <a:gd name="connsiteY2330" fmla="*/ 974578 h 3912503"/>
              <a:gd name="connsiteX2331" fmla="*/ 4900502 w 12192528"/>
              <a:gd name="connsiteY2331" fmla="*/ 978991 h 3912503"/>
              <a:gd name="connsiteX2332" fmla="*/ 4821063 w 12192528"/>
              <a:gd name="connsiteY2332" fmla="*/ 987818 h 3912503"/>
              <a:gd name="connsiteX2333" fmla="*/ 4763690 w 12192528"/>
              <a:gd name="connsiteY2333" fmla="*/ 1009885 h 3912503"/>
              <a:gd name="connsiteX2334" fmla="*/ 4807823 w 12192528"/>
              <a:gd name="connsiteY2334" fmla="*/ 1018712 h 3912503"/>
              <a:gd name="connsiteX2335" fmla="*/ 4803408 w 12192528"/>
              <a:gd name="connsiteY2335" fmla="*/ 1023125 h 3912503"/>
              <a:gd name="connsiteX2336" fmla="*/ 4798997 w 12192528"/>
              <a:gd name="connsiteY2336" fmla="*/ 1023125 h 3912503"/>
              <a:gd name="connsiteX2337" fmla="*/ 4794581 w 12192528"/>
              <a:gd name="connsiteY2337" fmla="*/ 1023125 h 3912503"/>
              <a:gd name="connsiteX2338" fmla="*/ 4785755 w 12192528"/>
              <a:gd name="connsiteY2338" fmla="*/ 1023125 h 3912503"/>
              <a:gd name="connsiteX2339" fmla="*/ 4790168 w 12192528"/>
              <a:gd name="connsiteY2339" fmla="*/ 1027537 h 3912503"/>
              <a:gd name="connsiteX2340" fmla="*/ 4794584 w 12192528"/>
              <a:gd name="connsiteY2340" fmla="*/ 1027537 h 3912503"/>
              <a:gd name="connsiteX2341" fmla="*/ 4798997 w 12192528"/>
              <a:gd name="connsiteY2341" fmla="*/ 1027537 h 3912503"/>
              <a:gd name="connsiteX2342" fmla="*/ 4812237 w 12192528"/>
              <a:gd name="connsiteY2342" fmla="*/ 1031951 h 3912503"/>
              <a:gd name="connsiteX2343" fmla="*/ 4816648 w 12192528"/>
              <a:gd name="connsiteY2343" fmla="*/ 1027537 h 3912503"/>
              <a:gd name="connsiteX2344" fmla="*/ 4812237 w 12192528"/>
              <a:gd name="connsiteY2344" fmla="*/ 1027537 h 3912503"/>
              <a:gd name="connsiteX2345" fmla="*/ 4807823 w 12192528"/>
              <a:gd name="connsiteY2345" fmla="*/ 1023125 h 3912503"/>
              <a:gd name="connsiteX2346" fmla="*/ 4821062 w 12192528"/>
              <a:gd name="connsiteY2346" fmla="*/ 1023125 h 3912503"/>
              <a:gd name="connsiteX2347" fmla="*/ 4825476 w 12192528"/>
              <a:gd name="connsiteY2347" fmla="*/ 1023125 h 3912503"/>
              <a:gd name="connsiteX2348" fmla="*/ 4860781 w 12192528"/>
              <a:gd name="connsiteY2348" fmla="*/ 1045192 h 3912503"/>
              <a:gd name="connsiteX2349" fmla="*/ 4807823 w 12192528"/>
              <a:gd name="connsiteY2349" fmla="*/ 1049604 h 3912503"/>
              <a:gd name="connsiteX2350" fmla="*/ 4825476 w 12192528"/>
              <a:gd name="connsiteY2350" fmla="*/ 1067257 h 3912503"/>
              <a:gd name="connsiteX2351" fmla="*/ 4719556 w 12192528"/>
              <a:gd name="connsiteY2351" fmla="*/ 1111391 h 3912503"/>
              <a:gd name="connsiteX2352" fmla="*/ 4715141 w 12192528"/>
              <a:gd name="connsiteY2352" fmla="*/ 1111391 h 3912503"/>
              <a:gd name="connsiteX2353" fmla="*/ 4706316 w 12192528"/>
              <a:gd name="connsiteY2353" fmla="*/ 1111391 h 3912503"/>
              <a:gd name="connsiteX2354" fmla="*/ 4701900 w 12192528"/>
              <a:gd name="connsiteY2354" fmla="*/ 1115804 h 3912503"/>
              <a:gd name="connsiteX2355" fmla="*/ 4653355 w 12192528"/>
              <a:gd name="connsiteY2355" fmla="*/ 1129045 h 3912503"/>
              <a:gd name="connsiteX2356" fmla="*/ 4635703 w 12192528"/>
              <a:gd name="connsiteY2356" fmla="*/ 1133457 h 3912503"/>
              <a:gd name="connsiteX2357" fmla="*/ 4631288 w 12192528"/>
              <a:gd name="connsiteY2357" fmla="*/ 1137871 h 3912503"/>
              <a:gd name="connsiteX2358" fmla="*/ 4626876 w 12192528"/>
              <a:gd name="connsiteY2358" fmla="*/ 1137871 h 3912503"/>
              <a:gd name="connsiteX2359" fmla="*/ 4626876 w 12192528"/>
              <a:gd name="connsiteY2359" fmla="*/ 1142285 h 3912503"/>
              <a:gd name="connsiteX2360" fmla="*/ 4622463 w 12192528"/>
              <a:gd name="connsiteY2360" fmla="*/ 1142285 h 3912503"/>
              <a:gd name="connsiteX2361" fmla="*/ 4604810 w 12192528"/>
              <a:gd name="connsiteY2361" fmla="*/ 1151112 h 3912503"/>
              <a:gd name="connsiteX2362" fmla="*/ 4618049 w 12192528"/>
              <a:gd name="connsiteY2362" fmla="*/ 1155525 h 3912503"/>
              <a:gd name="connsiteX2363" fmla="*/ 4609223 w 12192528"/>
              <a:gd name="connsiteY2363" fmla="*/ 1164351 h 3912503"/>
              <a:gd name="connsiteX2364" fmla="*/ 4569503 w 12192528"/>
              <a:gd name="connsiteY2364" fmla="*/ 1168764 h 3912503"/>
              <a:gd name="connsiteX2365" fmla="*/ 4463584 w 12192528"/>
              <a:gd name="connsiteY2365" fmla="*/ 1204071 h 3912503"/>
              <a:gd name="connsiteX2366" fmla="*/ 4437102 w 12192528"/>
              <a:gd name="connsiteY2366" fmla="*/ 1212897 h 3912503"/>
              <a:gd name="connsiteX2367" fmla="*/ 4348838 w 12192528"/>
              <a:gd name="connsiteY2367" fmla="*/ 1243791 h 3912503"/>
              <a:gd name="connsiteX2368" fmla="*/ 4335598 w 12192528"/>
              <a:gd name="connsiteY2368" fmla="*/ 1243791 h 3912503"/>
              <a:gd name="connsiteX2369" fmla="*/ 4326771 w 12192528"/>
              <a:gd name="connsiteY2369" fmla="*/ 1252618 h 3912503"/>
              <a:gd name="connsiteX2370" fmla="*/ 4322356 w 12192528"/>
              <a:gd name="connsiteY2370" fmla="*/ 1248203 h 3912503"/>
              <a:gd name="connsiteX2371" fmla="*/ 4260571 w 12192528"/>
              <a:gd name="connsiteY2371" fmla="*/ 1274684 h 3912503"/>
              <a:gd name="connsiteX2372" fmla="*/ 4260571 w 12192528"/>
              <a:gd name="connsiteY2372" fmla="*/ 1265858 h 3912503"/>
              <a:gd name="connsiteX2373" fmla="*/ 4247332 w 12192528"/>
              <a:gd name="connsiteY2373" fmla="*/ 1279098 h 3912503"/>
              <a:gd name="connsiteX2374" fmla="*/ 4238193 w 12192528"/>
              <a:gd name="connsiteY2374" fmla="*/ 1282035 h 3912503"/>
              <a:gd name="connsiteX2375" fmla="*/ 4249592 w 12192528"/>
              <a:gd name="connsiteY2375" fmla="*/ 1287860 h 3912503"/>
              <a:gd name="connsiteX2376" fmla="*/ 4297332 w 12192528"/>
              <a:gd name="connsiteY2376" fmla="*/ 1271163 h 3912503"/>
              <a:gd name="connsiteX2377" fmla="*/ 4584250 w 12192528"/>
              <a:gd name="connsiteY2377" fmla="*/ 1207034 h 3912503"/>
              <a:gd name="connsiteX2378" fmla="*/ 4804569 w 12192528"/>
              <a:gd name="connsiteY2378" fmla="*/ 1175960 h 3912503"/>
              <a:gd name="connsiteX2379" fmla="*/ 4824643 w 12192528"/>
              <a:gd name="connsiteY2379" fmla="*/ 1181029 h 3912503"/>
              <a:gd name="connsiteX2380" fmla="*/ 4816353 w 12192528"/>
              <a:gd name="connsiteY2380" fmla="*/ 1190133 h 3912503"/>
              <a:gd name="connsiteX2381" fmla="*/ 4465087 w 12192528"/>
              <a:gd name="connsiteY2381" fmla="*/ 1256427 h 3912503"/>
              <a:gd name="connsiteX2382" fmla="*/ 4296734 w 12192528"/>
              <a:gd name="connsiteY2382" fmla="*/ 1305865 h 3912503"/>
              <a:gd name="connsiteX2383" fmla="*/ 4312540 w 12192528"/>
              <a:gd name="connsiteY2383" fmla="*/ 1310402 h 3912503"/>
              <a:gd name="connsiteX2384" fmla="*/ 4335142 w 12192528"/>
              <a:gd name="connsiteY2384" fmla="*/ 1318492 h 3912503"/>
              <a:gd name="connsiteX2385" fmla="*/ 4414434 w 12192528"/>
              <a:gd name="connsiteY2385" fmla="*/ 1295504 h 3912503"/>
              <a:gd name="connsiteX2386" fmla="*/ 4444757 w 12192528"/>
              <a:gd name="connsiteY2386" fmla="*/ 1289120 h 3912503"/>
              <a:gd name="connsiteX2387" fmla="*/ 4459170 w 12192528"/>
              <a:gd name="connsiteY2387" fmla="*/ 1279098 h 3912503"/>
              <a:gd name="connsiteX2388" fmla="*/ 4481236 w 12192528"/>
              <a:gd name="connsiteY2388" fmla="*/ 1270271 h 3912503"/>
              <a:gd name="connsiteX2389" fmla="*/ 4507717 w 12192528"/>
              <a:gd name="connsiteY2389" fmla="*/ 1265858 h 3912503"/>
              <a:gd name="connsiteX2390" fmla="*/ 4538608 w 12192528"/>
              <a:gd name="connsiteY2390" fmla="*/ 1257032 h 3912503"/>
              <a:gd name="connsiteX2391" fmla="*/ 4582743 w 12192528"/>
              <a:gd name="connsiteY2391" fmla="*/ 1248204 h 3912503"/>
              <a:gd name="connsiteX2392" fmla="*/ 4609223 w 12192528"/>
              <a:gd name="connsiteY2392" fmla="*/ 1239379 h 3912503"/>
              <a:gd name="connsiteX2393" fmla="*/ 4613636 w 12192528"/>
              <a:gd name="connsiteY2393" fmla="*/ 1239379 h 3912503"/>
              <a:gd name="connsiteX2394" fmla="*/ 4648942 w 12192528"/>
              <a:gd name="connsiteY2394" fmla="*/ 1230551 h 3912503"/>
              <a:gd name="connsiteX2395" fmla="*/ 4679836 w 12192528"/>
              <a:gd name="connsiteY2395" fmla="*/ 1221725 h 3912503"/>
              <a:gd name="connsiteX2396" fmla="*/ 4693076 w 12192528"/>
              <a:gd name="connsiteY2396" fmla="*/ 1217313 h 3912503"/>
              <a:gd name="connsiteX2397" fmla="*/ 4697488 w 12192528"/>
              <a:gd name="connsiteY2397" fmla="*/ 1217312 h 3912503"/>
              <a:gd name="connsiteX2398" fmla="*/ 4710729 w 12192528"/>
              <a:gd name="connsiteY2398" fmla="*/ 1221725 h 3912503"/>
              <a:gd name="connsiteX2399" fmla="*/ 4715141 w 12192528"/>
              <a:gd name="connsiteY2399" fmla="*/ 1221725 h 3912503"/>
              <a:gd name="connsiteX2400" fmla="*/ 4723970 w 12192528"/>
              <a:gd name="connsiteY2400" fmla="*/ 1217312 h 3912503"/>
              <a:gd name="connsiteX2401" fmla="*/ 4723970 w 12192528"/>
              <a:gd name="connsiteY2401" fmla="*/ 1212897 h 3912503"/>
              <a:gd name="connsiteX2402" fmla="*/ 4746036 w 12192528"/>
              <a:gd name="connsiteY2402" fmla="*/ 1212897 h 3912503"/>
              <a:gd name="connsiteX2403" fmla="*/ 4750449 w 12192528"/>
              <a:gd name="connsiteY2403" fmla="*/ 1208485 h 3912503"/>
              <a:gd name="connsiteX2404" fmla="*/ 4746036 w 12192528"/>
              <a:gd name="connsiteY2404" fmla="*/ 1208485 h 3912503"/>
              <a:gd name="connsiteX2405" fmla="*/ 4723970 w 12192528"/>
              <a:gd name="connsiteY2405" fmla="*/ 1212897 h 3912503"/>
              <a:gd name="connsiteX2406" fmla="*/ 4723970 w 12192528"/>
              <a:gd name="connsiteY2406" fmla="*/ 1208485 h 3912503"/>
              <a:gd name="connsiteX2407" fmla="*/ 4732795 w 12192528"/>
              <a:gd name="connsiteY2407" fmla="*/ 1208485 h 3912503"/>
              <a:gd name="connsiteX2408" fmla="*/ 4737209 w 12192528"/>
              <a:gd name="connsiteY2408" fmla="*/ 1208485 h 3912503"/>
              <a:gd name="connsiteX2409" fmla="*/ 4750449 w 12192528"/>
              <a:gd name="connsiteY2409" fmla="*/ 1204071 h 3912503"/>
              <a:gd name="connsiteX2410" fmla="*/ 4768102 w 12192528"/>
              <a:gd name="connsiteY2410" fmla="*/ 1204071 h 3912503"/>
              <a:gd name="connsiteX2411" fmla="*/ 4763689 w 12192528"/>
              <a:gd name="connsiteY2411" fmla="*/ 1208486 h 3912503"/>
              <a:gd name="connsiteX2412" fmla="*/ 4772515 w 12192528"/>
              <a:gd name="connsiteY2412" fmla="*/ 1208485 h 3912503"/>
              <a:gd name="connsiteX2413" fmla="*/ 4781344 w 12192528"/>
              <a:gd name="connsiteY2413" fmla="*/ 1208485 h 3912503"/>
              <a:gd name="connsiteX2414" fmla="*/ 4794584 w 12192528"/>
              <a:gd name="connsiteY2414" fmla="*/ 1204071 h 3912503"/>
              <a:gd name="connsiteX2415" fmla="*/ 4803408 w 12192528"/>
              <a:gd name="connsiteY2415" fmla="*/ 1204071 h 3912503"/>
              <a:gd name="connsiteX2416" fmla="*/ 4807823 w 12192528"/>
              <a:gd name="connsiteY2416" fmla="*/ 1199658 h 3912503"/>
              <a:gd name="connsiteX2417" fmla="*/ 4821063 w 12192528"/>
              <a:gd name="connsiteY2417" fmla="*/ 1195245 h 3912503"/>
              <a:gd name="connsiteX2418" fmla="*/ 4829889 w 12192528"/>
              <a:gd name="connsiteY2418" fmla="*/ 1195245 h 3912503"/>
              <a:gd name="connsiteX2419" fmla="*/ 4834302 w 12192528"/>
              <a:gd name="connsiteY2419" fmla="*/ 1199658 h 3912503"/>
              <a:gd name="connsiteX2420" fmla="*/ 4838716 w 12192528"/>
              <a:gd name="connsiteY2420" fmla="*/ 1195245 h 3912503"/>
              <a:gd name="connsiteX2421" fmla="*/ 4847542 w 12192528"/>
              <a:gd name="connsiteY2421" fmla="*/ 1199658 h 3912503"/>
              <a:gd name="connsiteX2422" fmla="*/ 4856368 w 12192528"/>
              <a:gd name="connsiteY2422" fmla="*/ 1195245 h 3912503"/>
              <a:gd name="connsiteX2423" fmla="*/ 4851957 w 12192528"/>
              <a:gd name="connsiteY2423" fmla="*/ 1190831 h 3912503"/>
              <a:gd name="connsiteX2424" fmla="*/ 4865196 w 12192528"/>
              <a:gd name="connsiteY2424" fmla="*/ 1190831 h 3912503"/>
              <a:gd name="connsiteX2425" fmla="*/ 4869610 w 12192528"/>
              <a:gd name="connsiteY2425" fmla="*/ 1190832 h 3912503"/>
              <a:gd name="connsiteX2426" fmla="*/ 4887261 w 12192528"/>
              <a:gd name="connsiteY2426" fmla="*/ 1186418 h 3912503"/>
              <a:gd name="connsiteX2427" fmla="*/ 4904916 w 12192528"/>
              <a:gd name="connsiteY2427" fmla="*/ 1186418 h 3912503"/>
              <a:gd name="connsiteX2428" fmla="*/ 4918155 w 12192528"/>
              <a:gd name="connsiteY2428" fmla="*/ 1186418 h 3912503"/>
              <a:gd name="connsiteX2429" fmla="*/ 4944634 w 12192528"/>
              <a:gd name="connsiteY2429" fmla="*/ 1186418 h 3912503"/>
              <a:gd name="connsiteX2430" fmla="*/ 4957877 w 12192528"/>
              <a:gd name="connsiteY2430" fmla="*/ 1190831 h 3912503"/>
              <a:gd name="connsiteX2431" fmla="*/ 4953461 w 12192528"/>
              <a:gd name="connsiteY2431" fmla="*/ 1195245 h 3912503"/>
              <a:gd name="connsiteX2432" fmla="*/ 4949048 w 12192528"/>
              <a:gd name="connsiteY2432" fmla="*/ 1199659 h 3912503"/>
              <a:gd name="connsiteX2433" fmla="*/ 4953461 w 12192528"/>
              <a:gd name="connsiteY2433" fmla="*/ 1199658 h 3912503"/>
              <a:gd name="connsiteX2434" fmla="*/ 4957874 w 12192528"/>
              <a:gd name="connsiteY2434" fmla="*/ 1199658 h 3912503"/>
              <a:gd name="connsiteX2435" fmla="*/ 4962288 w 12192528"/>
              <a:gd name="connsiteY2435" fmla="*/ 1195245 h 3912503"/>
              <a:gd name="connsiteX2436" fmla="*/ 4966702 w 12192528"/>
              <a:gd name="connsiteY2436" fmla="*/ 1190831 h 3912503"/>
              <a:gd name="connsiteX2437" fmla="*/ 4966702 w 12192528"/>
              <a:gd name="connsiteY2437" fmla="*/ 1186418 h 3912503"/>
              <a:gd name="connsiteX2438" fmla="*/ 4944634 w 12192528"/>
              <a:gd name="connsiteY2438" fmla="*/ 1182004 h 3912503"/>
              <a:gd name="connsiteX2439" fmla="*/ 4940224 w 12192528"/>
              <a:gd name="connsiteY2439" fmla="*/ 1182005 h 3912503"/>
              <a:gd name="connsiteX2440" fmla="*/ 4922569 w 12192528"/>
              <a:gd name="connsiteY2440" fmla="*/ 1182004 h 3912503"/>
              <a:gd name="connsiteX2441" fmla="*/ 4913741 w 12192528"/>
              <a:gd name="connsiteY2441" fmla="*/ 1182004 h 3912503"/>
              <a:gd name="connsiteX2442" fmla="*/ 4935808 w 12192528"/>
              <a:gd name="connsiteY2442" fmla="*/ 1177592 h 3912503"/>
              <a:gd name="connsiteX2443" fmla="*/ 4962288 w 12192528"/>
              <a:gd name="connsiteY2443" fmla="*/ 1173177 h 3912503"/>
              <a:gd name="connsiteX2444" fmla="*/ 4971116 w 12192528"/>
              <a:gd name="connsiteY2444" fmla="*/ 1177592 h 3912503"/>
              <a:gd name="connsiteX2445" fmla="*/ 4979942 w 12192528"/>
              <a:gd name="connsiteY2445" fmla="*/ 1177592 h 3912503"/>
              <a:gd name="connsiteX2446" fmla="*/ 5002008 w 12192528"/>
              <a:gd name="connsiteY2446" fmla="*/ 1177592 h 3912503"/>
              <a:gd name="connsiteX2447" fmla="*/ 4997595 w 12192528"/>
              <a:gd name="connsiteY2447" fmla="*/ 1182004 h 3912503"/>
              <a:gd name="connsiteX2448" fmla="*/ 4997596 w 12192528"/>
              <a:gd name="connsiteY2448" fmla="*/ 1186418 h 3912503"/>
              <a:gd name="connsiteX2449" fmla="*/ 5002008 w 12192528"/>
              <a:gd name="connsiteY2449" fmla="*/ 1186418 h 3912503"/>
              <a:gd name="connsiteX2450" fmla="*/ 5006420 w 12192528"/>
              <a:gd name="connsiteY2450" fmla="*/ 1186418 h 3912503"/>
              <a:gd name="connsiteX2451" fmla="*/ 5010834 w 12192528"/>
              <a:gd name="connsiteY2451" fmla="*/ 1182004 h 3912503"/>
              <a:gd name="connsiteX2452" fmla="*/ 5015251 w 12192528"/>
              <a:gd name="connsiteY2452" fmla="*/ 1182004 h 3912503"/>
              <a:gd name="connsiteX2453" fmla="*/ 5019661 w 12192528"/>
              <a:gd name="connsiteY2453" fmla="*/ 1182004 h 3912503"/>
              <a:gd name="connsiteX2454" fmla="*/ 5037315 w 12192528"/>
              <a:gd name="connsiteY2454" fmla="*/ 1177592 h 3912503"/>
              <a:gd name="connsiteX2455" fmla="*/ 5059383 w 12192528"/>
              <a:gd name="connsiteY2455" fmla="*/ 1177592 h 3912503"/>
              <a:gd name="connsiteX2456" fmla="*/ 5063793 w 12192528"/>
              <a:gd name="connsiteY2456" fmla="*/ 1182004 h 3912503"/>
              <a:gd name="connsiteX2457" fmla="*/ 5059383 w 12192528"/>
              <a:gd name="connsiteY2457" fmla="*/ 1186419 h 3912503"/>
              <a:gd name="connsiteX2458" fmla="*/ 5006420 w 12192528"/>
              <a:gd name="connsiteY2458" fmla="*/ 1190831 h 3912503"/>
              <a:gd name="connsiteX2459" fmla="*/ 5002006 w 12192528"/>
              <a:gd name="connsiteY2459" fmla="*/ 1190831 h 3912503"/>
              <a:gd name="connsiteX2460" fmla="*/ 5006420 w 12192528"/>
              <a:gd name="connsiteY2460" fmla="*/ 1195245 h 3912503"/>
              <a:gd name="connsiteX2461" fmla="*/ 5059383 w 12192528"/>
              <a:gd name="connsiteY2461" fmla="*/ 1190831 h 3912503"/>
              <a:gd name="connsiteX2462" fmla="*/ 5068208 w 12192528"/>
              <a:gd name="connsiteY2462" fmla="*/ 1204071 h 3912503"/>
              <a:gd name="connsiteX2463" fmla="*/ 5116754 w 12192528"/>
              <a:gd name="connsiteY2463" fmla="*/ 1212897 h 3912503"/>
              <a:gd name="connsiteX2464" fmla="*/ 5293286 w 12192528"/>
              <a:gd name="connsiteY2464" fmla="*/ 1248204 h 3912503"/>
              <a:gd name="connsiteX2465" fmla="*/ 5297701 w 12192528"/>
              <a:gd name="connsiteY2465" fmla="*/ 1248204 h 3912503"/>
              <a:gd name="connsiteX2466" fmla="*/ 5302115 w 12192528"/>
              <a:gd name="connsiteY2466" fmla="*/ 1248204 h 3912503"/>
              <a:gd name="connsiteX2467" fmla="*/ 5297699 w 12192528"/>
              <a:gd name="connsiteY2467" fmla="*/ 1243791 h 3912503"/>
              <a:gd name="connsiteX2468" fmla="*/ 5125580 w 12192528"/>
              <a:gd name="connsiteY2468" fmla="*/ 1208485 h 3912503"/>
              <a:gd name="connsiteX2469" fmla="*/ 5129996 w 12192528"/>
              <a:gd name="connsiteY2469" fmla="*/ 1208485 h 3912503"/>
              <a:gd name="connsiteX2470" fmla="*/ 5121166 w 12192528"/>
              <a:gd name="connsiteY2470" fmla="*/ 1199658 h 3912503"/>
              <a:gd name="connsiteX2471" fmla="*/ 5134406 w 12192528"/>
              <a:gd name="connsiteY2471" fmla="*/ 1199658 h 3912503"/>
              <a:gd name="connsiteX2472" fmla="*/ 5134407 w 12192528"/>
              <a:gd name="connsiteY2472" fmla="*/ 1204071 h 3912503"/>
              <a:gd name="connsiteX2473" fmla="*/ 5138821 w 12192528"/>
              <a:gd name="connsiteY2473" fmla="*/ 1204071 h 3912503"/>
              <a:gd name="connsiteX2474" fmla="*/ 5143235 w 12192528"/>
              <a:gd name="connsiteY2474" fmla="*/ 1204071 h 3912503"/>
              <a:gd name="connsiteX2475" fmla="*/ 5143235 w 12192528"/>
              <a:gd name="connsiteY2475" fmla="*/ 1199658 h 3912503"/>
              <a:gd name="connsiteX2476" fmla="*/ 5165300 w 12192528"/>
              <a:gd name="connsiteY2476" fmla="*/ 1204071 h 3912503"/>
              <a:gd name="connsiteX2477" fmla="*/ 5174127 w 12192528"/>
              <a:gd name="connsiteY2477" fmla="*/ 1204071 h 3912503"/>
              <a:gd name="connsiteX2478" fmla="*/ 5187368 w 12192528"/>
              <a:gd name="connsiteY2478" fmla="*/ 1204071 h 3912503"/>
              <a:gd name="connsiteX2479" fmla="*/ 5191780 w 12192528"/>
              <a:gd name="connsiteY2479" fmla="*/ 1204071 h 3912503"/>
              <a:gd name="connsiteX2480" fmla="*/ 5196195 w 12192528"/>
              <a:gd name="connsiteY2480" fmla="*/ 1208485 h 3912503"/>
              <a:gd name="connsiteX2481" fmla="*/ 5205019 w 12192528"/>
              <a:gd name="connsiteY2481" fmla="*/ 1208485 h 3912503"/>
              <a:gd name="connsiteX2482" fmla="*/ 5209434 w 12192528"/>
              <a:gd name="connsiteY2482" fmla="*/ 1204071 h 3912503"/>
              <a:gd name="connsiteX2483" fmla="*/ 5315354 w 12192528"/>
              <a:gd name="connsiteY2483" fmla="*/ 1204071 h 3912503"/>
              <a:gd name="connsiteX2484" fmla="*/ 5363899 w 12192528"/>
              <a:gd name="connsiteY2484" fmla="*/ 1212897 h 3912503"/>
              <a:gd name="connsiteX2485" fmla="*/ 5359489 w 12192528"/>
              <a:gd name="connsiteY2485" fmla="*/ 1208485 h 3912503"/>
              <a:gd name="connsiteX2486" fmla="*/ 5447752 w 12192528"/>
              <a:gd name="connsiteY2486" fmla="*/ 1217312 h 3912503"/>
              <a:gd name="connsiteX2487" fmla="*/ 5452166 w 12192528"/>
              <a:gd name="connsiteY2487" fmla="*/ 1212897 h 3912503"/>
              <a:gd name="connsiteX2488" fmla="*/ 5474234 w 12192528"/>
              <a:gd name="connsiteY2488" fmla="*/ 1217312 h 3912503"/>
              <a:gd name="connsiteX2489" fmla="*/ 5478645 w 12192528"/>
              <a:gd name="connsiteY2489" fmla="*/ 1221725 h 3912503"/>
              <a:gd name="connsiteX2490" fmla="*/ 5487473 w 12192528"/>
              <a:gd name="connsiteY2490" fmla="*/ 1217312 h 3912503"/>
              <a:gd name="connsiteX2491" fmla="*/ 5513952 w 12192528"/>
              <a:gd name="connsiteY2491" fmla="*/ 1221725 h 3912503"/>
              <a:gd name="connsiteX2492" fmla="*/ 5518366 w 12192528"/>
              <a:gd name="connsiteY2492" fmla="*/ 1221726 h 3912503"/>
              <a:gd name="connsiteX2493" fmla="*/ 5531607 w 12192528"/>
              <a:gd name="connsiteY2493" fmla="*/ 1226137 h 3912503"/>
              <a:gd name="connsiteX2494" fmla="*/ 5536018 w 12192528"/>
              <a:gd name="connsiteY2494" fmla="*/ 1226137 h 3912503"/>
              <a:gd name="connsiteX2495" fmla="*/ 5540432 w 12192528"/>
              <a:gd name="connsiteY2495" fmla="*/ 1226137 h 3912503"/>
              <a:gd name="connsiteX2496" fmla="*/ 5615460 w 12192528"/>
              <a:gd name="connsiteY2496" fmla="*/ 1243791 h 3912503"/>
              <a:gd name="connsiteX2497" fmla="*/ 5628699 w 12192528"/>
              <a:gd name="connsiteY2497" fmla="*/ 1243791 h 3912503"/>
              <a:gd name="connsiteX2498" fmla="*/ 5633113 w 12192528"/>
              <a:gd name="connsiteY2498" fmla="*/ 1243790 h 3912503"/>
              <a:gd name="connsiteX2499" fmla="*/ 5650765 w 12192528"/>
              <a:gd name="connsiteY2499" fmla="*/ 1243790 h 3912503"/>
              <a:gd name="connsiteX2500" fmla="*/ 5699311 w 12192528"/>
              <a:gd name="connsiteY2500" fmla="*/ 1261445 h 3912503"/>
              <a:gd name="connsiteX2501" fmla="*/ 5884670 w 12192528"/>
              <a:gd name="connsiteY2501" fmla="*/ 1318819 h 3912503"/>
              <a:gd name="connsiteX2502" fmla="*/ 5889085 w 12192528"/>
              <a:gd name="connsiteY2502" fmla="*/ 1318819 h 3912503"/>
              <a:gd name="connsiteX2503" fmla="*/ 5893498 w 12192528"/>
              <a:gd name="connsiteY2503" fmla="*/ 1323231 h 3912503"/>
              <a:gd name="connsiteX2504" fmla="*/ 5951973 w 12192528"/>
              <a:gd name="connsiteY2504" fmla="*/ 1356331 h 3912503"/>
              <a:gd name="connsiteX2505" fmla="*/ 6010071 w 12192528"/>
              <a:gd name="connsiteY2505" fmla="*/ 1385873 h 3912503"/>
              <a:gd name="connsiteX2506" fmla="*/ 6008796 w 12192528"/>
              <a:gd name="connsiteY2506" fmla="*/ 1385363 h 3912503"/>
              <a:gd name="connsiteX2507" fmla="*/ 5995002 w 12192528"/>
              <a:gd name="connsiteY2507" fmla="*/ 1380605 h 3912503"/>
              <a:gd name="connsiteX2508" fmla="*/ 5986176 w 12192528"/>
              <a:gd name="connsiteY2508" fmla="*/ 1376192 h 3912503"/>
              <a:gd name="connsiteX2509" fmla="*/ 5955283 w 12192528"/>
              <a:gd name="connsiteY2509" fmla="*/ 1362951 h 3912503"/>
              <a:gd name="connsiteX2510" fmla="*/ 5902324 w 12192528"/>
              <a:gd name="connsiteY2510" fmla="*/ 1340885 h 3912503"/>
              <a:gd name="connsiteX2511" fmla="*/ 5893498 w 12192528"/>
              <a:gd name="connsiteY2511" fmla="*/ 1336472 h 3912503"/>
              <a:gd name="connsiteX2512" fmla="*/ 5884670 w 12192528"/>
              <a:gd name="connsiteY2512" fmla="*/ 1332058 h 3912503"/>
              <a:gd name="connsiteX2513" fmla="*/ 5880257 w 12192528"/>
              <a:gd name="connsiteY2513" fmla="*/ 1336472 h 3912503"/>
              <a:gd name="connsiteX2514" fmla="*/ 5897909 w 12192528"/>
              <a:gd name="connsiteY2514" fmla="*/ 1349712 h 3912503"/>
              <a:gd name="connsiteX2515" fmla="*/ 5902324 w 12192528"/>
              <a:gd name="connsiteY2515" fmla="*/ 1349712 h 3912503"/>
              <a:gd name="connsiteX2516" fmla="*/ 5981762 w 12192528"/>
              <a:gd name="connsiteY2516" fmla="*/ 1385019 h 3912503"/>
              <a:gd name="connsiteX2517" fmla="*/ 5986176 w 12192528"/>
              <a:gd name="connsiteY2517" fmla="*/ 1385019 h 3912503"/>
              <a:gd name="connsiteX2518" fmla="*/ 6008241 w 12192528"/>
              <a:gd name="connsiteY2518" fmla="*/ 1402671 h 3912503"/>
              <a:gd name="connsiteX2519" fmla="*/ 6034725 w 12192528"/>
              <a:gd name="connsiteY2519" fmla="*/ 1415913 h 3912503"/>
              <a:gd name="connsiteX2520" fmla="*/ 6087683 w 12192528"/>
              <a:gd name="connsiteY2520" fmla="*/ 1439633 h 3912503"/>
              <a:gd name="connsiteX2521" fmla="*/ 6132066 w 12192528"/>
              <a:gd name="connsiteY2521" fmla="*/ 1467836 h 3912503"/>
              <a:gd name="connsiteX2522" fmla="*/ 6127403 w 12192528"/>
              <a:gd name="connsiteY2522" fmla="*/ 1468871 h 3912503"/>
              <a:gd name="connsiteX2523" fmla="*/ 6330415 w 12192528"/>
              <a:gd name="connsiteY2523" fmla="*/ 1592446 h 3912503"/>
              <a:gd name="connsiteX2524" fmla="*/ 6330415 w 12192528"/>
              <a:gd name="connsiteY2524" fmla="*/ 1596858 h 3912503"/>
              <a:gd name="connsiteX2525" fmla="*/ 6334829 w 12192528"/>
              <a:gd name="connsiteY2525" fmla="*/ 1596859 h 3912503"/>
              <a:gd name="connsiteX2526" fmla="*/ 6339242 w 12192528"/>
              <a:gd name="connsiteY2526" fmla="*/ 1596859 h 3912503"/>
              <a:gd name="connsiteX2527" fmla="*/ 6352483 w 12192528"/>
              <a:gd name="connsiteY2527" fmla="*/ 1614513 h 3912503"/>
              <a:gd name="connsiteX2528" fmla="*/ 6414267 w 12192528"/>
              <a:gd name="connsiteY2528" fmla="*/ 1649819 h 3912503"/>
              <a:gd name="connsiteX2529" fmla="*/ 6401029 w 12192528"/>
              <a:gd name="connsiteY2529" fmla="*/ 1649818 h 3912503"/>
              <a:gd name="connsiteX2530" fmla="*/ 6431922 w 12192528"/>
              <a:gd name="connsiteY2530" fmla="*/ 1663059 h 3912503"/>
              <a:gd name="connsiteX2531" fmla="*/ 6427507 w 12192528"/>
              <a:gd name="connsiteY2531" fmla="*/ 1667472 h 3912503"/>
              <a:gd name="connsiteX2532" fmla="*/ 6502532 w 12192528"/>
              <a:gd name="connsiteY2532" fmla="*/ 1720433 h 3912503"/>
              <a:gd name="connsiteX2533" fmla="*/ 6502532 w 12192528"/>
              <a:gd name="connsiteY2533" fmla="*/ 1724846 h 3912503"/>
              <a:gd name="connsiteX2534" fmla="*/ 6555490 w 12192528"/>
              <a:gd name="connsiteY2534" fmla="*/ 1773392 h 3912503"/>
              <a:gd name="connsiteX2535" fmla="*/ 6621689 w 12192528"/>
              <a:gd name="connsiteY2535" fmla="*/ 1830765 h 3912503"/>
              <a:gd name="connsiteX2536" fmla="*/ 6649828 w 12192528"/>
              <a:gd name="connsiteY2536" fmla="*/ 1864417 h 3912503"/>
              <a:gd name="connsiteX2537" fmla="*/ 6683345 w 12192528"/>
              <a:gd name="connsiteY2537" fmla="*/ 1896966 h 3912503"/>
              <a:gd name="connsiteX2538" fmla="*/ 6679066 w 12192528"/>
              <a:gd name="connsiteY2538" fmla="*/ 1896966 h 3912503"/>
              <a:gd name="connsiteX2539" fmla="*/ 6683479 w 12192528"/>
              <a:gd name="connsiteY2539" fmla="*/ 1901380 h 3912503"/>
              <a:gd name="connsiteX2540" fmla="*/ 6692305 w 12192528"/>
              <a:gd name="connsiteY2540" fmla="*/ 1905793 h 3912503"/>
              <a:gd name="connsiteX2541" fmla="*/ 6687890 w 12192528"/>
              <a:gd name="connsiteY2541" fmla="*/ 1905793 h 3912503"/>
              <a:gd name="connsiteX2542" fmla="*/ 6714370 w 12192528"/>
              <a:gd name="connsiteY2542" fmla="*/ 1932272 h 3912503"/>
              <a:gd name="connsiteX2543" fmla="*/ 6718784 w 12192528"/>
              <a:gd name="connsiteY2543" fmla="*/ 1932272 h 3912503"/>
              <a:gd name="connsiteX2544" fmla="*/ 6727610 w 12192528"/>
              <a:gd name="connsiteY2544" fmla="*/ 1936686 h 3912503"/>
              <a:gd name="connsiteX2545" fmla="*/ 6718784 w 12192528"/>
              <a:gd name="connsiteY2545" fmla="*/ 1936686 h 3912503"/>
              <a:gd name="connsiteX2546" fmla="*/ 6732024 w 12192528"/>
              <a:gd name="connsiteY2546" fmla="*/ 1949926 h 3912503"/>
              <a:gd name="connsiteX2547" fmla="*/ 6727608 w 12192528"/>
              <a:gd name="connsiteY2547" fmla="*/ 1949926 h 3912503"/>
              <a:gd name="connsiteX2548" fmla="*/ 6723198 w 12192528"/>
              <a:gd name="connsiteY2548" fmla="*/ 1949926 h 3912503"/>
              <a:gd name="connsiteX2549" fmla="*/ 6723198 w 12192528"/>
              <a:gd name="connsiteY2549" fmla="*/ 1954339 h 3912503"/>
              <a:gd name="connsiteX2550" fmla="*/ 6732024 w 12192528"/>
              <a:gd name="connsiteY2550" fmla="*/ 1954339 h 3912503"/>
              <a:gd name="connsiteX2551" fmla="*/ 6736436 w 12192528"/>
              <a:gd name="connsiteY2551" fmla="*/ 1954338 h 3912503"/>
              <a:gd name="connsiteX2552" fmla="*/ 6740851 w 12192528"/>
              <a:gd name="connsiteY2552" fmla="*/ 1958753 h 3912503"/>
              <a:gd name="connsiteX2553" fmla="*/ 6740851 w 12192528"/>
              <a:gd name="connsiteY2553" fmla="*/ 1963166 h 3912503"/>
              <a:gd name="connsiteX2554" fmla="*/ 6740851 w 12192528"/>
              <a:gd name="connsiteY2554" fmla="*/ 1967580 h 3912503"/>
              <a:gd name="connsiteX2555" fmla="*/ 6745263 w 12192528"/>
              <a:gd name="connsiteY2555" fmla="*/ 1967580 h 3912503"/>
              <a:gd name="connsiteX2556" fmla="*/ 6749678 w 12192528"/>
              <a:gd name="connsiteY2556" fmla="*/ 1967580 h 3912503"/>
              <a:gd name="connsiteX2557" fmla="*/ 6758503 w 12192528"/>
              <a:gd name="connsiteY2557" fmla="*/ 1980820 h 3912503"/>
              <a:gd name="connsiteX2558" fmla="*/ 6754092 w 12192528"/>
              <a:gd name="connsiteY2558" fmla="*/ 1980819 h 3912503"/>
              <a:gd name="connsiteX2559" fmla="*/ 6758503 w 12192528"/>
              <a:gd name="connsiteY2559" fmla="*/ 1985233 h 3912503"/>
              <a:gd name="connsiteX2560" fmla="*/ 6762917 w 12192528"/>
              <a:gd name="connsiteY2560" fmla="*/ 1989647 h 3912503"/>
              <a:gd name="connsiteX2561" fmla="*/ 6771744 w 12192528"/>
              <a:gd name="connsiteY2561" fmla="*/ 1994059 h 3912503"/>
              <a:gd name="connsiteX2562" fmla="*/ 6767331 w 12192528"/>
              <a:gd name="connsiteY2562" fmla="*/ 1994059 h 3912503"/>
              <a:gd name="connsiteX2563" fmla="*/ 6776157 w 12192528"/>
              <a:gd name="connsiteY2563" fmla="*/ 2011713 h 3912503"/>
              <a:gd name="connsiteX2564" fmla="*/ 6767331 w 12192528"/>
              <a:gd name="connsiteY2564" fmla="*/ 2011713 h 3912503"/>
              <a:gd name="connsiteX2565" fmla="*/ 6780571 w 12192528"/>
              <a:gd name="connsiteY2565" fmla="*/ 2029366 h 3912503"/>
              <a:gd name="connsiteX2566" fmla="*/ 6776157 w 12192528"/>
              <a:gd name="connsiteY2566" fmla="*/ 2029366 h 3912503"/>
              <a:gd name="connsiteX2567" fmla="*/ 6771744 w 12192528"/>
              <a:gd name="connsiteY2567" fmla="*/ 2024953 h 3912503"/>
              <a:gd name="connsiteX2568" fmla="*/ 6767331 w 12192528"/>
              <a:gd name="connsiteY2568" fmla="*/ 2024953 h 3912503"/>
              <a:gd name="connsiteX2569" fmla="*/ 6771744 w 12192528"/>
              <a:gd name="connsiteY2569" fmla="*/ 2029366 h 3912503"/>
              <a:gd name="connsiteX2570" fmla="*/ 6776157 w 12192528"/>
              <a:gd name="connsiteY2570" fmla="*/ 2033780 h 3912503"/>
              <a:gd name="connsiteX2571" fmla="*/ 6784983 w 12192528"/>
              <a:gd name="connsiteY2571" fmla="*/ 2038193 h 3912503"/>
              <a:gd name="connsiteX2572" fmla="*/ 6784983 w 12192528"/>
              <a:gd name="connsiteY2572" fmla="*/ 2029366 h 3912503"/>
              <a:gd name="connsiteX2573" fmla="*/ 6789396 w 12192528"/>
              <a:gd name="connsiteY2573" fmla="*/ 2033780 h 3912503"/>
              <a:gd name="connsiteX2574" fmla="*/ 6815876 w 12192528"/>
              <a:gd name="connsiteY2574" fmla="*/ 2055847 h 3912503"/>
              <a:gd name="connsiteX2575" fmla="*/ 6811465 w 12192528"/>
              <a:gd name="connsiteY2575" fmla="*/ 2038193 h 3912503"/>
              <a:gd name="connsiteX2576" fmla="*/ 6824703 w 12192528"/>
              <a:gd name="connsiteY2576" fmla="*/ 2055847 h 3912503"/>
              <a:gd name="connsiteX2577" fmla="*/ 6830026 w 12192528"/>
              <a:gd name="connsiteY2577" fmla="*/ 2061170 h 3912503"/>
              <a:gd name="connsiteX2578" fmla="*/ 6832873 w 12192528"/>
              <a:gd name="connsiteY2578" fmla="*/ 2056131 h 3912503"/>
              <a:gd name="connsiteX2579" fmla="*/ 6829114 w 12192528"/>
              <a:gd name="connsiteY2579" fmla="*/ 2051433 h 3912503"/>
              <a:gd name="connsiteX2580" fmla="*/ 6811465 w 12192528"/>
              <a:gd name="connsiteY2580" fmla="*/ 2029366 h 3912503"/>
              <a:gd name="connsiteX2581" fmla="*/ 6776157 w 12192528"/>
              <a:gd name="connsiteY2581" fmla="*/ 1989647 h 3912503"/>
              <a:gd name="connsiteX2582" fmla="*/ 6767331 w 12192528"/>
              <a:gd name="connsiteY2582" fmla="*/ 1976406 h 3912503"/>
              <a:gd name="connsiteX2583" fmla="*/ 6758503 w 12192528"/>
              <a:gd name="connsiteY2583" fmla="*/ 1967580 h 3912503"/>
              <a:gd name="connsiteX2584" fmla="*/ 6754092 w 12192528"/>
              <a:gd name="connsiteY2584" fmla="*/ 1958754 h 3912503"/>
              <a:gd name="connsiteX2585" fmla="*/ 6740851 w 12192528"/>
              <a:gd name="connsiteY2585" fmla="*/ 1945513 h 3912503"/>
              <a:gd name="connsiteX2586" fmla="*/ 6732024 w 12192528"/>
              <a:gd name="connsiteY2586" fmla="*/ 1932272 h 3912503"/>
              <a:gd name="connsiteX2587" fmla="*/ 6718784 w 12192528"/>
              <a:gd name="connsiteY2587" fmla="*/ 1923447 h 3912503"/>
              <a:gd name="connsiteX2588" fmla="*/ 6718784 w 12192528"/>
              <a:gd name="connsiteY2588" fmla="*/ 1919033 h 3912503"/>
              <a:gd name="connsiteX2589" fmla="*/ 6604038 w 12192528"/>
              <a:gd name="connsiteY2589" fmla="*/ 1786632 h 3912503"/>
              <a:gd name="connsiteX2590" fmla="*/ 6604038 w 12192528"/>
              <a:gd name="connsiteY2590" fmla="*/ 1782220 h 3912503"/>
              <a:gd name="connsiteX2591" fmla="*/ 6604038 w 12192528"/>
              <a:gd name="connsiteY2591" fmla="*/ 1777806 h 3912503"/>
              <a:gd name="connsiteX2592" fmla="*/ 6612866 w 12192528"/>
              <a:gd name="connsiteY2592" fmla="*/ 1786632 h 3912503"/>
              <a:gd name="connsiteX2593" fmla="*/ 6621689 w 12192528"/>
              <a:gd name="connsiteY2593" fmla="*/ 1795460 h 3912503"/>
              <a:gd name="connsiteX2594" fmla="*/ 6630516 w 12192528"/>
              <a:gd name="connsiteY2594" fmla="*/ 1804286 h 3912503"/>
              <a:gd name="connsiteX2595" fmla="*/ 6634931 w 12192528"/>
              <a:gd name="connsiteY2595" fmla="*/ 1804286 h 3912503"/>
              <a:gd name="connsiteX2596" fmla="*/ 6656998 w 12192528"/>
              <a:gd name="connsiteY2596" fmla="*/ 1826353 h 3912503"/>
              <a:gd name="connsiteX2597" fmla="*/ 6661411 w 12192528"/>
              <a:gd name="connsiteY2597" fmla="*/ 1826353 h 3912503"/>
              <a:gd name="connsiteX2598" fmla="*/ 6661412 w 12192528"/>
              <a:gd name="connsiteY2598" fmla="*/ 1821938 h 3912503"/>
              <a:gd name="connsiteX2599" fmla="*/ 6656998 w 12192528"/>
              <a:gd name="connsiteY2599" fmla="*/ 1817525 h 3912503"/>
              <a:gd name="connsiteX2600" fmla="*/ 6652584 w 12192528"/>
              <a:gd name="connsiteY2600" fmla="*/ 1813113 h 3912503"/>
              <a:gd name="connsiteX2601" fmla="*/ 6648172 w 12192528"/>
              <a:gd name="connsiteY2601" fmla="*/ 1808699 h 3912503"/>
              <a:gd name="connsiteX2602" fmla="*/ 6639347 w 12192528"/>
              <a:gd name="connsiteY2602" fmla="*/ 1799873 h 3912503"/>
              <a:gd name="connsiteX2603" fmla="*/ 6653964 w 12192528"/>
              <a:gd name="connsiteY2603" fmla="*/ 1814078 h 3912503"/>
              <a:gd name="connsiteX2604" fmla="*/ 6665783 w 12192528"/>
              <a:gd name="connsiteY2604" fmla="*/ 1826272 h 3912503"/>
              <a:gd name="connsiteX2605" fmla="*/ 6665824 w 12192528"/>
              <a:gd name="connsiteY2605" fmla="*/ 1826353 h 3912503"/>
              <a:gd name="connsiteX2606" fmla="*/ 6665872 w 12192528"/>
              <a:gd name="connsiteY2606" fmla="*/ 1826366 h 3912503"/>
              <a:gd name="connsiteX2607" fmla="*/ 6666928 w 12192528"/>
              <a:gd name="connsiteY2607" fmla="*/ 1827456 h 3912503"/>
              <a:gd name="connsiteX2608" fmla="*/ 6661412 w 12192528"/>
              <a:gd name="connsiteY2608" fmla="*/ 1835179 h 3912503"/>
              <a:gd name="connsiteX2609" fmla="*/ 6709958 w 12192528"/>
              <a:gd name="connsiteY2609" fmla="*/ 1879314 h 3912503"/>
              <a:gd name="connsiteX2610" fmla="*/ 6709956 w 12192528"/>
              <a:gd name="connsiteY2610" fmla="*/ 1874899 h 3912503"/>
              <a:gd name="connsiteX2611" fmla="*/ 6723198 w 12192528"/>
              <a:gd name="connsiteY2611" fmla="*/ 1888139 h 3912503"/>
              <a:gd name="connsiteX2612" fmla="*/ 6723198 w 12192528"/>
              <a:gd name="connsiteY2612" fmla="*/ 1892553 h 3912503"/>
              <a:gd name="connsiteX2613" fmla="*/ 6727610 w 12192528"/>
              <a:gd name="connsiteY2613" fmla="*/ 1892553 h 3912503"/>
              <a:gd name="connsiteX2614" fmla="*/ 6727610 w 12192528"/>
              <a:gd name="connsiteY2614" fmla="*/ 1896965 h 3912503"/>
              <a:gd name="connsiteX2615" fmla="*/ 6736436 w 12192528"/>
              <a:gd name="connsiteY2615" fmla="*/ 1905792 h 3912503"/>
              <a:gd name="connsiteX2616" fmla="*/ 6745263 w 12192528"/>
              <a:gd name="connsiteY2616" fmla="*/ 1910205 h 3912503"/>
              <a:gd name="connsiteX2617" fmla="*/ 6749678 w 12192528"/>
              <a:gd name="connsiteY2617" fmla="*/ 1914619 h 3912503"/>
              <a:gd name="connsiteX2618" fmla="*/ 6762917 w 12192528"/>
              <a:gd name="connsiteY2618" fmla="*/ 1927860 h 3912503"/>
              <a:gd name="connsiteX2619" fmla="*/ 6767331 w 12192528"/>
              <a:gd name="connsiteY2619" fmla="*/ 1927859 h 3912503"/>
              <a:gd name="connsiteX2620" fmla="*/ 6771744 w 12192528"/>
              <a:gd name="connsiteY2620" fmla="*/ 1932272 h 3912503"/>
              <a:gd name="connsiteX2621" fmla="*/ 6807051 w 12192528"/>
              <a:gd name="connsiteY2621" fmla="*/ 1971993 h 3912503"/>
              <a:gd name="connsiteX2622" fmla="*/ 6802634 w 12192528"/>
              <a:gd name="connsiteY2622" fmla="*/ 1976406 h 3912503"/>
              <a:gd name="connsiteX2623" fmla="*/ 6798220 w 12192528"/>
              <a:gd name="connsiteY2623" fmla="*/ 1971993 h 3912503"/>
              <a:gd name="connsiteX2624" fmla="*/ 6793810 w 12192528"/>
              <a:gd name="connsiteY2624" fmla="*/ 1967580 h 3912503"/>
              <a:gd name="connsiteX2625" fmla="*/ 6793810 w 12192528"/>
              <a:gd name="connsiteY2625" fmla="*/ 1971993 h 3912503"/>
              <a:gd name="connsiteX2626" fmla="*/ 6798224 w 12192528"/>
              <a:gd name="connsiteY2626" fmla="*/ 1976406 h 3912503"/>
              <a:gd name="connsiteX2627" fmla="*/ 6802634 w 12192528"/>
              <a:gd name="connsiteY2627" fmla="*/ 1980820 h 3912503"/>
              <a:gd name="connsiteX2628" fmla="*/ 6807051 w 12192528"/>
              <a:gd name="connsiteY2628" fmla="*/ 1980820 h 3912503"/>
              <a:gd name="connsiteX2629" fmla="*/ 6811465 w 12192528"/>
              <a:gd name="connsiteY2629" fmla="*/ 1980820 h 3912503"/>
              <a:gd name="connsiteX2630" fmla="*/ 6842356 w 12192528"/>
              <a:gd name="connsiteY2630" fmla="*/ 2020539 h 3912503"/>
              <a:gd name="connsiteX2631" fmla="*/ 6846767 w 12192528"/>
              <a:gd name="connsiteY2631" fmla="*/ 2020540 h 3912503"/>
              <a:gd name="connsiteX2632" fmla="*/ 6850210 w 12192528"/>
              <a:gd name="connsiteY2632" fmla="*/ 2025459 h 3912503"/>
              <a:gd name="connsiteX2633" fmla="*/ 6856480 w 12192528"/>
              <a:gd name="connsiteY2633" fmla="*/ 2014366 h 3912503"/>
              <a:gd name="connsiteX2634" fmla="*/ 6851182 w 12192528"/>
              <a:gd name="connsiteY2634" fmla="*/ 2007300 h 3912503"/>
              <a:gd name="connsiteX2635" fmla="*/ 6833529 w 12192528"/>
              <a:gd name="connsiteY2635" fmla="*/ 1985233 h 3912503"/>
              <a:gd name="connsiteX2636" fmla="*/ 6833529 w 12192528"/>
              <a:gd name="connsiteY2636" fmla="*/ 1980820 h 3912503"/>
              <a:gd name="connsiteX2637" fmla="*/ 6829114 w 12192528"/>
              <a:gd name="connsiteY2637" fmla="*/ 1976406 h 3912503"/>
              <a:gd name="connsiteX2638" fmla="*/ 6824703 w 12192528"/>
              <a:gd name="connsiteY2638" fmla="*/ 1976406 h 3912503"/>
              <a:gd name="connsiteX2639" fmla="*/ 6824703 w 12192528"/>
              <a:gd name="connsiteY2639" fmla="*/ 1971993 h 3912503"/>
              <a:gd name="connsiteX2640" fmla="*/ 6749678 w 12192528"/>
              <a:gd name="connsiteY2640" fmla="*/ 1888139 h 3912503"/>
              <a:gd name="connsiteX2641" fmla="*/ 6745263 w 12192528"/>
              <a:gd name="connsiteY2641" fmla="*/ 1879314 h 3912503"/>
              <a:gd name="connsiteX2642" fmla="*/ 6745263 w 12192528"/>
              <a:gd name="connsiteY2642" fmla="*/ 1874899 h 3912503"/>
              <a:gd name="connsiteX2643" fmla="*/ 6740851 w 12192528"/>
              <a:gd name="connsiteY2643" fmla="*/ 1870485 h 3912503"/>
              <a:gd name="connsiteX2644" fmla="*/ 6736436 w 12192528"/>
              <a:gd name="connsiteY2644" fmla="*/ 1870486 h 3912503"/>
              <a:gd name="connsiteX2645" fmla="*/ 6701129 w 12192528"/>
              <a:gd name="connsiteY2645" fmla="*/ 1839592 h 3912503"/>
              <a:gd name="connsiteX2646" fmla="*/ 6696717 w 12192528"/>
              <a:gd name="connsiteY2646" fmla="*/ 1835180 h 3912503"/>
              <a:gd name="connsiteX2647" fmla="*/ 6687890 w 12192528"/>
              <a:gd name="connsiteY2647" fmla="*/ 1830765 h 3912503"/>
              <a:gd name="connsiteX2648" fmla="*/ 6687890 w 12192528"/>
              <a:gd name="connsiteY2648" fmla="*/ 1839408 h 3912503"/>
              <a:gd name="connsiteX2649" fmla="*/ 6679066 w 12192528"/>
              <a:gd name="connsiteY2649" fmla="*/ 1830214 h 3912503"/>
              <a:gd name="connsiteX2650" fmla="*/ 6665872 w 12192528"/>
              <a:gd name="connsiteY2650" fmla="*/ 1826366 h 3912503"/>
              <a:gd name="connsiteX2651" fmla="*/ 6665783 w 12192528"/>
              <a:gd name="connsiteY2651" fmla="*/ 1826272 h 3912503"/>
              <a:gd name="connsiteX2652" fmla="*/ 6657551 w 12192528"/>
              <a:gd name="connsiteY2652" fmla="*/ 1810905 h 3912503"/>
              <a:gd name="connsiteX2653" fmla="*/ 6639347 w 12192528"/>
              <a:gd name="connsiteY2653" fmla="*/ 1795459 h 3912503"/>
              <a:gd name="connsiteX2654" fmla="*/ 6639347 w 12192528"/>
              <a:gd name="connsiteY2654" fmla="*/ 1791046 h 3912503"/>
              <a:gd name="connsiteX2655" fmla="*/ 6634931 w 12192528"/>
              <a:gd name="connsiteY2655" fmla="*/ 1791044 h 3912503"/>
              <a:gd name="connsiteX2656" fmla="*/ 6630516 w 12192528"/>
              <a:gd name="connsiteY2656" fmla="*/ 1791046 h 3912503"/>
              <a:gd name="connsiteX2657" fmla="*/ 6626106 w 12192528"/>
              <a:gd name="connsiteY2657" fmla="*/ 1777806 h 3912503"/>
              <a:gd name="connsiteX2658" fmla="*/ 6630516 w 12192528"/>
              <a:gd name="connsiteY2658" fmla="*/ 1782220 h 3912503"/>
              <a:gd name="connsiteX2659" fmla="*/ 6639347 w 12192528"/>
              <a:gd name="connsiteY2659" fmla="*/ 1786632 h 3912503"/>
              <a:gd name="connsiteX2660" fmla="*/ 6634931 w 12192528"/>
              <a:gd name="connsiteY2660" fmla="*/ 1777805 h 3912503"/>
              <a:gd name="connsiteX2661" fmla="*/ 6634931 w 12192528"/>
              <a:gd name="connsiteY2661" fmla="*/ 1773392 h 3912503"/>
              <a:gd name="connsiteX2662" fmla="*/ 6656998 w 12192528"/>
              <a:gd name="connsiteY2662" fmla="*/ 1791046 h 3912503"/>
              <a:gd name="connsiteX2663" fmla="*/ 6515773 w 12192528"/>
              <a:gd name="connsiteY2663" fmla="*/ 1654232 h 3912503"/>
              <a:gd name="connsiteX2664" fmla="*/ 6498119 w 12192528"/>
              <a:gd name="connsiteY2664" fmla="*/ 1640992 h 3912503"/>
              <a:gd name="connsiteX2665" fmla="*/ 6493708 w 12192528"/>
              <a:gd name="connsiteY2665" fmla="*/ 1636580 h 3912503"/>
              <a:gd name="connsiteX2666" fmla="*/ 6343655 w 12192528"/>
              <a:gd name="connsiteY2666" fmla="*/ 1526246 h 3912503"/>
              <a:gd name="connsiteX2667" fmla="*/ 6334829 w 12192528"/>
              <a:gd name="connsiteY2667" fmla="*/ 1517419 h 3912503"/>
              <a:gd name="connsiteX2668" fmla="*/ 6348068 w 12192528"/>
              <a:gd name="connsiteY2668" fmla="*/ 1526246 h 3912503"/>
              <a:gd name="connsiteX2669" fmla="*/ 6356895 w 12192528"/>
              <a:gd name="connsiteY2669" fmla="*/ 1526246 h 3912503"/>
              <a:gd name="connsiteX2670" fmla="*/ 6374548 w 12192528"/>
              <a:gd name="connsiteY2670" fmla="*/ 1535072 h 3912503"/>
              <a:gd name="connsiteX2671" fmla="*/ 6378962 w 12192528"/>
              <a:gd name="connsiteY2671" fmla="*/ 1539486 h 3912503"/>
              <a:gd name="connsiteX2672" fmla="*/ 6383376 w 12192528"/>
              <a:gd name="connsiteY2672" fmla="*/ 1539486 h 3912503"/>
              <a:gd name="connsiteX2673" fmla="*/ 6423095 w 12192528"/>
              <a:gd name="connsiteY2673" fmla="*/ 1557139 h 3912503"/>
              <a:gd name="connsiteX2674" fmla="*/ 6414267 w 12192528"/>
              <a:gd name="connsiteY2674" fmla="*/ 1552725 h 3912503"/>
              <a:gd name="connsiteX2675" fmla="*/ 6423096 w 12192528"/>
              <a:gd name="connsiteY2675" fmla="*/ 1552725 h 3912503"/>
              <a:gd name="connsiteX2676" fmla="*/ 6418682 w 12192528"/>
              <a:gd name="connsiteY2676" fmla="*/ 1543899 h 3912503"/>
              <a:gd name="connsiteX2677" fmla="*/ 6423096 w 12192528"/>
              <a:gd name="connsiteY2677" fmla="*/ 1543898 h 3912503"/>
              <a:gd name="connsiteX2678" fmla="*/ 6427507 w 12192528"/>
              <a:gd name="connsiteY2678" fmla="*/ 1548312 h 3912503"/>
              <a:gd name="connsiteX2679" fmla="*/ 6431921 w 12192528"/>
              <a:gd name="connsiteY2679" fmla="*/ 1548310 h 3912503"/>
              <a:gd name="connsiteX2680" fmla="*/ 6458401 w 12192528"/>
              <a:gd name="connsiteY2680" fmla="*/ 1561552 h 3912503"/>
              <a:gd name="connsiteX2681" fmla="*/ 6462814 w 12192528"/>
              <a:gd name="connsiteY2681" fmla="*/ 1561552 h 3912503"/>
              <a:gd name="connsiteX2682" fmla="*/ 6458402 w 12192528"/>
              <a:gd name="connsiteY2682" fmla="*/ 1557138 h 3912503"/>
              <a:gd name="connsiteX2683" fmla="*/ 6458402 w 12192528"/>
              <a:gd name="connsiteY2683" fmla="*/ 1552725 h 3912503"/>
              <a:gd name="connsiteX2684" fmla="*/ 6537839 w 12192528"/>
              <a:gd name="connsiteY2684" fmla="*/ 1596859 h 3912503"/>
              <a:gd name="connsiteX2685" fmla="*/ 6612866 w 12192528"/>
              <a:gd name="connsiteY2685" fmla="*/ 1645405 h 3912503"/>
              <a:gd name="connsiteX2686" fmla="*/ 6617277 w 12192528"/>
              <a:gd name="connsiteY2686" fmla="*/ 1645405 h 3912503"/>
              <a:gd name="connsiteX2687" fmla="*/ 6617277 w 12192528"/>
              <a:gd name="connsiteY2687" fmla="*/ 1649819 h 3912503"/>
              <a:gd name="connsiteX2688" fmla="*/ 6621689 w 12192528"/>
              <a:gd name="connsiteY2688" fmla="*/ 1649819 h 3912503"/>
              <a:gd name="connsiteX2689" fmla="*/ 6626106 w 12192528"/>
              <a:gd name="connsiteY2689" fmla="*/ 1654232 h 3912503"/>
              <a:gd name="connsiteX2690" fmla="*/ 6639346 w 12192528"/>
              <a:gd name="connsiteY2690" fmla="*/ 1663059 h 3912503"/>
              <a:gd name="connsiteX2691" fmla="*/ 6648172 w 12192528"/>
              <a:gd name="connsiteY2691" fmla="*/ 1663058 h 3912503"/>
              <a:gd name="connsiteX2692" fmla="*/ 6630516 w 12192528"/>
              <a:gd name="connsiteY2692" fmla="*/ 1654232 h 3912503"/>
              <a:gd name="connsiteX2693" fmla="*/ 6630516 w 12192528"/>
              <a:gd name="connsiteY2693" fmla="*/ 1649818 h 3912503"/>
              <a:gd name="connsiteX2694" fmla="*/ 6634931 w 12192528"/>
              <a:gd name="connsiteY2694" fmla="*/ 1649819 h 3912503"/>
              <a:gd name="connsiteX2695" fmla="*/ 6630516 w 12192528"/>
              <a:gd name="connsiteY2695" fmla="*/ 1645405 h 3912503"/>
              <a:gd name="connsiteX2696" fmla="*/ 6626106 w 12192528"/>
              <a:gd name="connsiteY2696" fmla="*/ 1645405 h 3912503"/>
              <a:gd name="connsiteX2697" fmla="*/ 6621689 w 12192528"/>
              <a:gd name="connsiteY2697" fmla="*/ 1640992 h 3912503"/>
              <a:gd name="connsiteX2698" fmla="*/ 6608454 w 12192528"/>
              <a:gd name="connsiteY2698" fmla="*/ 1632165 h 3912503"/>
              <a:gd name="connsiteX2699" fmla="*/ 6599624 w 12192528"/>
              <a:gd name="connsiteY2699" fmla="*/ 1632165 h 3912503"/>
              <a:gd name="connsiteX2700" fmla="*/ 6599624 w 12192528"/>
              <a:gd name="connsiteY2700" fmla="*/ 1623339 h 3912503"/>
              <a:gd name="connsiteX2701" fmla="*/ 6568731 w 12192528"/>
              <a:gd name="connsiteY2701" fmla="*/ 1610098 h 3912503"/>
              <a:gd name="connsiteX2702" fmla="*/ 6515773 w 12192528"/>
              <a:gd name="connsiteY2702" fmla="*/ 1574792 h 3912503"/>
              <a:gd name="connsiteX2703" fmla="*/ 6515773 w 12192528"/>
              <a:gd name="connsiteY2703" fmla="*/ 1579205 h 3912503"/>
              <a:gd name="connsiteX2704" fmla="*/ 6506947 w 12192528"/>
              <a:gd name="connsiteY2704" fmla="*/ 1570379 h 3912503"/>
              <a:gd name="connsiteX2705" fmla="*/ 6498119 w 12192528"/>
              <a:gd name="connsiteY2705" fmla="*/ 1570379 h 3912503"/>
              <a:gd name="connsiteX2706" fmla="*/ 6498119 w 12192528"/>
              <a:gd name="connsiteY2706" fmla="*/ 1565965 h 3912503"/>
              <a:gd name="connsiteX2707" fmla="*/ 6489293 w 12192528"/>
              <a:gd name="connsiteY2707" fmla="*/ 1557139 h 3912503"/>
              <a:gd name="connsiteX2708" fmla="*/ 6427507 w 12192528"/>
              <a:gd name="connsiteY2708" fmla="*/ 1526246 h 3912503"/>
              <a:gd name="connsiteX2709" fmla="*/ 6427507 w 12192528"/>
              <a:gd name="connsiteY2709" fmla="*/ 1535072 h 3912503"/>
              <a:gd name="connsiteX2710" fmla="*/ 6330415 w 12192528"/>
              <a:gd name="connsiteY2710" fmla="*/ 1482112 h 3912503"/>
              <a:gd name="connsiteX2711" fmla="*/ 6250975 w 12192528"/>
              <a:gd name="connsiteY2711" fmla="*/ 1442392 h 3912503"/>
              <a:gd name="connsiteX2712" fmla="*/ 6250977 w 12192528"/>
              <a:gd name="connsiteY2712" fmla="*/ 1437977 h 3912503"/>
              <a:gd name="connsiteX2713" fmla="*/ 6198016 w 12192528"/>
              <a:gd name="connsiteY2713" fmla="*/ 1411498 h 3912503"/>
              <a:gd name="connsiteX2714" fmla="*/ 6211253 w 12192528"/>
              <a:gd name="connsiteY2714" fmla="*/ 1411498 h 3912503"/>
              <a:gd name="connsiteX2715" fmla="*/ 6193603 w 12192528"/>
              <a:gd name="connsiteY2715" fmla="*/ 1415913 h 3912503"/>
              <a:gd name="connsiteX2716" fmla="*/ 6136229 w 12192528"/>
              <a:gd name="connsiteY2716" fmla="*/ 1380605 h 3912503"/>
              <a:gd name="connsiteX2717" fmla="*/ 6131816 w 12192528"/>
              <a:gd name="connsiteY2717" fmla="*/ 1376192 h 3912503"/>
              <a:gd name="connsiteX2718" fmla="*/ 6127403 w 12192528"/>
              <a:gd name="connsiteY2718" fmla="*/ 1376192 h 3912503"/>
              <a:gd name="connsiteX2719" fmla="*/ 6127403 w 12192528"/>
              <a:gd name="connsiteY2719" fmla="*/ 1380604 h 3912503"/>
              <a:gd name="connsiteX2720" fmla="*/ 6118577 w 12192528"/>
              <a:gd name="connsiteY2720" fmla="*/ 1376192 h 3912503"/>
              <a:gd name="connsiteX2721" fmla="*/ 6122990 w 12192528"/>
              <a:gd name="connsiteY2721" fmla="*/ 1376191 h 3912503"/>
              <a:gd name="connsiteX2722" fmla="*/ 6122990 w 12192528"/>
              <a:gd name="connsiteY2722" fmla="*/ 1371777 h 3912503"/>
              <a:gd name="connsiteX2723" fmla="*/ 6114162 w 12192528"/>
              <a:gd name="connsiteY2723" fmla="*/ 1371777 h 3912503"/>
              <a:gd name="connsiteX2724" fmla="*/ 6109748 w 12192528"/>
              <a:gd name="connsiteY2724" fmla="*/ 1367364 h 3912503"/>
              <a:gd name="connsiteX2725" fmla="*/ 6096509 w 12192528"/>
              <a:gd name="connsiteY2725" fmla="*/ 1367364 h 3912503"/>
              <a:gd name="connsiteX2726" fmla="*/ 6087683 w 12192528"/>
              <a:gd name="connsiteY2726" fmla="*/ 1362951 h 3912503"/>
              <a:gd name="connsiteX2727" fmla="*/ 6092098 w 12192528"/>
              <a:gd name="connsiteY2727" fmla="*/ 1367364 h 3912503"/>
              <a:gd name="connsiteX2728" fmla="*/ 6096508 w 12192528"/>
              <a:gd name="connsiteY2728" fmla="*/ 1371777 h 3912503"/>
              <a:gd name="connsiteX2729" fmla="*/ 6087683 w 12192528"/>
              <a:gd name="connsiteY2729" fmla="*/ 1371777 h 3912503"/>
              <a:gd name="connsiteX2730" fmla="*/ 6061203 w 12192528"/>
              <a:gd name="connsiteY2730" fmla="*/ 1358538 h 3912503"/>
              <a:gd name="connsiteX2731" fmla="*/ 6012656 w 12192528"/>
              <a:gd name="connsiteY2731" fmla="*/ 1336472 h 3912503"/>
              <a:gd name="connsiteX2732" fmla="*/ 6008244 w 12192528"/>
              <a:gd name="connsiteY2732" fmla="*/ 1332058 h 3912503"/>
              <a:gd name="connsiteX2733" fmla="*/ 6003831 w 12192528"/>
              <a:gd name="connsiteY2733" fmla="*/ 1332058 h 3912503"/>
              <a:gd name="connsiteX2734" fmla="*/ 5981763 w 12192528"/>
              <a:gd name="connsiteY2734" fmla="*/ 1323231 h 3912503"/>
              <a:gd name="connsiteX2735" fmla="*/ 5964112 w 12192528"/>
              <a:gd name="connsiteY2735" fmla="*/ 1318819 h 3912503"/>
              <a:gd name="connsiteX2736" fmla="*/ 5933218 w 12192528"/>
              <a:gd name="connsiteY2736" fmla="*/ 1301165 h 3912503"/>
              <a:gd name="connsiteX2737" fmla="*/ 5933218 w 12192528"/>
              <a:gd name="connsiteY2737" fmla="*/ 1296751 h 3912503"/>
              <a:gd name="connsiteX2738" fmla="*/ 5924391 w 12192528"/>
              <a:gd name="connsiteY2738" fmla="*/ 1296752 h 3912503"/>
              <a:gd name="connsiteX2739" fmla="*/ 5919979 w 12192528"/>
              <a:gd name="connsiteY2739" fmla="*/ 1296752 h 3912503"/>
              <a:gd name="connsiteX2740" fmla="*/ 5924391 w 12192528"/>
              <a:gd name="connsiteY2740" fmla="*/ 1301164 h 3912503"/>
              <a:gd name="connsiteX2741" fmla="*/ 5893498 w 12192528"/>
              <a:gd name="connsiteY2741" fmla="*/ 1287925 h 3912503"/>
              <a:gd name="connsiteX2742" fmla="*/ 5889084 w 12192528"/>
              <a:gd name="connsiteY2742" fmla="*/ 1283512 h 3912503"/>
              <a:gd name="connsiteX2743" fmla="*/ 5884670 w 12192528"/>
              <a:gd name="connsiteY2743" fmla="*/ 1283510 h 3912503"/>
              <a:gd name="connsiteX2744" fmla="*/ 5853777 w 12192528"/>
              <a:gd name="connsiteY2744" fmla="*/ 1274685 h 3912503"/>
              <a:gd name="connsiteX2745" fmla="*/ 5858191 w 12192528"/>
              <a:gd name="connsiteY2745" fmla="*/ 1274685 h 3912503"/>
              <a:gd name="connsiteX2746" fmla="*/ 5871431 w 12192528"/>
              <a:gd name="connsiteY2746" fmla="*/ 1274684 h 3912503"/>
              <a:gd name="connsiteX2747" fmla="*/ 5862604 w 12192528"/>
              <a:gd name="connsiteY2747" fmla="*/ 1270271 h 3912503"/>
              <a:gd name="connsiteX2748" fmla="*/ 5858191 w 12192528"/>
              <a:gd name="connsiteY2748" fmla="*/ 1265858 h 3912503"/>
              <a:gd name="connsiteX2749" fmla="*/ 5875845 w 12192528"/>
              <a:gd name="connsiteY2749" fmla="*/ 1270271 h 3912503"/>
              <a:gd name="connsiteX2750" fmla="*/ 5880257 w 12192528"/>
              <a:gd name="connsiteY2750" fmla="*/ 1261445 h 3912503"/>
              <a:gd name="connsiteX2751" fmla="*/ 5849364 w 12192528"/>
              <a:gd name="connsiteY2751" fmla="*/ 1248204 h 3912503"/>
              <a:gd name="connsiteX2752" fmla="*/ 5844951 w 12192528"/>
              <a:gd name="connsiteY2752" fmla="*/ 1243791 h 3912503"/>
              <a:gd name="connsiteX2753" fmla="*/ 5840538 w 12192528"/>
              <a:gd name="connsiteY2753" fmla="*/ 1243791 h 3912503"/>
              <a:gd name="connsiteX2754" fmla="*/ 5836125 w 12192528"/>
              <a:gd name="connsiteY2754" fmla="*/ 1243791 h 3912503"/>
              <a:gd name="connsiteX2755" fmla="*/ 5840538 w 12192528"/>
              <a:gd name="connsiteY2755" fmla="*/ 1248204 h 3912503"/>
              <a:gd name="connsiteX2756" fmla="*/ 5827298 w 12192528"/>
              <a:gd name="connsiteY2756" fmla="*/ 1248204 h 3912503"/>
              <a:gd name="connsiteX2757" fmla="*/ 5822882 w 12192528"/>
              <a:gd name="connsiteY2757" fmla="*/ 1252618 h 3912503"/>
              <a:gd name="connsiteX2758" fmla="*/ 5844951 w 12192528"/>
              <a:gd name="connsiteY2758" fmla="*/ 1261445 h 3912503"/>
              <a:gd name="connsiteX2759" fmla="*/ 5840538 w 12192528"/>
              <a:gd name="connsiteY2759" fmla="*/ 1261445 h 3912503"/>
              <a:gd name="connsiteX2760" fmla="*/ 5831713 w 12192528"/>
              <a:gd name="connsiteY2760" fmla="*/ 1265858 h 3912503"/>
              <a:gd name="connsiteX2761" fmla="*/ 5839320 w 12192528"/>
              <a:gd name="connsiteY2761" fmla="*/ 1269662 h 3912503"/>
              <a:gd name="connsiteX2762" fmla="*/ 5831160 w 12192528"/>
              <a:gd name="connsiteY2762" fmla="*/ 1269168 h 3912503"/>
              <a:gd name="connsiteX2763" fmla="*/ 5809645 w 12192528"/>
              <a:gd name="connsiteY2763" fmla="*/ 1261445 h 3912503"/>
              <a:gd name="connsiteX2764" fmla="*/ 5796403 w 12192528"/>
              <a:gd name="connsiteY2764" fmla="*/ 1274685 h 3912503"/>
              <a:gd name="connsiteX2765" fmla="*/ 5800818 w 12192528"/>
              <a:gd name="connsiteY2765" fmla="*/ 1270270 h 3912503"/>
              <a:gd name="connsiteX2766" fmla="*/ 5800818 w 12192528"/>
              <a:gd name="connsiteY2766" fmla="*/ 1265858 h 3912503"/>
              <a:gd name="connsiteX2767" fmla="*/ 5800818 w 12192528"/>
              <a:gd name="connsiteY2767" fmla="*/ 1261445 h 3912503"/>
              <a:gd name="connsiteX2768" fmla="*/ 5791991 w 12192528"/>
              <a:gd name="connsiteY2768" fmla="*/ 1261443 h 3912503"/>
              <a:gd name="connsiteX2769" fmla="*/ 5787579 w 12192528"/>
              <a:gd name="connsiteY2769" fmla="*/ 1261443 h 3912503"/>
              <a:gd name="connsiteX2770" fmla="*/ 5778750 w 12192528"/>
              <a:gd name="connsiteY2770" fmla="*/ 1252618 h 3912503"/>
              <a:gd name="connsiteX2771" fmla="*/ 5787579 w 12192528"/>
              <a:gd name="connsiteY2771" fmla="*/ 1252618 h 3912503"/>
              <a:gd name="connsiteX2772" fmla="*/ 5787579 w 12192528"/>
              <a:gd name="connsiteY2772" fmla="*/ 1248203 h 3912503"/>
              <a:gd name="connsiteX2773" fmla="*/ 5778750 w 12192528"/>
              <a:gd name="connsiteY2773" fmla="*/ 1243791 h 3912503"/>
              <a:gd name="connsiteX2774" fmla="*/ 5769923 w 12192528"/>
              <a:gd name="connsiteY2774" fmla="*/ 1243791 h 3912503"/>
              <a:gd name="connsiteX2775" fmla="*/ 5761100 w 12192528"/>
              <a:gd name="connsiteY2775" fmla="*/ 1252617 h 3912503"/>
              <a:gd name="connsiteX2776" fmla="*/ 5756685 w 12192528"/>
              <a:gd name="connsiteY2776" fmla="*/ 1257032 h 3912503"/>
              <a:gd name="connsiteX2777" fmla="*/ 5761100 w 12192528"/>
              <a:gd name="connsiteY2777" fmla="*/ 1261445 h 3912503"/>
              <a:gd name="connsiteX2778" fmla="*/ 5739030 w 12192528"/>
              <a:gd name="connsiteY2778" fmla="*/ 1257032 h 3912503"/>
              <a:gd name="connsiteX2779" fmla="*/ 5752271 w 12192528"/>
              <a:gd name="connsiteY2779" fmla="*/ 1257032 h 3912503"/>
              <a:gd name="connsiteX2780" fmla="*/ 5734619 w 12192528"/>
              <a:gd name="connsiteY2780" fmla="*/ 1248204 h 3912503"/>
              <a:gd name="connsiteX2781" fmla="*/ 5734616 w 12192528"/>
              <a:gd name="connsiteY2781" fmla="*/ 1243790 h 3912503"/>
              <a:gd name="connsiteX2782" fmla="*/ 5730206 w 12192528"/>
              <a:gd name="connsiteY2782" fmla="*/ 1243791 h 3912503"/>
              <a:gd name="connsiteX2783" fmla="*/ 5725793 w 12192528"/>
              <a:gd name="connsiteY2783" fmla="*/ 1243791 h 3912503"/>
              <a:gd name="connsiteX2784" fmla="*/ 5725793 w 12192528"/>
              <a:gd name="connsiteY2784" fmla="*/ 1248204 h 3912503"/>
              <a:gd name="connsiteX2785" fmla="*/ 5716966 w 12192528"/>
              <a:gd name="connsiteY2785" fmla="*/ 1239379 h 3912503"/>
              <a:gd name="connsiteX2786" fmla="*/ 5690487 w 12192528"/>
              <a:gd name="connsiteY2786" fmla="*/ 1239379 h 3912503"/>
              <a:gd name="connsiteX2787" fmla="*/ 5699311 w 12192528"/>
              <a:gd name="connsiteY2787" fmla="*/ 1239379 h 3912503"/>
              <a:gd name="connsiteX2788" fmla="*/ 5672833 w 12192528"/>
              <a:gd name="connsiteY2788" fmla="*/ 1230551 h 3912503"/>
              <a:gd name="connsiteX2789" fmla="*/ 5677245 w 12192528"/>
              <a:gd name="connsiteY2789" fmla="*/ 1226137 h 3912503"/>
              <a:gd name="connsiteX2790" fmla="*/ 5672832 w 12192528"/>
              <a:gd name="connsiteY2790" fmla="*/ 1226137 h 3912503"/>
              <a:gd name="connsiteX2791" fmla="*/ 5672833 w 12192528"/>
              <a:gd name="connsiteY2791" fmla="*/ 1221725 h 3912503"/>
              <a:gd name="connsiteX2792" fmla="*/ 5677245 w 12192528"/>
              <a:gd name="connsiteY2792" fmla="*/ 1217312 h 3912503"/>
              <a:gd name="connsiteX2793" fmla="*/ 5716966 w 12192528"/>
              <a:gd name="connsiteY2793" fmla="*/ 1226137 h 3912503"/>
              <a:gd name="connsiteX2794" fmla="*/ 5716966 w 12192528"/>
              <a:gd name="connsiteY2794" fmla="*/ 1230551 h 3912503"/>
              <a:gd name="connsiteX2795" fmla="*/ 5734619 w 12192528"/>
              <a:gd name="connsiteY2795" fmla="*/ 1234965 h 3912503"/>
              <a:gd name="connsiteX2796" fmla="*/ 5721376 w 12192528"/>
              <a:gd name="connsiteY2796" fmla="*/ 1226137 h 3912503"/>
              <a:gd name="connsiteX2797" fmla="*/ 5743445 w 12192528"/>
              <a:gd name="connsiteY2797" fmla="*/ 1230551 h 3912503"/>
              <a:gd name="connsiteX2798" fmla="*/ 5747859 w 12192528"/>
              <a:gd name="connsiteY2798" fmla="*/ 1234965 h 3912503"/>
              <a:gd name="connsiteX2799" fmla="*/ 5752269 w 12192528"/>
              <a:gd name="connsiteY2799" fmla="*/ 1234965 h 3912503"/>
              <a:gd name="connsiteX2800" fmla="*/ 5756684 w 12192528"/>
              <a:gd name="connsiteY2800" fmla="*/ 1230551 h 3912503"/>
              <a:gd name="connsiteX2801" fmla="*/ 5752271 w 12192528"/>
              <a:gd name="connsiteY2801" fmla="*/ 1226137 h 3912503"/>
              <a:gd name="connsiteX2802" fmla="*/ 5743445 w 12192528"/>
              <a:gd name="connsiteY2802" fmla="*/ 1221725 h 3912503"/>
              <a:gd name="connsiteX2803" fmla="*/ 5739030 w 12192528"/>
              <a:gd name="connsiteY2803" fmla="*/ 1221725 h 3912503"/>
              <a:gd name="connsiteX2804" fmla="*/ 5739030 w 12192528"/>
              <a:gd name="connsiteY2804" fmla="*/ 1226137 h 3912503"/>
              <a:gd name="connsiteX2805" fmla="*/ 5677245 w 12192528"/>
              <a:gd name="connsiteY2805" fmla="*/ 1212897 h 3912503"/>
              <a:gd name="connsiteX2806" fmla="*/ 5672832 w 12192528"/>
              <a:gd name="connsiteY2806" fmla="*/ 1208485 h 3912503"/>
              <a:gd name="connsiteX2807" fmla="*/ 5668419 w 12192528"/>
              <a:gd name="connsiteY2807" fmla="*/ 1208486 h 3912503"/>
              <a:gd name="connsiteX2808" fmla="*/ 5664006 w 12192528"/>
              <a:gd name="connsiteY2808" fmla="*/ 1208485 h 3912503"/>
              <a:gd name="connsiteX2809" fmla="*/ 5637526 w 12192528"/>
              <a:gd name="connsiteY2809" fmla="*/ 1199658 h 3912503"/>
              <a:gd name="connsiteX2810" fmla="*/ 5637524 w 12192528"/>
              <a:gd name="connsiteY2810" fmla="*/ 1204071 h 3912503"/>
              <a:gd name="connsiteX2811" fmla="*/ 5633113 w 12192528"/>
              <a:gd name="connsiteY2811" fmla="*/ 1199658 h 3912503"/>
              <a:gd name="connsiteX2812" fmla="*/ 5624284 w 12192528"/>
              <a:gd name="connsiteY2812" fmla="*/ 1195245 h 3912503"/>
              <a:gd name="connsiteX2813" fmla="*/ 5619871 w 12192528"/>
              <a:gd name="connsiteY2813" fmla="*/ 1199658 h 3912503"/>
              <a:gd name="connsiteX2814" fmla="*/ 5522778 w 12192528"/>
              <a:gd name="connsiteY2814" fmla="*/ 1186418 h 3912503"/>
              <a:gd name="connsiteX2815" fmla="*/ 5513954 w 12192528"/>
              <a:gd name="connsiteY2815" fmla="*/ 1182004 h 3912503"/>
              <a:gd name="connsiteX2816" fmla="*/ 5509539 w 12192528"/>
              <a:gd name="connsiteY2816" fmla="*/ 1182004 h 3912503"/>
              <a:gd name="connsiteX2817" fmla="*/ 5509539 w 12192528"/>
              <a:gd name="connsiteY2817" fmla="*/ 1186418 h 3912503"/>
              <a:gd name="connsiteX2818" fmla="*/ 5483059 w 12192528"/>
              <a:gd name="connsiteY2818" fmla="*/ 1177592 h 3912503"/>
              <a:gd name="connsiteX2819" fmla="*/ 5478645 w 12192528"/>
              <a:gd name="connsiteY2819" fmla="*/ 1177592 h 3912503"/>
              <a:gd name="connsiteX2820" fmla="*/ 5469821 w 12192528"/>
              <a:gd name="connsiteY2820" fmla="*/ 1177592 h 3912503"/>
              <a:gd name="connsiteX2821" fmla="*/ 5465407 w 12192528"/>
              <a:gd name="connsiteY2821" fmla="*/ 1177592 h 3912503"/>
              <a:gd name="connsiteX2822" fmla="*/ 5460994 w 12192528"/>
              <a:gd name="connsiteY2822" fmla="*/ 1173177 h 3912503"/>
              <a:gd name="connsiteX2823" fmla="*/ 5456580 w 12192528"/>
              <a:gd name="connsiteY2823" fmla="*/ 1173179 h 3912503"/>
              <a:gd name="connsiteX2824" fmla="*/ 5430102 w 12192528"/>
              <a:gd name="connsiteY2824" fmla="*/ 1173177 h 3912503"/>
              <a:gd name="connsiteX2825" fmla="*/ 5425686 w 12192528"/>
              <a:gd name="connsiteY2825" fmla="*/ 1173177 h 3912503"/>
              <a:gd name="connsiteX2826" fmla="*/ 5416862 w 12192528"/>
              <a:gd name="connsiteY2826" fmla="*/ 1173177 h 3912503"/>
              <a:gd name="connsiteX2827" fmla="*/ 5412447 w 12192528"/>
              <a:gd name="connsiteY2827" fmla="*/ 1173177 h 3912503"/>
              <a:gd name="connsiteX2828" fmla="*/ 5381553 w 12192528"/>
              <a:gd name="connsiteY2828" fmla="*/ 1173177 h 3912503"/>
              <a:gd name="connsiteX2829" fmla="*/ 5363899 w 12192528"/>
              <a:gd name="connsiteY2829" fmla="*/ 1164352 h 3912503"/>
              <a:gd name="connsiteX2830" fmla="*/ 5359489 w 12192528"/>
              <a:gd name="connsiteY2830" fmla="*/ 1159938 h 3912503"/>
              <a:gd name="connsiteX2831" fmla="*/ 5355074 w 12192528"/>
              <a:gd name="connsiteY2831" fmla="*/ 1159938 h 3912503"/>
              <a:gd name="connsiteX2832" fmla="*/ 5355074 w 12192528"/>
              <a:gd name="connsiteY2832" fmla="*/ 1164351 h 3912503"/>
              <a:gd name="connsiteX2833" fmla="*/ 5359487 w 12192528"/>
              <a:gd name="connsiteY2833" fmla="*/ 1164351 h 3912503"/>
              <a:gd name="connsiteX2834" fmla="*/ 5341835 w 12192528"/>
              <a:gd name="connsiteY2834" fmla="*/ 1168764 h 3912503"/>
              <a:gd name="connsiteX2835" fmla="*/ 5341835 w 12192528"/>
              <a:gd name="connsiteY2835" fmla="*/ 1159938 h 3912503"/>
              <a:gd name="connsiteX2836" fmla="*/ 5345978 w 12192528"/>
              <a:gd name="connsiteY2836" fmla="*/ 1155793 h 3912503"/>
              <a:gd name="connsiteX2837" fmla="*/ 5370589 w 12192528"/>
              <a:gd name="connsiteY2837" fmla="*/ 1157387 h 3912503"/>
              <a:gd name="connsiteX2838" fmla="*/ 5434512 w 12192528"/>
              <a:gd name="connsiteY2838" fmla="*/ 1155525 h 3912503"/>
              <a:gd name="connsiteX2839" fmla="*/ 5438926 w 12192528"/>
              <a:gd name="connsiteY2839" fmla="*/ 1159939 h 3912503"/>
              <a:gd name="connsiteX2840" fmla="*/ 5443341 w 12192528"/>
              <a:gd name="connsiteY2840" fmla="*/ 1159938 h 3912503"/>
              <a:gd name="connsiteX2841" fmla="*/ 5465405 w 12192528"/>
              <a:gd name="connsiteY2841" fmla="*/ 1155525 h 3912503"/>
              <a:gd name="connsiteX2842" fmla="*/ 5447752 w 12192528"/>
              <a:gd name="connsiteY2842" fmla="*/ 1155525 h 3912503"/>
              <a:gd name="connsiteX2843" fmla="*/ 5452166 w 12192528"/>
              <a:gd name="connsiteY2843" fmla="*/ 1151110 h 3912503"/>
              <a:gd name="connsiteX2844" fmla="*/ 5447752 w 12192528"/>
              <a:gd name="connsiteY2844" fmla="*/ 1151110 h 3912503"/>
              <a:gd name="connsiteX2845" fmla="*/ 5443339 w 12192528"/>
              <a:gd name="connsiteY2845" fmla="*/ 1151110 h 3912503"/>
              <a:gd name="connsiteX2846" fmla="*/ 5438926 w 12192528"/>
              <a:gd name="connsiteY2846" fmla="*/ 1151110 h 3912503"/>
              <a:gd name="connsiteX2847" fmla="*/ 5394794 w 12192528"/>
              <a:gd name="connsiteY2847" fmla="*/ 1129045 h 3912503"/>
              <a:gd name="connsiteX2848" fmla="*/ 5297701 w 12192528"/>
              <a:gd name="connsiteY2848" fmla="*/ 1089325 h 3912503"/>
              <a:gd name="connsiteX2849" fmla="*/ 5293288 w 12192528"/>
              <a:gd name="connsiteY2849" fmla="*/ 1084912 h 3912503"/>
              <a:gd name="connsiteX2850" fmla="*/ 5288875 w 12192528"/>
              <a:gd name="connsiteY2850" fmla="*/ 1080498 h 3912503"/>
              <a:gd name="connsiteX2851" fmla="*/ 5293288 w 12192528"/>
              <a:gd name="connsiteY2851" fmla="*/ 1076085 h 3912503"/>
              <a:gd name="connsiteX2852" fmla="*/ 5280046 w 12192528"/>
              <a:gd name="connsiteY2852" fmla="*/ 1076085 h 3912503"/>
              <a:gd name="connsiteX2853" fmla="*/ 5196195 w 12192528"/>
              <a:gd name="connsiteY2853" fmla="*/ 1058431 h 3912503"/>
              <a:gd name="connsiteX2854" fmla="*/ 5205019 w 12192528"/>
              <a:gd name="connsiteY2854" fmla="*/ 1054018 h 3912503"/>
              <a:gd name="connsiteX2855" fmla="*/ 5152061 w 12192528"/>
              <a:gd name="connsiteY2855" fmla="*/ 1027537 h 3912503"/>
              <a:gd name="connsiteX2856" fmla="*/ 5160887 w 12192528"/>
              <a:gd name="connsiteY2856" fmla="*/ 1027537 h 3912503"/>
              <a:gd name="connsiteX2857" fmla="*/ 5165300 w 12192528"/>
              <a:gd name="connsiteY2857" fmla="*/ 1027537 h 3912503"/>
              <a:gd name="connsiteX2858" fmla="*/ 5160887 w 12192528"/>
              <a:gd name="connsiteY2858" fmla="*/ 1023126 h 3912503"/>
              <a:gd name="connsiteX2859" fmla="*/ 5152061 w 12192528"/>
              <a:gd name="connsiteY2859" fmla="*/ 1023125 h 3912503"/>
              <a:gd name="connsiteX2860" fmla="*/ 5222673 w 12192528"/>
              <a:gd name="connsiteY2860" fmla="*/ 1023125 h 3912503"/>
              <a:gd name="connsiteX2861" fmla="*/ 5107927 w 12192528"/>
              <a:gd name="connsiteY2861" fmla="*/ 978991 h 3912503"/>
              <a:gd name="connsiteX2862" fmla="*/ 5094688 w 12192528"/>
              <a:gd name="connsiteY2862" fmla="*/ 961339 h 3912503"/>
              <a:gd name="connsiteX2863" fmla="*/ 5107927 w 12192528"/>
              <a:gd name="connsiteY2863" fmla="*/ 956925 h 3912503"/>
              <a:gd name="connsiteX2864" fmla="*/ 5213849 w 12192528"/>
              <a:gd name="connsiteY2864" fmla="*/ 961338 h 3912503"/>
              <a:gd name="connsiteX2865" fmla="*/ 5231500 w 12192528"/>
              <a:gd name="connsiteY2865" fmla="*/ 943684 h 3912503"/>
              <a:gd name="connsiteX2866" fmla="*/ 5288875 w 12192528"/>
              <a:gd name="connsiteY2866" fmla="*/ 948097 h 3912503"/>
              <a:gd name="connsiteX2867" fmla="*/ 5262391 w 12192528"/>
              <a:gd name="connsiteY2867" fmla="*/ 939270 h 3912503"/>
              <a:gd name="connsiteX2868" fmla="*/ 5297699 w 12192528"/>
              <a:gd name="connsiteY2868" fmla="*/ 939270 h 3912503"/>
              <a:gd name="connsiteX2869" fmla="*/ 5280046 w 12192528"/>
              <a:gd name="connsiteY2869" fmla="*/ 926031 h 3912503"/>
              <a:gd name="connsiteX2870" fmla="*/ 5505125 w 12192528"/>
              <a:gd name="connsiteY2870" fmla="*/ 956925 h 3912503"/>
              <a:gd name="connsiteX2871" fmla="*/ 5527193 w 12192528"/>
              <a:gd name="connsiteY2871" fmla="*/ 961338 h 3912503"/>
              <a:gd name="connsiteX2872" fmla="*/ 6950266 w 12192528"/>
              <a:gd name="connsiteY2872" fmla="*/ 1731604 h 3912503"/>
              <a:gd name="connsiteX2873" fmla="*/ 7005077 w 12192528"/>
              <a:gd name="connsiteY2873" fmla="*/ 1797325 h 3912503"/>
              <a:gd name="connsiteX2874" fmla="*/ 7035558 w 12192528"/>
              <a:gd name="connsiteY2874" fmla="*/ 1754456 h 3912503"/>
              <a:gd name="connsiteX2875" fmla="*/ 7040425 w 12192528"/>
              <a:gd name="connsiteY2875" fmla="*/ 1748894 h 3912503"/>
              <a:gd name="connsiteX2876" fmla="*/ 6944966 w 12192528"/>
              <a:gd name="connsiteY2876" fmla="*/ 1643060 h 3912503"/>
              <a:gd name="connsiteX2877" fmla="*/ 5346247 w 12192528"/>
              <a:gd name="connsiteY2877" fmla="*/ 899551 h 3912503"/>
              <a:gd name="connsiteX2878" fmla="*/ 5178541 w 12192528"/>
              <a:gd name="connsiteY2878" fmla="*/ 890724 h 3912503"/>
              <a:gd name="connsiteX2879" fmla="*/ 5174127 w 12192528"/>
              <a:gd name="connsiteY2879" fmla="*/ 886310 h 3912503"/>
              <a:gd name="connsiteX2880" fmla="*/ 5160887 w 12192528"/>
              <a:gd name="connsiteY2880" fmla="*/ 886310 h 3912503"/>
              <a:gd name="connsiteX2881" fmla="*/ 3392143 w 12192528"/>
              <a:gd name="connsiteY2881" fmla="*/ 884238 h 3912503"/>
              <a:gd name="connsiteX2882" fmla="*/ 3400193 w 12192528"/>
              <a:gd name="connsiteY2882" fmla="*/ 888225 h 3912503"/>
              <a:gd name="connsiteX2883" fmla="*/ 3404755 w 12192528"/>
              <a:gd name="connsiteY2883" fmla="*/ 890638 h 3912503"/>
              <a:gd name="connsiteX2884" fmla="*/ 3409854 w 12192528"/>
              <a:gd name="connsiteY2884" fmla="*/ 894925 h 3912503"/>
              <a:gd name="connsiteX2885" fmla="*/ 3413074 w 12192528"/>
              <a:gd name="connsiteY2885" fmla="*/ 899214 h 3912503"/>
              <a:gd name="connsiteX2886" fmla="*/ 3416832 w 12192528"/>
              <a:gd name="connsiteY2886" fmla="*/ 911007 h 3912503"/>
              <a:gd name="connsiteX2887" fmla="*/ 3419516 w 12192528"/>
              <a:gd name="connsiteY2887" fmla="*/ 918244 h 3912503"/>
              <a:gd name="connsiteX2888" fmla="*/ 3419516 w 12192528"/>
              <a:gd name="connsiteY2888" fmla="*/ 921460 h 3912503"/>
              <a:gd name="connsiteX2889" fmla="*/ 3416295 w 12192528"/>
              <a:gd name="connsiteY2889" fmla="*/ 927893 h 3912503"/>
              <a:gd name="connsiteX2890" fmla="*/ 3409049 w 12192528"/>
              <a:gd name="connsiteY2890" fmla="*/ 937542 h 3912503"/>
              <a:gd name="connsiteX2891" fmla="*/ 3407171 w 12192528"/>
              <a:gd name="connsiteY2891" fmla="*/ 941294 h 3912503"/>
              <a:gd name="connsiteX2892" fmla="*/ 3403950 w 12192528"/>
              <a:gd name="connsiteY2892" fmla="*/ 942634 h 3912503"/>
              <a:gd name="connsiteX2893" fmla="*/ 3397778 w 12192528"/>
              <a:gd name="connsiteY2893" fmla="*/ 944510 h 3912503"/>
              <a:gd name="connsiteX2894" fmla="*/ 3395631 w 12192528"/>
              <a:gd name="connsiteY2894" fmla="*/ 945583 h 3912503"/>
              <a:gd name="connsiteX2895" fmla="*/ 3387043 w 12192528"/>
              <a:gd name="connsiteY2895" fmla="*/ 946655 h 3912503"/>
              <a:gd name="connsiteX2896" fmla="*/ 3385164 w 12192528"/>
              <a:gd name="connsiteY2896" fmla="*/ 947191 h 3912503"/>
              <a:gd name="connsiteX2897" fmla="*/ 3366110 w 12192528"/>
              <a:gd name="connsiteY2897" fmla="*/ 935130 h 3912503"/>
              <a:gd name="connsiteX2898" fmla="*/ 3360205 w 12192528"/>
              <a:gd name="connsiteY2898" fmla="*/ 924141 h 3912503"/>
              <a:gd name="connsiteX2899" fmla="*/ 3358327 w 12192528"/>
              <a:gd name="connsiteY2899" fmla="*/ 919584 h 3912503"/>
              <a:gd name="connsiteX2900" fmla="*/ 3358059 w 12192528"/>
              <a:gd name="connsiteY2900" fmla="*/ 915028 h 3912503"/>
              <a:gd name="connsiteX2901" fmla="*/ 3358864 w 12192528"/>
              <a:gd name="connsiteY2901" fmla="*/ 911544 h 3912503"/>
              <a:gd name="connsiteX2902" fmla="*/ 3360205 w 12192528"/>
              <a:gd name="connsiteY2902" fmla="*/ 904306 h 3912503"/>
              <a:gd name="connsiteX2903" fmla="*/ 3360474 w 12192528"/>
              <a:gd name="connsiteY2903" fmla="*/ 901627 h 3912503"/>
              <a:gd name="connsiteX2904" fmla="*/ 3361279 w 12192528"/>
              <a:gd name="connsiteY2904" fmla="*/ 895194 h 3912503"/>
              <a:gd name="connsiteX2905" fmla="*/ 3374697 w 12192528"/>
              <a:gd name="connsiteY2905" fmla="*/ 884741 h 3912503"/>
              <a:gd name="connsiteX2906" fmla="*/ 3383286 w 12192528"/>
              <a:gd name="connsiteY2906" fmla="*/ 884473 h 3912503"/>
              <a:gd name="connsiteX2907" fmla="*/ 3392143 w 12192528"/>
              <a:gd name="connsiteY2907" fmla="*/ 884238 h 3912503"/>
              <a:gd name="connsiteX2908" fmla="*/ 1910634 w 12192528"/>
              <a:gd name="connsiteY2908" fmla="*/ 866913 h 3912503"/>
              <a:gd name="connsiteX2909" fmla="*/ 1911132 w 12192528"/>
              <a:gd name="connsiteY2909" fmla="*/ 867030 h 3912503"/>
              <a:gd name="connsiteX2910" fmla="*/ 1910865 w 12192528"/>
              <a:gd name="connsiteY2910" fmla="*/ 867297 h 3912503"/>
              <a:gd name="connsiteX2911" fmla="*/ 9115444 w 12192528"/>
              <a:gd name="connsiteY2911" fmla="*/ 772706 h 3912503"/>
              <a:gd name="connsiteX2912" fmla="*/ 8077569 w 12192528"/>
              <a:gd name="connsiteY2912" fmla="*/ 1027604 h 3912503"/>
              <a:gd name="connsiteX2913" fmla="*/ 7251775 w 12192528"/>
              <a:gd name="connsiteY2913" fmla="*/ 1671704 h 3912503"/>
              <a:gd name="connsiteX2914" fmla="*/ 7205815 w 12192528"/>
              <a:gd name="connsiteY2914" fmla="*/ 1733750 h 3912503"/>
              <a:gd name="connsiteX2915" fmla="*/ 7242727 w 12192528"/>
              <a:gd name="connsiteY2915" fmla="*/ 1783425 h 3912503"/>
              <a:gd name="connsiteX2916" fmla="*/ 7382865 w 12192528"/>
              <a:gd name="connsiteY2916" fmla="*/ 1612347 h 3912503"/>
              <a:gd name="connsiteX2917" fmla="*/ 7613795 w 12192528"/>
              <a:gd name="connsiteY2917" fmla="*/ 1393033 h 3912503"/>
              <a:gd name="connsiteX2918" fmla="*/ 7617848 w 12192528"/>
              <a:gd name="connsiteY2918" fmla="*/ 1391717 h 3912503"/>
              <a:gd name="connsiteX2919" fmla="*/ 7621901 w 12192528"/>
              <a:gd name="connsiteY2919" fmla="*/ 1390403 h 3912503"/>
              <a:gd name="connsiteX2920" fmla="*/ 7627267 w 12192528"/>
              <a:gd name="connsiteY2920" fmla="*/ 1393140 h 3912503"/>
              <a:gd name="connsiteX2921" fmla="*/ 7620475 w 12192528"/>
              <a:gd name="connsiteY2921" fmla="*/ 1399822 h 3912503"/>
              <a:gd name="connsiteX2922" fmla="*/ 7623104 w 12192528"/>
              <a:gd name="connsiteY2922" fmla="*/ 1407929 h 3912503"/>
              <a:gd name="connsiteX2923" fmla="*/ 7629895 w 12192528"/>
              <a:gd name="connsiteY2923" fmla="*/ 1401247 h 3912503"/>
              <a:gd name="connsiteX2924" fmla="*/ 7632633 w 12192528"/>
              <a:gd name="connsiteY2924" fmla="*/ 1395880 h 3912503"/>
              <a:gd name="connsiteX2925" fmla="*/ 7636688 w 12192528"/>
              <a:gd name="connsiteY2925" fmla="*/ 1394565 h 3912503"/>
              <a:gd name="connsiteX2926" fmla="*/ 7650160 w 12192528"/>
              <a:gd name="connsiteY2926" fmla="*/ 1394674 h 3912503"/>
              <a:gd name="connsiteX2927" fmla="*/ 7650272 w 12192528"/>
              <a:gd name="connsiteY2927" fmla="*/ 1381201 h 3912503"/>
              <a:gd name="connsiteX2928" fmla="*/ 7643478 w 12192528"/>
              <a:gd name="connsiteY2928" fmla="*/ 1387882 h 3912503"/>
              <a:gd name="connsiteX2929" fmla="*/ 7644902 w 12192528"/>
              <a:gd name="connsiteY2929" fmla="*/ 1378463 h 3912503"/>
              <a:gd name="connsiteX2930" fmla="*/ 7634061 w 12192528"/>
              <a:gd name="connsiteY2930" fmla="*/ 1386459 h 3912503"/>
              <a:gd name="connsiteX2931" fmla="*/ 7631320 w 12192528"/>
              <a:gd name="connsiteY2931" fmla="*/ 1391825 h 3912503"/>
              <a:gd name="connsiteX2932" fmla="*/ 7632745 w 12192528"/>
              <a:gd name="connsiteY2932" fmla="*/ 1382406 h 3912503"/>
              <a:gd name="connsiteX2933" fmla="*/ 7636797 w 12192528"/>
              <a:gd name="connsiteY2933" fmla="*/ 1381092 h 3912503"/>
              <a:gd name="connsiteX2934" fmla="*/ 7639534 w 12192528"/>
              <a:gd name="connsiteY2934" fmla="*/ 1375724 h 3912503"/>
              <a:gd name="connsiteX2935" fmla="*/ 7638222 w 12192528"/>
              <a:gd name="connsiteY2935" fmla="*/ 1371671 h 3912503"/>
              <a:gd name="connsiteX2936" fmla="*/ 7807676 w 12192528"/>
              <a:gd name="connsiteY2936" fmla="*/ 1245043 h 3912503"/>
              <a:gd name="connsiteX2937" fmla="*/ 7821147 w 12192528"/>
              <a:gd name="connsiteY2937" fmla="*/ 1245151 h 3912503"/>
              <a:gd name="connsiteX2938" fmla="*/ 7819835 w 12192528"/>
              <a:gd name="connsiteY2938" fmla="*/ 1241098 h 3912503"/>
              <a:gd name="connsiteX2939" fmla="*/ 8446164 w 12192528"/>
              <a:gd name="connsiteY2939" fmla="*/ 934926 h 3912503"/>
              <a:gd name="connsiteX2940" fmla="*/ 9051144 w 12192528"/>
              <a:gd name="connsiteY2940" fmla="*/ 817119 h 3912503"/>
              <a:gd name="connsiteX2941" fmla="*/ 9238369 w 12192528"/>
              <a:gd name="connsiteY2941" fmla="*/ 811665 h 3912503"/>
              <a:gd name="connsiteX2942" fmla="*/ 9243782 w 12192528"/>
              <a:gd name="connsiteY2942" fmla="*/ 808270 h 3912503"/>
              <a:gd name="connsiteX2943" fmla="*/ 9253012 w 12192528"/>
              <a:gd name="connsiteY2943" fmla="*/ 807982 h 3912503"/>
              <a:gd name="connsiteX2944" fmla="*/ 9271179 w 12192528"/>
              <a:gd name="connsiteY2944" fmla="*/ 812014 h 3912503"/>
              <a:gd name="connsiteX2945" fmla="*/ 9271671 w 12192528"/>
              <a:gd name="connsiteY2945" fmla="*/ 812274 h 3912503"/>
              <a:gd name="connsiteX2946" fmla="*/ 9451272 w 12192528"/>
              <a:gd name="connsiteY2946" fmla="*/ 821504 h 3912503"/>
              <a:gd name="connsiteX2947" fmla="*/ 9590974 w 12192528"/>
              <a:gd name="connsiteY2947" fmla="*/ 838534 h 3912503"/>
              <a:gd name="connsiteX2948" fmla="*/ 9591470 w 12192528"/>
              <a:gd name="connsiteY2948" fmla="*/ 836596 h 3912503"/>
              <a:gd name="connsiteX2949" fmla="*/ 9596753 w 12192528"/>
              <a:gd name="connsiteY2949" fmla="*/ 810527 h 3912503"/>
              <a:gd name="connsiteX2950" fmla="*/ 9463346 w 12192528"/>
              <a:gd name="connsiteY2950" fmla="*/ 787951 h 3912503"/>
              <a:gd name="connsiteX2951" fmla="*/ 9115444 w 12192528"/>
              <a:gd name="connsiteY2951" fmla="*/ 772706 h 3912503"/>
              <a:gd name="connsiteX2952" fmla="*/ 6242071 w 12192528"/>
              <a:gd name="connsiteY2952" fmla="*/ 762265 h 3912503"/>
              <a:gd name="connsiteX2953" fmla="*/ 6241886 w 12192528"/>
              <a:gd name="connsiteY2953" fmla="*/ 762573 h 3912503"/>
              <a:gd name="connsiteX2954" fmla="*/ 6241671 w 12192528"/>
              <a:gd name="connsiteY2954" fmla="*/ 762360 h 3912503"/>
              <a:gd name="connsiteX2955" fmla="*/ 10401737 w 12192528"/>
              <a:gd name="connsiteY2955" fmla="*/ 760139 h 3912503"/>
              <a:gd name="connsiteX2956" fmla="*/ 10401520 w 12192528"/>
              <a:gd name="connsiteY2956" fmla="*/ 760500 h 3912503"/>
              <a:gd name="connsiteX2957" fmla="*/ 10401269 w 12192528"/>
              <a:gd name="connsiteY2957" fmla="*/ 760249 h 3912503"/>
              <a:gd name="connsiteX2958" fmla="*/ 7328010 w 12192528"/>
              <a:gd name="connsiteY2958" fmla="*/ 760139 h 3912503"/>
              <a:gd name="connsiteX2959" fmla="*/ 7327792 w 12192528"/>
              <a:gd name="connsiteY2959" fmla="*/ 760499 h 3912503"/>
              <a:gd name="connsiteX2960" fmla="*/ 7327541 w 12192528"/>
              <a:gd name="connsiteY2960" fmla="*/ 760249 h 3912503"/>
              <a:gd name="connsiteX2961" fmla="*/ 2045919 w 12192528"/>
              <a:gd name="connsiteY2961" fmla="*/ 751404 h 3912503"/>
              <a:gd name="connsiteX2962" fmla="*/ 2051732 w 12192528"/>
              <a:gd name="connsiteY2962" fmla="*/ 752842 h 3912503"/>
              <a:gd name="connsiteX2963" fmla="*/ 2072306 w 12192528"/>
              <a:gd name="connsiteY2963" fmla="*/ 768869 h 3912503"/>
              <a:gd name="connsiteX2964" fmla="*/ 2073541 w 12192528"/>
              <a:gd name="connsiteY2964" fmla="*/ 778732 h 3912503"/>
              <a:gd name="connsiteX2965" fmla="*/ 2073951 w 12192528"/>
              <a:gd name="connsiteY2965" fmla="*/ 782841 h 3912503"/>
              <a:gd name="connsiteX2966" fmla="*/ 2076008 w 12192528"/>
              <a:gd name="connsiteY2966" fmla="*/ 793936 h 3912503"/>
              <a:gd name="connsiteX2967" fmla="*/ 2077244 w 12192528"/>
              <a:gd name="connsiteY2967" fmla="*/ 799279 h 3912503"/>
              <a:gd name="connsiteX2968" fmla="*/ 2076831 w 12192528"/>
              <a:gd name="connsiteY2968" fmla="*/ 806266 h 3912503"/>
              <a:gd name="connsiteX2969" fmla="*/ 2073951 w 12192528"/>
              <a:gd name="connsiteY2969" fmla="*/ 813251 h 3912503"/>
              <a:gd name="connsiteX2970" fmla="*/ 2064899 w 12192528"/>
              <a:gd name="connsiteY2970" fmla="*/ 830101 h 3912503"/>
              <a:gd name="connsiteX2971" fmla="*/ 2035684 w 12192528"/>
              <a:gd name="connsiteY2971" fmla="*/ 848594 h 3912503"/>
              <a:gd name="connsiteX2972" fmla="*/ 2032804 w 12192528"/>
              <a:gd name="connsiteY2972" fmla="*/ 847771 h 3912503"/>
              <a:gd name="connsiteX2973" fmla="*/ 2019637 w 12192528"/>
              <a:gd name="connsiteY2973" fmla="*/ 846127 h 3912503"/>
              <a:gd name="connsiteX2974" fmla="*/ 2016345 w 12192528"/>
              <a:gd name="connsiteY2974" fmla="*/ 844483 h 3912503"/>
              <a:gd name="connsiteX2975" fmla="*/ 2006881 w 12192528"/>
              <a:gd name="connsiteY2975" fmla="*/ 841607 h 3912503"/>
              <a:gd name="connsiteX2976" fmla="*/ 2001944 w 12192528"/>
              <a:gd name="connsiteY2976" fmla="*/ 839553 h 3912503"/>
              <a:gd name="connsiteX2977" fmla="*/ 1999063 w 12192528"/>
              <a:gd name="connsiteY2977" fmla="*/ 833799 h 3912503"/>
              <a:gd name="connsiteX2978" fmla="*/ 1987953 w 12192528"/>
              <a:gd name="connsiteY2978" fmla="*/ 819004 h 3912503"/>
              <a:gd name="connsiteX2979" fmla="*/ 1983016 w 12192528"/>
              <a:gd name="connsiteY2979" fmla="*/ 809142 h 3912503"/>
              <a:gd name="connsiteX2980" fmla="*/ 1983016 w 12192528"/>
              <a:gd name="connsiteY2980" fmla="*/ 804211 h 3912503"/>
              <a:gd name="connsiteX2981" fmla="*/ 1987130 w 12192528"/>
              <a:gd name="connsiteY2981" fmla="*/ 793116 h 3912503"/>
              <a:gd name="connsiteX2982" fmla="*/ 1992891 w 12192528"/>
              <a:gd name="connsiteY2982" fmla="*/ 775034 h 3912503"/>
              <a:gd name="connsiteX2983" fmla="*/ 1997829 w 12192528"/>
              <a:gd name="connsiteY2983" fmla="*/ 768459 h 3912503"/>
              <a:gd name="connsiteX2984" fmla="*/ 2005647 w 12192528"/>
              <a:gd name="connsiteY2984" fmla="*/ 761882 h 3912503"/>
              <a:gd name="connsiteX2985" fmla="*/ 2012642 w 12192528"/>
              <a:gd name="connsiteY2985" fmla="*/ 758184 h 3912503"/>
              <a:gd name="connsiteX2986" fmla="*/ 2024986 w 12192528"/>
              <a:gd name="connsiteY2986" fmla="*/ 752072 h 3912503"/>
              <a:gd name="connsiteX2987" fmla="*/ 2038565 w 12192528"/>
              <a:gd name="connsiteY2987" fmla="*/ 752432 h 3912503"/>
              <a:gd name="connsiteX2988" fmla="*/ 2045919 w 12192528"/>
              <a:gd name="connsiteY2988" fmla="*/ 751404 h 3912503"/>
              <a:gd name="connsiteX2989" fmla="*/ 1797831 w 12192528"/>
              <a:gd name="connsiteY2989" fmla="*/ 733924 h 3912503"/>
              <a:gd name="connsiteX2990" fmla="*/ 1814380 w 12192528"/>
              <a:gd name="connsiteY2990" fmla="*/ 735013 h 3912503"/>
              <a:gd name="connsiteX2991" fmla="*/ 1827665 w 12192528"/>
              <a:gd name="connsiteY2991" fmla="*/ 738495 h 3912503"/>
              <a:gd name="connsiteX2992" fmla="*/ 1832021 w 12192528"/>
              <a:gd name="connsiteY2992" fmla="*/ 737842 h 3912503"/>
              <a:gd name="connsiteX2993" fmla="*/ 1834198 w 12192528"/>
              <a:gd name="connsiteY2993" fmla="*/ 735013 h 3912503"/>
              <a:gd name="connsiteX2994" fmla="*/ 1837682 w 12192528"/>
              <a:gd name="connsiteY2994" fmla="*/ 734142 h 3912503"/>
              <a:gd name="connsiteX2995" fmla="*/ 1837900 w 12192528"/>
              <a:gd name="connsiteY2995" fmla="*/ 738060 h 3912503"/>
              <a:gd name="connsiteX2996" fmla="*/ 1836811 w 12192528"/>
              <a:gd name="connsiteY2996" fmla="*/ 739800 h 3912503"/>
              <a:gd name="connsiteX2997" fmla="*/ 1840513 w 12192528"/>
              <a:gd name="connsiteY2997" fmla="*/ 748725 h 3912503"/>
              <a:gd name="connsiteX2998" fmla="*/ 1843562 w 12192528"/>
              <a:gd name="connsiteY2998" fmla="*/ 749160 h 3912503"/>
              <a:gd name="connsiteX2999" fmla="*/ 1847265 w 12192528"/>
              <a:gd name="connsiteY2999" fmla="*/ 751554 h 3912503"/>
              <a:gd name="connsiteX3000" fmla="*/ 1845521 w 12192528"/>
              <a:gd name="connsiteY3000" fmla="*/ 755037 h 3912503"/>
              <a:gd name="connsiteX3001" fmla="*/ 1845739 w 12192528"/>
              <a:gd name="connsiteY3001" fmla="*/ 760259 h 3912503"/>
              <a:gd name="connsiteX3002" fmla="*/ 1851402 w 12192528"/>
              <a:gd name="connsiteY3002" fmla="*/ 770055 h 3912503"/>
              <a:gd name="connsiteX3003" fmla="*/ 1855974 w 12192528"/>
              <a:gd name="connsiteY3003" fmla="*/ 774409 h 3912503"/>
              <a:gd name="connsiteX3004" fmla="*/ 1858370 w 12192528"/>
              <a:gd name="connsiteY3004" fmla="*/ 775714 h 3912503"/>
              <a:gd name="connsiteX3005" fmla="*/ 1857064 w 12192528"/>
              <a:gd name="connsiteY3005" fmla="*/ 778108 h 3912503"/>
              <a:gd name="connsiteX3006" fmla="*/ 1852708 w 12192528"/>
              <a:gd name="connsiteY3006" fmla="*/ 782896 h 3912503"/>
              <a:gd name="connsiteX3007" fmla="*/ 1852708 w 12192528"/>
              <a:gd name="connsiteY3007" fmla="*/ 794868 h 3912503"/>
              <a:gd name="connsiteX3008" fmla="*/ 1857499 w 12192528"/>
              <a:gd name="connsiteY3008" fmla="*/ 807275 h 3912503"/>
              <a:gd name="connsiteX3009" fmla="*/ 1853143 w 12192528"/>
              <a:gd name="connsiteY3009" fmla="*/ 810103 h 3912503"/>
              <a:gd name="connsiteX3010" fmla="*/ 1848570 w 12192528"/>
              <a:gd name="connsiteY3010" fmla="*/ 806404 h 3912503"/>
              <a:gd name="connsiteX3011" fmla="*/ 1842691 w 12192528"/>
              <a:gd name="connsiteY3011" fmla="*/ 805098 h 3912503"/>
              <a:gd name="connsiteX3012" fmla="*/ 1843779 w 12192528"/>
              <a:gd name="connsiteY3012" fmla="*/ 811846 h 3912503"/>
              <a:gd name="connsiteX3013" fmla="*/ 1846829 w 12192528"/>
              <a:gd name="connsiteY3013" fmla="*/ 814674 h 3912503"/>
              <a:gd name="connsiteX3014" fmla="*/ 1847482 w 12192528"/>
              <a:gd name="connsiteY3014" fmla="*/ 818592 h 3912503"/>
              <a:gd name="connsiteX3015" fmla="*/ 1843779 w 12192528"/>
              <a:gd name="connsiteY3015" fmla="*/ 818158 h 3912503"/>
              <a:gd name="connsiteX3016" fmla="*/ 1839860 w 12192528"/>
              <a:gd name="connsiteY3016" fmla="*/ 815545 h 3912503"/>
              <a:gd name="connsiteX3017" fmla="*/ 1834198 w 12192528"/>
              <a:gd name="connsiteY3017" fmla="*/ 816198 h 3912503"/>
              <a:gd name="connsiteX3018" fmla="*/ 1834198 w 12192528"/>
              <a:gd name="connsiteY3018" fmla="*/ 820987 h 3912503"/>
              <a:gd name="connsiteX3019" fmla="*/ 1855757 w 12192528"/>
              <a:gd name="connsiteY3019" fmla="*/ 827298 h 3912503"/>
              <a:gd name="connsiteX3020" fmla="*/ 1860983 w 12192528"/>
              <a:gd name="connsiteY3020" fmla="*/ 829258 h 3912503"/>
              <a:gd name="connsiteX3021" fmla="*/ 1869911 w 12192528"/>
              <a:gd name="connsiteY3021" fmla="*/ 840575 h 3912503"/>
              <a:gd name="connsiteX3022" fmla="*/ 1873179 w 12192528"/>
              <a:gd name="connsiteY3022" fmla="*/ 844493 h 3912503"/>
              <a:gd name="connsiteX3023" fmla="*/ 1876880 w 12192528"/>
              <a:gd name="connsiteY3023" fmla="*/ 858860 h 3912503"/>
              <a:gd name="connsiteX3024" fmla="*/ 1877316 w 12192528"/>
              <a:gd name="connsiteY3024" fmla="*/ 869089 h 3912503"/>
              <a:gd name="connsiteX3025" fmla="*/ 1881452 w 12192528"/>
              <a:gd name="connsiteY3025" fmla="*/ 876490 h 3912503"/>
              <a:gd name="connsiteX3026" fmla="*/ 1882107 w 12192528"/>
              <a:gd name="connsiteY3026" fmla="*/ 876490 h 3912503"/>
              <a:gd name="connsiteX3027" fmla="*/ 1886244 w 12192528"/>
              <a:gd name="connsiteY3027" fmla="*/ 879102 h 3912503"/>
              <a:gd name="connsiteX3028" fmla="*/ 1883196 w 12192528"/>
              <a:gd name="connsiteY3028" fmla="*/ 881495 h 3912503"/>
              <a:gd name="connsiteX3029" fmla="*/ 1874703 w 12192528"/>
              <a:gd name="connsiteY3029" fmla="*/ 898255 h 3912503"/>
              <a:gd name="connsiteX3030" fmla="*/ 1872090 w 12192528"/>
              <a:gd name="connsiteY3030" fmla="*/ 903479 h 3912503"/>
              <a:gd name="connsiteX3031" fmla="*/ 1868170 w 12192528"/>
              <a:gd name="connsiteY3031" fmla="*/ 905220 h 3912503"/>
              <a:gd name="connsiteX3032" fmla="*/ 1866209 w 12192528"/>
              <a:gd name="connsiteY3032" fmla="*/ 909357 h 3912503"/>
              <a:gd name="connsiteX3033" fmla="*/ 1867184 w 12192528"/>
              <a:gd name="connsiteY3033" fmla="*/ 910738 h 3912503"/>
              <a:gd name="connsiteX3034" fmla="*/ 1850164 w 12192528"/>
              <a:gd name="connsiteY3034" fmla="*/ 927666 h 3912503"/>
              <a:gd name="connsiteX3035" fmla="*/ 1850530 w 12192528"/>
              <a:gd name="connsiteY3035" fmla="*/ 924374 h 3912503"/>
              <a:gd name="connsiteX3036" fmla="*/ 1849006 w 12192528"/>
              <a:gd name="connsiteY3036" fmla="*/ 920674 h 3912503"/>
              <a:gd name="connsiteX3037" fmla="*/ 1845086 w 12192528"/>
              <a:gd name="connsiteY3037" fmla="*/ 922197 h 3912503"/>
              <a:gd name="connsiteX3038" fmla="*/ 1843779 w 12192528"/>
              <a:gd name="connsiteY3038" fmla="*/ 925028 h 3912503"/>
              <a:gd name="connsiteX3039" fmla="*/ 1837247 w 12192528"/>
              <a:gd name="connsiteY3039" fmla="*/ 926115 h 3912503"/>
              <a:gd name="connsiteX3040" fmla="*/ 1834416 w 12192528"/>
              <a:gd name="connsiteY3040" fmla="*/ 924157 h 3912503"/>
              <a:gd name="connsiteX3041" fmla="*/ 1832456 w 12192528"/>
              <a:gd name="connsiteY3041" fmla="*/ 927204 h 3912503"/>
              <a:gd name="connsiteX3042" fmla="*/ 1831802 w 12192528"/>
              <a:gd name="connsiteY3042" fmla="*/ 929816 h 3912503"/>
              <a:gd name="connsiteX3043" fmla="*/ 1829842 w 12192528"/>
              <a:gd name="connsiteY3043" fmla="*/ 932727 h 3912503"/>
              <a:gd name="connsiteX3044" fmla="*/ 1826576 w 12192528"/>
              <a:gd name="connsiteY3044" fmla="*/ 931557 h 3912503"/>
              <a:gd name="connsiteX3045" fmla="*/ 1819389 w 12192528"/>
              <a:gd name="connsiteY3045" fmla="*/ 925245 h 3912503"/>
              <a:gd name="connsiteX3046" fmla="*/ 1809808 w 12192528"/>
              <a:gd name="connsiteY3046" fmla="*/ 923068 h 3912503"/>
              <a:gd name="connsiteX3047" fmla="*/ 1804145 w 12192528"/>
              <a:gd name="connsiteY3047" fmla="*/ 921327 h 3912503"/>
              <a:gd name="connsiteX3048" fmla="*/ 1790863 w 12192528"/>
              <a:gd name="connsiteY3048" fmla="*/ 915015 h 3912503"/>
              <a:gd name="connsiteX3049" fmla="*/ 1788684 w 12192528"/>
              <a:gd name="connsiteY3049" fmla="*/ 913274 h 3912503"/>
              <a:gd name="connsiteX3050" fmla="*/ 1777143 w 12192528"/>
              <a:gd name="connsiteY3050" fmla="*/ 885196 h 3912503"/>
              <a:gd name="connsiteX3051" fmla="*/ 1776924 w 12192528"/>
              <a:gd name="connsiteY3051" fmla="*/ 879972 h 3912503"/>
              <a:gd name="connsiteX3052" fmla="*/ 1779974 w 12192528"/>
              <a:gd name="connsiteY3052" fmla="*/ 867349 h 3912503"/>
              <a:gd name="connsiteX3053" fmla="*/ 1781716 w 12192528"/>
              <a:gd name="connsiteY3053" fmla="*/ 856465 h 3912503"/>
              <a:gd name="connsiteX3054" fmla="*/ 1783458 w 12192528"/>
              <a:gd name="connsiteY3054" fmla="*/ 852982 h 3912503"/>
              <a:gd name="connsiteX3055" fmla="*/ 1796307 w 12192528"/>
              <a:gd name="connsiteY3055" fmla="*/ 837747 h 3912503"/>
              <a:gd name="connsiteX3056" fmla="*/ 1797612 w 12192528"/>
              <a:gd name="connsiteY3056" fmla="*/ 835352 h 3912503"/>
              <a:gd name="connsiteX3057" fmla="*/ 1788466 w 12192528"/>
              <a:gd name="connsiteY3057" fmla="*/ 823380 h 3912503"/>
              <a:gd name="connsiteX3058" fmla="*/ 1776272 w 12192528"/>
              <a:gd name="connsiteY3058" fmla="*/ 816198 h 3912503"/>
              <a:gd name="connsiteX3059" fmla="*/ 1763422 w 12192528"/>
              <a:gd name="connsiteY3059" fmla="*/ 801398 h 3912503"/>
              <a:gd name="connsiteX3060" fmla="*/ 1763641 w 12192528"/>
              <a:gd name="connsiteY3060" fmla="*/ 798132 h 3912503"/>
              <a:gd name="connsiteX3061" fmla="*/ 1762770 w 12192528"/>
              <a:gd name="connsiteY3061" fmla="*/ 790080 h 3912503"/>
              <a:gd name="connsiteX3062" fmla="*/ 1762117 w 12192528"/>
              <a:gd name="connsiteY3062" fmla="*/ 780503 h 3912503"/>
              <a:gd name="connsiteX3063" fmla="*/ 1764948 w 12192528"/>
              <a:gd name="connsiteY3063" fmla="*/ 773755 h 3912503"/>
              <a:gd name="connsiteX3064" fmla="*/ 1770827 w 12192528"/>
              <a:gd name="connsiteY3064" fmla="*/ 754166 h 3912503"/>
              <a:gd name="connsiteX3065" fmla="*/ 1780410 w 12192528"/>
              <a:gd name="connsiteY3065" fmla="*/ 742631 h 3912503"/>
              <a:gd name="connsiteX3066" fmla="*/ 1782587 w 12192528"/>
              <a:gd name="connsiteY3066" fmla="*/ 741107 h 3912503"/>
              <a:gd name="connsiteX3067" fmla="*/ 1793911 w 12192528"/>
              <a:gd name="connsiteY3067" fmla="*/ 735882 h 3912503"/>
              <a:gd name="connsiteX3068" fmla="*/ 1797831 w 12192528"/>
              <a:gd name="connsiteY3068" fmla="*/ 733924 h 3912503"/>
              <a:gd name="connsiteX3069" fmla="*/ 3697078 w 12192528"/>
              <a:gd name="connsiteY3069" fmla="*/ 730896 h 3912503"/>
              <a:gd name="connsiteX3070" fmla="*/ 3707231 w 12192528"/>
              <a:gd name="connsiteY3070" fmla="*/ 732450 h 3912503"/>
              <a:gd name="connsiteX3071" fmla="*/ 3715822 w 12192528"/>
              <a:gd name="connsiteY3071" fmla="*/ 737892 h 3912503"/>
              <a:gd name="connsiteX3072" fmla="*/ 3720507 w 12192528"/>
              <a:gd name="connsiteY3072" fmla="*/ 743335 h 3912503"/>
              <a:gd name="connsiteX3073" fmla="*/ 3720507 w 12192528"/>
              <a:gd name="connsiteY3073" fmla="*/ 757329 h 3912503"/>
              <a:gd name="connsiteX3074" fmla="*/ 3711917 w 12192528"/>
              <a:gd name="connsiteY3074" fmla="*/ 765880 h 3912503"/>
              <a:gd name="connsiteX3075" fmla="*/ 3706451 w 12192528"/>
              <a:gd name="connsiteY3075" fmla="*/ 775987 h 3912503"/>
              <a:gd name="connsiteX3076" fmla="*/ 3702155 w 12192528"/>
              <a:gd name="connsiteY3076" fmla="*/ 786484 h 3912503"/>
              <a:gd name="connsiteX3077" fmla="*/ 3696298 w 12192528"/>
              <a:gd name="connsiteY3077" fmla="*/ 793480 h 3912503"/>
              <a:gd name="connsiteX3078" fmla="*/ 3687707 w 12192528"/>
              <a:gd name="connsiteY3078" fmla="*/ 797756 h 3912503"/>
              <a:gd name="connsiteX3079" fmla="*/ 3679898 w 12192528"/>
              <a:gd name="connsiteY3079" fmla="*/ 797756 h 3912503"/>
              <a:gd name="connsiteX3080" fmla="*/ 3678726 w 12192528"/>
              <a:gd name="connsiteY3080" fmla="*/ 796201 h 3912503"/>
              <a:gd name="connsiteX3081" fmla="*/ 3667794 w 12192528"/>
              <a:gd name="connsiteY3081" fmla="*/ 787649 h 3912503"/>
              <a:gd name="connsiteX3082" fmla="*/ 3664279 w 12192528"/>
              <a:gd name="connsiteY3082" fmla="*/ 774433 h 3912503"/>
              <a:gd name="connsiteX3083" fmla="*/ 3669745 w 12192528"/>
              <a:gd name="connsiteY3083" fmla="*/ 758884 h 3912503"/>
              <a:gd name="connsiteX3084" fmla="*/ 3675603 w 12192528"/>
              <a:gd name="connsiteY3084" fmla="*/ 755385 h 3912503"/>
              <a:gd name="connsiteX3085" fmla="*/ 3683021 w 12192528"/>
              <a:gd name="connsiteY3085" fmla="*/ 746056 h 3912503"/>
              <a:gd name="connsiteX3086" fmla="*/ 3685364 w 12192528"/>
              <a:gd name="connsiteY3086" fmla="*/ 741780 h 3912503"/>
              <a:gd name="connsiteX3087" fmla="*/ 3697078 w 12192528"/>
              <a:gd name="connsiteY3087" fmla="*/ 730896 h 3912503"/>
              <a:gd name="connsiteX3088" fmla="*/ 2342912 w 12192528"/>
              <a:gd name="connsiteY3088" fmla="*/ 728298 h 3912503"/>
              <a:gd name="connsiteX3089" fmla="*/ 2351485 w 12192528"/>
              <a:gd name="connsiteY3089" fmla="*/ 732545 h 3912503"/>
              <a:gd name="connsiteX3090" fmla="*/ 2356345 w 12192528"/>
              <a:gd name="connsiteY3090" fmla="*/ 735114 h 3912503"/>
              <a:gd name="connsiteX3091" fmla="*/ 2361775 w 12192528"/>
              <a:gd name="connsiteY3091" fmla="*/ 739680 h 3912503"/>
              <a:gd name="connsiteX3092" fmla="*/ 2365204 w 12192528"/>
              <a:gd name="connsiteY3092" fmla="*/ 744248 h 3912503"/>
              <a:gd name="connsiteX3093" fmla="*/ 2369205 w 12192528"/>
              <a:gd name="connsiteY3093" fmla="*/ 756807 h 3912503"/>
              <a:gd name="connsiteX3094" fmla="*/ 2372063 w 12192528"/>
              <a:gd name="connsiteY3094" fmla="*/ 764514 h 3912503"/>
              <a:gd name="connsiteX3095" fmla="*/ 2372063 w 12192528"/>
              <a:gd name="connsiteY3095" fmla="*/ 767939 h 3912503"/>
              <a:gd name="connsiteX3096" fmla="*/ 2368634 w 12192528"/>
              <a:gd name="connsiteY3096" fmla="*/ 774790 h 3912503"/>
              <a:gd name="connsiteX3097" fmla="*/ 2360917 w 12192528"/>
              <a:gd name="connsiteY3097" fmla="*/ 785066 h 3912503"/>
              <a:gd name="connsiteX3098" fmla="*/ 2358916 w 12192528"/>
              <a:gd name="connsiteY3098" fmla="*/ 789062 h 3912503"/>
              <a:gd name="connsiteX3099" fmla="*/ 2355487 w 12192528"/>
              <a:gd name="connsiteY3099" fmla="*/ 790489 h 3912503"/>
              <a:gd name="connsiteX3100" fmla="*/ 2348913 w 12192528"/>
              <a:gd name="connsiteY3100" fmla="*/ 792487 h 3912503"/>
              <a:gd name="connsiteX3101" fmla="*/ 2346627 w 12192528"/>
              <a:gd name="connsiteY3101" fmla="*/ 793629 h 3912503"/>
              <a:gd name="connsiteX3102" fmla="*/ 2337482 w 12192528"/>
              <a:gd name="connsiteY3102" fmla="*/ 794771 h 3912503"/>
              <a:gd name="connsiteX3103" fmla="*/ 2335481 w 12192528"/>
              <a:gd name="connsiteY3103" fmla="*/ 795342 h 3912503"/>
              <a:gd name="connsiteX3104" fmla="*/ 2315189 w 12192528"/>
              <a:gd name="connsiteY3104" fmla="*/ 782497 h 3912503"/>
              <a:gd name="connsiteX3105" fmla="*/ 2308901 w 12192528"/>
              <a:gd name="connsiteY3105" fmla="*/ 770794 h 3912503"/>
              <a:gd name="connsiteX3106" fmla="*/ 2306900 w 12192528"/>
              <a:gd name="connsiteY3106" fmla="*/ 765941 h 3912503"/>
              <a:gd name="connsiteX3107" fmla="*/ 2306614 w 12192528"/>
              <a:gd name="connsiteY3107" fmla="*/ 761089 h 3912503"/>
              <a:gd name="connsiteX3108" fmla="*/ 2307472 w 12192528"/>
              <a:gd name="connsiteY3108" fmla="*/ 757379 h 3912503"/>
              <a:gd name="connsiteX3109" fmla="*/ 2308901 w 12192528"/>
              <a:gd name="connsiteY3109" fmla="*/ 749670 h 3912503"/>
              <a:gd name="connsiteX3110" fmla="*/ 2309186 w 12192528"/>
              <a:gd name="connsiteY3110" fmla="*/ 746817 h 3912503"/>
              <a:gd name="connsiteX3111" fmla="*/ 2310045 w 12192528"/>
              <a:gd name="connsiteY3111" fmla="*/ 739966 h 3912503"/>
              <a:gd name="connsiteX3112" fmla="*/ 2324335 w 12192528"/>
              <a:gd name="connsiteY3112" fmla="*/ 728834 h 3912503"/>
              <a:gd name="connsiteX3113" fmla="*/ 2333479 w 12192528"/>
              <a:gd name="connsiteY3113" fmla="*/ 728549 h 3912503"/>
              <a:gd name="connsiteX3114" fmla="*/ 2342912 w 12192528"/>
              <a:gd name="connsiteY3114" fmla="*/ 728298 h 3912503"/>
              <a:gd name="connsiteX3115" fmla="*/ 6822928 w 12192528"/>
              <a:gd name="connsiteY3115" fmla="*/ 696735 h 3912503"/>
              <a:gd name="connsiteX3116" fmla="*/ 6835677 w 12192528"/>
              <a:gd name="connsiteY3116" fmla="*/ 697073 h 3912503"/>
              <a:gd name="connsiteX3117" fmla="*/ 6848042 w 12192528"/>
              <a:gd name="connsiteY3117" fmla="*/ 697459 h 3912503"/>
              <a:gd name="connsiteX3118" fmla="*/ 6867357 w 12192528"/>
              <a:gd name="connsiteY3118" fmla="*/ 712507 h 3912503"/>
              <a:gd name="connsiteX3119" fmla="*/ 6868516 w 12192528"/>
              <a:gd name="connsiteY3119" fmla="*/ 721769 h 3912503"/>
              <a:gd name="connsiteX3120" fmla="*/ 6868714 w 12192528"/>
              <a:gd name="connsiteY3120" fmla="*/ 723723 h 3912503"/>
              <a:gd name="connsiteX3121" fmla="*/ 6880103 w 12192528"/>
              <a:gd name="connsiteY3121" fmla="*/ 729759 h 3912503"/>
              <a:gd name="connsiteX3122" fmla="*/ 6889972 w 12192528"/>
              <a:gd name="connsiteY3122" fmla="*/ 745688 h 3912503"/>
              <a:gd name="connsiteX3123" fmla="*/ 6893233 w 12192528"/>
              <a:gd name="connsiteY3123" fmla="*/ 771746 h 3912503"/>
              <a:gd name="connsiteX3124" fmla="*/ 6894319 w 12192528"/>
              <a:gd name="connsiteY3124" fmla="*/ 782603 h 3912503"/>
              <a:gd name="connsiteX3125" fmla="*/ 6899754 w 12192528"/>
              <a:gd name="connsiteY3125" fmla="*/ 811918 h 3912503"/>
              <a:gd name="connsiteX3126" fmla="*/ 6903015 w 12192528"/>
              <a:gd name="connsiteY3126" fmla="*/ 826031 h 3912503"/>
              <a:gd name="connsiteX3127" fmla="*/ 6901932 w 12192528"/>
              <a:gd name="connsiteY3127" fmla="*/ 844490 h 3912503"/>
              <a:gd name="connsiteX3128" fmla="*/ 6894319 w 12192528"/>
              <a:gd name="connsiteY3128" fmla="*/ 862947 h 3912503"/>
              <a:gd name="connsiteX3129" fmla="*/ 6870401 w 12192528"/>
              <a:gd name="connsiteY3129" fmla="*/ 907461 h 3912503"/>
              <a:gd name="connsiteX3130" fmla="*/ 6793218 w 12192528"/>
              <a:gd name="connsiteY3130" fmla="*/ 956319 h 3912503"/>
              <a:gd name="connsiteX3131" fmla="*/ 6785610 w 12192528"/>
              <a:gd name="connsiteY3131" fmla="*/ 954148 h 3912503"/>
              <a:gd name="connsiteX3132" fmla="*/ 6750821 w 12192528"/>
              <a:gd name="connsiteY3132" fmla="*/ 949805 h 3912503"/>
              <a:gd name="connsiteX3133" fmla="*/ 6742123 w 12192528"/>
              <a:gd name="connsiteY3133" fmla="*/ 945462 h 3912503"/>
              <a:gd name="connsiteX3134" fmla="*/ 6717122 w 12192528"/>
              <a:gd name="connsiteY3134" fmla="*/ 937862 h 3912503"/>
              <a:gd name="connsiteX3135" fmla="*/ 6704075 w 12192528"/>
              <a:gd name="connsiteY3135" fmla="*/ 932433 h 3912503"/>
              <a:gd name="connsiteX3136" fmla="*/ 6696466 w 12192528"/>
              <a:gd name="connsiteY3136" fmla="*/ 917233 h 3912503"/>
              <a:gd name="connsiteX3137" fmla="*/ 6667115 w 12192528"/>
              <a:gd name="connsiteY3137" fmla="*/ 878147 h 3912503"/>
              <a:gd name="connsiteX3138" fmla="*/ 6654068 w 12192528"/>
              <a:gd name="connsiteY3138" fmla="*/ 852090 h 3912503"/>
              <a:gd name="connsiteX3139" fmla="*/ 6654068 w 12192528"/>
              <a:gd name="connsiteY3139" fmla="*/ 839061 h 3912503"/>
              <a:gd name="connsiteX3140" fmla="*/ 6664939 w 12192528"/>
              <a:gd name="connsiteY3140" fmla="*/ 809745 h 3912503"/>
              <a:gd name="connsiteX3141" fmla="*/ 6680161 w 12192528"/>
              <a:gd name="connsiteY3141" fmla="*/ 761974 h 3912503"/>
              <a:gd name="connsiteX3142" fmla="*/ 6693202 w 12192528"/>
              <a:gd name="connsiteY3142" fmla="*/ 744603 h 3912503"/>
              <a:gd name="connsiteX3143" fmla="*/ 6713856 w 12192528"/>
              <a:gd name="connsiteY3143" fmla="*/ 727230 h 3912503"/>
              <a:gd name="connsiteX3144" fmla="*/ 6732341 w 12192528"/>
              <a:gd name="connsiteY3144" fmla="*/ 717459 h 3912503"/>
              <a:gd name="connsiteX3145" fmla="*/ 6800829 w 12192528"/>
              <a:gd name="connsiteY3145" fmla="*/ 702258 h 3912503"/>
              <a:gd name="connsiteX3146" fmla="*/ 6816077 w 12192528"/>
              <a:gd name="connsiteY3146" fmla="*/ 700129 h 3912503"/>
              <a:gd name="connsiteX3147" fmla="*/ 3895000 w 12192528"/>
              <a:gd name="connsiteY3147" fmla="*/ 684176 h 3912503"/>
              <a:gd name="connsiteX3148" fmla="*/ 3903652 w 12192528"/>
              <a:gd name="connsiteY3148" fmla="*/ 688460 h 3912503"/>
              <a:gd name="connsiteX3149" fmla="*/ 3908554 w 12192528"/>
              <a:gd name="connsiteY3149" fmla="*/ 691053 h 3912503"/>
              <a:gd name="connsiteX3150" fmla="*/ 3914034 w 12192528"/>
              <a:gd name="connsiteY3150" fmla="*/ 695662 h 3912503"/>
              <a:gd name="connsiteX3151" fmla="*/ 3917495 w 12192528"/>
              <a:gd name="connsiteY3151" fmla="*/ 700270 h 3912503"/>
              <a:gd name="connsiteX3152" fmla="*/ 3921532 w 12192528"/>
              <a:gd name="connsiteY3152" fmla="*/ 712942 h 3912503"/>
              <a:gd name="connsiteX3153" fmla="*/ 3924416 w 12192528"/>
              <a:gd name="connsiteY3153" fmla="*/ 720720 h 3912503"/>
              <a:gd name="connsiteX3154" fmla="*/ 3924416 w 12192528"/>
              <a:gd name="connsiteY3154" fmla="*/ 724175 h 3912503"/>
              <a:gd name="connsiteX3155" fmla="*/ 3920955 w 12192528"/>
              <a:gd name="connsiteY3155" fmla="*/ 731088 h 3912503"/>
              <a:gd name="connsiteX3156" fmla="*/ 3913169 w 12192528"/>
              <a:gd name="connsiteY3156" fmla="*/ 741457 h 3912503"/>
              <a:gd name="connsiteX3157" fmla="*/ 3911150 w 12192528"/>
              <a:gd name="connsiteY3157" fmla="*/ 745489 h 3912503"/>
              <a:gd name="connsiteX3158" fmla="*/ 3907690 w 12192528"/>
              <a:gd name="connsiteY3158" fmla="*/ 746929 h 3912503"/>
              <a:gd name="connsiteX3159" fmla="*/ 3901056 w 12192528"/>
              <a:gd name="connsiteY3159" fmla="*/ 748946 h 3912503"/>
              <a:gd name="connsiteX3160" fmla="*/ 3898749 w 12192528"/>
              <a:gd name="connsiteY3160" fmla="*/ 750097 h 3912503"/>
              <a:gd name="connsiteX3161" fmla="*/ 3889521 w 12192528"/>
              <a:gd name="connsiteY3161" fmla="*/ 751250 h 3912503"/>
              <a:gd name="connsiteX3162" fmla="*/ 3887502 w 12192528"/>
              <a:gd name="connsiteY3162" fmla="*/ 751826 h 3912503"/>
              <a:gd name="connsiteX3163" fmla="*/ 3867027 w 12192528"/>
              <a:gd name="connsiteY3163" fmla="*/ 738864 h 3912503"/>
              <a:gd name="connsiteX3164" fmla="*/ 3860681 w 12192528"/>
              <a:gd name="connsiteY3164" fmla="*/ 727056 h 3912503"/>
              <a:gd name="connsiteX3165" fmla="*/ 3858663 w 12192528"/>
              <a:gd name="connsiteY3165" fmla="*/ 722160 h 3912503"/>
              <a:gd name="connsiteX3166" fmla="*/ 3858375 w 12192528"/>
              <a:gd name="connsiteY3166" fmla="*/ 717263 h 3912503"/>
              <a:gd name="connsiteX3167" fmla="*/ 3859239 w 12192528"/>
              <a:gd name="connsiteY3167" fmla="*/ 713519 h 3912503"/>
              <a:gd name="connsiteX3168" fmla="*/ 3860681 w 12192528"/>
              <a:gd name="connsiteY3168" fmla="*/ 705742 h 3912503"/>
              <a:gd name="connsiteX3169" fmla="*/ 3860970 w 12192528"/>
              <a:gd name="connsiteY3169" fmla="*/ 702862 h 3912503"/>
              <a:gd name="connsiteX3170" fmla="*/ 3861836 w 12192528"/>
              <a:gd name="connsiteY3170" fmla="*/ 695949 h 3912503"/>
              <a:gd name="connsiteX3171" fmla="*/ 3876255 w 12192528"/>
              <a:gd name="connsiteY3171" fmla="*/ 684716 h 3912503"/>
              <a:gd name="connsiteX3172" fmla="*/ 3885484 w 12192528"/>
              <a:gd name="connsiteY3172" fmla="*/ 684429 h 3912503"/>
              <a:gd name="connsiteX3173" fmla="*/ 3895000 w 12192528"/>
              <a:gd name="connsiteY3173" fmla="*/ 684176 h 3912503"/>
              <a:gd name="connsiteX3174" fmla="*/ 3616613 w 12192528"/>
              <a:gd name="connsiteY3174" fmla="*/ 678508 h 3912503"/>
              <a:gd name="connsiteX3175" fmla="*/ 3620595 w 12192528"/>
              <a:gd name="connsiteY3175" fmla="*/ 680330 h 3912503"/>
              <a:gd name="connsiteX3176" fmla="*/ 3611238 w 12192528"/>
              <a:gd name="connsiteY3176" fmla="*/ 683189 h 3912503"/>
              <a:gd name="connsiteX3177" fmla="*/ 3608649 w 12192528"/>
              <a:gd name="connsiteY3177" fmla="*/ 681665 h 3912503"/>
              <a:gd name="connsiteX3178" fmla="*/ 3616613 w 12192528"/>
              <a:gd name="connsiteY3178" fmla="*/ 678508 h 3912503"/>
              <a:gd name="connsiteX3179" fmla="*/ 3586537 w 12192528"/>
              <a:gd name="connsiteY3179" fmla="*/ 674876 h 3912503"/>
              <a:gd name="connsiteX3180" fmla="*/ 3569890 w 12192528"/>
              <a:gd name="connsiteY3180" fmla="*/ 681157 h 3912503"/>
              <a:gd name="connsiteX3181" fmla="*/ 3551050 w 12192528"/>
              <a:gd name="connsiteY3181" fmla="*/ 696561 h 3912503"/>
              <a:gd name="connsiteX3182" fmla="*/ 3378830 w 12192528"/>
              <a:gd name="connsiteY3182" fmla="*/ 811329 h 3912503"/>
              <a:gd name="connsiteX3183" fmla="*/ 3350969 w 12192528"/>
              <a:gd name="connsiteY3183" fmla="*/ 832579 h 3912503"/>
              <a:gd name="connsiteX3184" fmla="*/ 3309574 w 12192528"/>
              <a:gd name="connsiteY3184" fmla="*/ 862596 h 3912503"/>
              <a:gd name="connsiteX3185" fmla="*/ 3307987 w 12192528"/>
              <a:gd name="connsiteY3185" fmla="*/ 870029 h 3912503"/>
              <a:gd name="connsiteX3186" fmla="*/ 3241652 w 12192528"/>
              <a:gd name="connsiteY3186" fmla="*/ 925809 h 3912503"/>
              <a:gd name="connsiteX3187" fmla="*/ 3181419 w 12192528"/>
              <a:gd name="connsiteY3187" fmla="*/ 971233 h 3912503"/>
              <a:gd name="connsiteX3188" fmla="*/ 3195494 w 12192528"/>
              <a:gd name="connsiteY3188" fmla="*/ 978125 h 3912503"/>
              <a:gd name="connsiteX3189" fmla="*/ 3189394 w 12192528"/>
              <a:gd name="connsiteY3189" fmla="*/ 988481 h 3912503"/>
              <a:gd name="connsiteX3190" fmla="*/ 3141901 w 12192528"/>
              <a:gd name="connsiteY3190" fmla="*/ 1028854 h 3912503"/>
              <a:gd name="connsiteX3191" fmla="*/ 3134466 w 12192528"/>
              <a:gd name="connsiteY3191" fmla="*/ 1027266 h 3912503"/>
              <a:gd name="connsiteX3192" fmla="*/ 3146664 w 12192528"/>
              <a:gd name="connsiteY3192" fmla="*/ 1006555 h 3912503"/>
              <a:gd name="connsiteX3193" fmla="*/ 3117592 w 12192528"/>
              <a:gd name="connsiteY3193" fmla="*/ 1029227 h 3912503"/>
              <a:gd name="connsiteX3194" fmla="*/ 3145894 w 12192528"/>
              <a:gd name="connsiteY3194" fmla="*/ 1050894 h 3912503"/>
              <a:gd name="connsiteX3195" fmla="*/ 3178041 w 12192528"/>
              <a:gd name="connsiteY3195" fmla="*/ 1076696 h 3912503"/>
              <a:gd name="connsiteX3196" fmla="*/ 3255840 w 12192528"/>
              <a:gd name="connsiteY3196" fmla="*/ 1110770 h 3912503"/>
              <a:gd name="connsiteX3197" fmla="*/ 3285698 w 12192528"/>
              <a:gd name="connsiteY3197" fmla="*/ 1103619 h 3912503"/>
              <a:gd name="connsiteX3198" fmla="*/ 3289132 w 12192528"/>
              <a:gd name="connsiteY3198" fmla="*/ 1100387 h 3912503"/>
              <a:gd name="connsiteX3199" fmla="*/ 3288029 w 12192528"/>
              <a:gd name="connsiteY3199" fmla="*/ 1099174 h 3912503"/>
              <a:gd name="connsiteX3200" fmla="*/ 3286613 w 12192528"/>
              <a:gd name="connsiteY3200" fmla="*/ 1096580 h 3912503"/>
              <a:gd name="connsiteX3201" fmla="*/ 3289208 w 12192528"/>
              <a:gd name="connsiteY3201" fmla="*/ 1095165 h 3912503"/>
              <a:gd name="connsiteX3202" fmla="*/ 3294163 w 12192528"/>
              <a:gd name="connsiteY3202" fmla="*/ 1090449 h 3912503"/>
              <a:gd name="connsiteX3203" fmla="*/ 3300298 w 12192528"/>
              <a:gd name="connsiteY3203" fmla="*/ 1079837 h 3912503"/>
              <a:gd name="connsiteX3204" fmla="*/ 3300534 w 12192528"/>
              <a:gd name="connsiteY3204" fmla="*/ 1074176 h 3912503"/>
              <a:gd name="connsiteX3205" fmla="*/ 3298646 w 12192528"/>
              <a:gd name="connsiteY3205" fmla="*/ 1070403 h 3912503"/>
              <a:gd name="connsiteX3206" fmla="*/ 3302657 w 12192528"/>
              <a:gd name="connsiteY3206" fmla="*/ 1067809 h 3912503"/>
              <a:gd name="connsiteX3207" fmla="*/ 3305961 w 12192528"/>
              <a:gd name="connsiteY3207" fmla="*/ 1067337 h 3912503"/>
              <a:gd name="connsiteX3208" fmla="*/ 3309972 w 12192528"/>
              <a:gd name="connsiteY3208" fmla="*/ 1057668 h 3912503"/>
              <a:gd name="connsiteX3209" fmla="*/ 3308793 w 12192528"/>
              <a:gd name="connsiteY3209" fmla="*/ 1055781 h 3912503"/>
              <a:gd name="connsiteX3210" fmla="*/ 3309029 w 12192528"/>
              <a:gd name="connsiteY3210" fmla="*/ 1051536 h 3912503"/>
              <a:gd name="connsiteX3211" fmla="*/ 3312804 w 12192528"/>
              <a:gd name="connsiteY3211" fmla="*/ 1052480 h 3912503"/>
              <a:gd name="connsiteX3212" fmla="*/ 3315163 w 12192528"/>
              <a:gd name="connsiteY3212" fmla="*/ 1055546 h 3912503"/>
              <a:gd name="connsiteX3213" fmla="*/ 3319882 w 12192528"/>
              <a:gd name="connsiteY3213" fmla="*/ 1056253 h 3912503"/>
              <a:gd name="connsiteX3214" fmla="*/ 3326949 w 12192528"/>
              <a:gd name="connsiteY3214" fmla="*/ 1054400 h 3912503"/>
              <a:gd name="connsiteX3215" fmla="*/ 3336535 w 12192528"/>
              <a:gd name="connsiteY3215" fmla="*/ 1016867 h 3912503"/>
              <a:gd name="connsiteX3216" fmla="*/ 3411296 w 12192528"/>
              <a:gd name="connsiteY3216" fmla="*/ 971995 h 3912503"/>
              <a:gd name="connsiteX3217" fmla="*/ 3462134 w 12192528"/>
              <a:gd name="connsiteY3217" fmla="*/ 954046 h 3912503"/>
              <a:gd name="connsiteX3218" fmla="*/ 3545866 w 12192528"/>
              <a:gd name="connsiteY3218" fmla="*/ 903192 h 3912503"/>
              <a:gd name="connsiteX3219" fmla="*/ 3572780 w 12192528"/>
              <a:gd name="connsiteY3219" fmla="*/ 879260 h 3912503"/>
              <a:gd name="connsiteX3220" fmla="*/ 3560818 w 12192528"/>
              <a:gd name="connsiteY3220" fmla="*/ 804474 h 3912503"/>
              <a:gd name="connsiteX3221" fmla="*/ 3563808 w 12192528"/>
              <a:gd name="connsiteY3221" fmla="*/ 702765 h 3912503"/>
              <a:gd name="connsiteX3222" fmla="*/ 3569555 w 12192528"/>
              <a:gd name="connsiteY3222" fmla="*/ 702765 h 3912503"/>
              <a:gd name="connsiteX3223" fmla="*/ 3574974 w 12192528"/>
              <a:gd name="connsiteY3223" fmla="*/ 691471 h 3912503"/>
              <a:gd name="connsiteX3224" fmla="*/ 3590064 w 12192528"/>
              <a:gd name="connsiteY3224" fmla="*/ 677694 h 3912503"/>
              <a:gd name="connsiteX3225" fmla="*/ 3586537 w 12192528"/>
              <a:gd name="connsiteY3225" fmla="*/ 674876 h 3912503"/>
              <a:gd name="connsiteX3226" fmla="*/ 11047096 w 12192528"/>
              <a:gd name="connsiteY3226" fmla="*/ 644639 h 3912503"/>
              <a:gd name="connsiteX3227" fmla="*/ 11046879 w 12192528"/>
              <a:gd name="connsiteY3227" fmla="*/ 645000 h 3912503"/>
              <a:gd name="connsiteX3228" fmla="*/ 11046628 w 12192528"/>
              <a:gd name="connsiteY3228" fmla="*/ 644750 h 3912503"/>
              <a:gd name="connsiteX3229" fmla="*/ 7433933 w 12192528"/>
              <a:gd name="connsiteY3229" fmla="*/ 635263 h 3912503"/>
              <a:gd name="connsiteX3230" fmla="*/ 7437611 w 12192528"/>
              <a:gd name="connsiteY3230" fmla="*/ 637102 h 3912503"/>
              <a:gd name="connsiteX3231" fmla="*/ 7448248 w 12192528"/>
              <a:gd name="connsiteY3231" fmla="*/ 642008 h 3912503"/>
              <a:gd name="connsiteX3232" fmla="*/ 7450290 w 12192528"/>
              <a:gd name="connsiteY3232" fmla="*/ 643439 h 3912503"/>
              <a:gd name="connsiteX3233" fmla="*/ 7459293 w 12192528"/>
              <a:gd name="connsiteY3233" fmla="*/ 654271 h 3912503"/>
              <a:gd name="connsiteX3234" fmla="*/ 7464809 w 12192528"/>
              <a:gd name="connsiteY3234" fmla="*/ 672664 h 3912503"/>
              <a:gd name="connsiteX3235" fmla="*/ 7467469 w 12192528"/>
              <a:gd name="connsiteY3235" fmla="*/ 679001 h 3912503"/>
              <a:gd name="connsiteX3236" fmla="*/ 7466852 w 12192528"/>
              <a:gd name="connsiteY3236" fmla="*/ 687993 h 3912503"/>
              <a:gd name="connsiteX3237" fmla="*/ 7466035 w 12192528"/>
              <a:gd name="connsiteY3237" fmla="*/ 695554 h 3912503"/>
              <a:gd name="connsiteX3238" fmla="*/ 7466247 w 12192528"/>
              <a:gd name="connsiteY3238" fmla="*/ 698621 h 3912503"/>
              <a:gd name="connsiteX3239" fmla="*/ 7454175 w 12192528"/>
              <a:gd name="connsiteY3239" fmla="*/ 712518 h 3912503"/>
              <a:gd name="connsiteX3240" fmla="*/ 7442728 w 12192528"/>
              <a:gd name="connsiteY3240" fmla="*/ 719262 h 3912503"/>
              <a:gd name="connsiteX3241" fmla="*/ 7434137 w 12192528"/>
              <a:gd name="connsiteY3241" fmla="*/ 730503 h 3912503"/>
              <a:gd name="connsiteX3242" fmla="*/ 7435364 w 12192528"/>
              <a:gd name="connsiteY3242" fmla="*/ 732752 h 3912503"/>
              <a:gd name="connsiteX3243" fmla="*/ 7447431 w 12192528"/>
              <a:gd name="connsiteY3243" fmla="*/ 747058 h 3912503"/>
              <a:gd name="connsiteX3244" fmla="*/ 7449066 w 12192528"/>
              <a:gd name="connsiteY3244" fmla="*/ 750328 h 3912503"/>
              <a:gd name="connsiteX3245" fmla="*/ 7450700 w 12192528"/>
              <a:gd name="connsiteY3245" fmla="*/ 760548 h 3912503"/>
              <a:gd name="connsiteX3246" fmla="*/ 7453567 w 12192528"/>
              <a:gd name="connsiteY3246" fmla="*/ 772402 h 3912503"/>
              <a:gd name="connsiteX3247" fmla="*/ 7453356 w 12192528"/>
              <a:gd name="connsiteY3247" fmla="*/ 777306 h 3912503"/>
              <a:gd name="connsiteX3248" fmla="*/ 7442522 w 12192528"/>
              <a:gd name="connsiteY3248" fmla="*/ 803671 h 3912503"/>
              <a:gd name="connsiteX3249" fmla="*/ 7440478 w 12192528"/>
              <a:gd name="connsiteY3249" fmla="*/ 805306 h 3912503"/>
              <a:gd name="connsiteX3250" fmla="*/ 7428002 w 12192528"/>
              <a:gd name="connsiteY3250" fmla="*/ 811233 h 3912503"/>
              <a:gd name="connsiteX3251" fmla="*/ 7422685 w 12192528"/>
              <a:gd name="connsiteY3251" fmla="*/ 812868 h 3912503"/>
              <a:gd name="connsiteX3252" fmla="*/ 7413689 w 12192528"/>
              <a:gd name="connsiteY3252" fmla="*/ 814912 h 3912503"/>
              <a:gd name="connsiteX3253" fmla="*/ 7406938 w 12192528"/>
              <a:gd name="connsiteY3253" fmla="*/ 820839 h 3912503"/>
              <a:gd name="connsiteX3254" fmla="*/ 7403871 w 12192528"/>
              <a:gd name="connsiteY3254" fmla="*/ 821937 h 3912503"/>
              <a:gd name="connsiteX3255" fmla="*/ 7402033 w 12192528"/>
              <a:gd name="connsiteY3255" fmla="*/ 819204 h 3912503"/>
              <a:gd name="connsiteX3256" fmla="*/ 7401417 w 12192528"/>
              <a:gd name="connsiteY3256" fmla="*/ 816751 h 3912503"/>
              <a:gd name="connsiteX3257" fmla="*/ 7399578 w 12192528"/>
              <a:gd name="connsiteY3257" fmla="*/ 813890 h 3912503"/>
              <a:gd name="connsiteX3258" fmla="*/ 7396924 w 12192528"/>
              <a:gd name="connsiteY3258" fmla="*/ 815729 h 3912503"/>
              <a:gd name="connsiteX3259" fmla="*/ 7390786 w 12192528"/>
              <a:gd name="connsiteY3259" fmla="*/ 814708 h 3912503"/>
              <a:gd name="connsiteX3260" fmla="*/ 7389560 w 12192528"/>
              <a:gd name="connsiteY3260" fmla="*/ 812050 h 3912503"/>
              <a:gd name="connsiteX3261" fmla="*/ 7385881 w 12192528"/>
              <a:gd name="connsiteY3261" fmla="*/ 810620 h 3912503"/>
              <a:gd name="connsiteX3262" fmla="*/ 7384448 w 12192528"/>
              <a:gd name="connsiteY3262" fmla="*/ 814094 h 3912503"/>
              <a:gd name="connsiteX3263" fmla="*/ 7384794 w 12192528"/>
              <a:gd name="connsiteY3263" fmla="*/ 817185 h 3912503"/>
              <a:gd name="connsiteX3264" fmla="*/ 7368810 w 12192528"/>
              <a:gd name="connsiteY3264" fmla="*/ 801290 h 3912503"/>
              <a:gd name="connsiteX3265" fmla="*/ 7369727 w 12192528"/>
              <a:gd name="connsiteY3265" fmla="*/ 799993 h 3912503"/>
              <a:gd name="connsiteX3266" fmla="*/ 7367884 w 12192528"/>
              <a:gd name="connsiteY3266" fmla="*/ 796110 h 3912503"/>
              <a:gd name="connsiteX3267" fmla="*/ 7364200 w 12192528"/>
              <a:gd name="connsiteY3267" fmla="*/ 794474 h 3912503"/>
              <a:gd name="connsiteX3268" fmla="*/ 7361755 w 12192528"/>
              <a:gd name="connsiteY3268" fmla="*/ 789569 h 3912503"/>
              <a:gd name="connsiteX3269" fmla="*/ 7353775 w 12192528"/>
              <a:gd name="connsiteY3269" fmla="*/ 773831 h 3912503"/>
              <a:gd name="connsiteX3270" fmla="*/ 7350907 w 12192528"/>
              <a:gd name="connsiteY3270" fmla="*/ 771584 h 3912503"/>
              <a:gd name="connsiteX3271" fmla="*/ 7354796 w 12192528"/>
              <a:gd name="connsiteY3271" fmla="*/ 769131 h 3912503"/>
              <a:gd name="connsiteX3272" fmla="*/ 7355410 w 12192528"/>
              <a:gd name="connsiteY3272" fmla="*/ 769131 h 3912503"/>
              <a:gd name="connsiteX3273" fmla="*/ 7359298 w 12192528"/>
              <a:gd name="connsiteY3273" fmla="*/ 762182 h 3912503"/>
              <a:gd name="connsiteX3274" fmla="*/ 7359708 w 12192528"/>
              <a:gd name="connsiteY3274" fmla="*/ 752577 h 3912503"/>
              <a:gd name="connsiteX3275" fmla="*/ 7363182 w 12192528"/>
              <a:gd name="connsiteY3275" fmla="*/ 739087 h 3912503"/>
              <a:gd name="connsiteX3276" fmla="*/ 7366247 w 12192528"/>
              <a:gd name="connsiteY3276" fmla="*/ 735409 h 3912503"/>
              <a:gd name="connsiteX3277" fmla="*/ 7374630 w 12192528"/>
              <a:gd name="connsiteY3277" fmla="*/ 724781 h 3912503"/>
              <a:gd name="connsiteX3278" fmla="*/ 7379541 w 12192528"/>
              <a:gd name="connsiteY3278" fmla="*/ 722941 h 3912503"/>
              <a:gd name="connsiteX3279" fmla="*/ 7399785 w 12192528"/>
              <a:gd name="connsiteY3279" fmla="*/ 717015 h 3912503"/>
              <a:gd name="connsiteX3280" fmla="*/ 7399785 w 12192528"/>
              <a:gd name="connsiteY3280" fmla="*/ 712518 h 3912503"/>
              <a:gd name="connsiteX3281" fmla="*/ 7394466 w 12192528"/>
              <a:gd name="connsiteY3281" fmla="*/ 711905 h 3912503"/>
              <a:gd name="connsiteX3282" fmla="*/ 7390786 w 12192528"/>
              <a:gd name="connsiteY3282" fmla="*/ 714358 h 3912503"/>
              <a:gd name="connsiteX3283" fmla="*/ 7387313 w 12192528"/>
              <a:gd name="connsiteY3283" fmla="*/ 714766 h 3912503"/>
              <a:gd name="connsiteX3284" fmla="*/ 7387921 w 12192528"/>
              <a:gd name="connsiteY3284" fmla="*/ 711087 h 3912503"/>
              <a:gd name="connsiteX3285" fmla="*/ 7390786 w 12192528"/>
              <a:gd name="connsiteY3285" fmla="*/ 708431 h 3912503"/>
              <a:gd name="connsiteX3286" fmla="*/ 7391808 w 12192528"/>
              <a:gd name="connsiteY3286" fmla="*/ 702095 h 3912503"/>
              <a:gd name="connsiteX3287" fmla="*/ 7386290 w 12192528"/>
              <a:gd name="connsiteY3287" fmla="*/ 703321 h 3912503"/>
              <a:gd name="connsiteX3288" fmla="*/ 7381992 w 12192528"/>
              <a:gd name="connsiteY3288" fmla="*/ 706795 h 3912503"/>
              <a:gd name="connsiteX3289" fmla="*/ 7377902 w 12192528"/>
              <a:gd name="connsiteY3289" fmla="*/ 704139 h 3912503"/>
              <a:gd name="connsiteX3290" fmla="*/ 7382409 w 12192528"/>
              <a:gd name="connsiteY3290" fmla="*/ 692489 h 3912503"/>
              <a:gd name="connsiteX3291" fmla="*/ 7382409 w 12192528"/>
              <a:gd name="connsiteY3291" fmla="*/ 681248 h 3912503"/>
              <a:gd name="connsiteX3292" fmla="*/ 7378314 w 12192528"/>
              <a:gd name="connsiteY3292" fmla="*/ 676752 h 3912503"/>
              <a:gd name="connsiteX3293" fmla="*/ 7377086 w 12192528"/>
              <a:gd name="connsiteY3293" fmla="*/ 674504 h 3912503"/>
              <a:gd name="connsiteX3294" fmla="*/ 7379335 w 12192528"/>
              <a:gd name="connsiteY3294" fmla="*/ 673278 h 3912503"/>
              <a:gd name="connsiteX3295" fmla="*/ 7383635 w 12192528"/>
              <a:gd name="connsiteY3295" fmla="*/ 669190 h 3912503"/>
              <a:gd name="connsiteX3296" fmla="*/ 7388950 w 12192528"/>
              <a:gd name="connsiteY3296" fmla="*/ 659993 h 3912503"/>
              <a:gd name="connsiteX3297" fmla="*/ 7389153 w 12192528"/>
              <a:gd name="connsiteY3297" fmla="*/ 655088 h 3912503"/>
              <a:gd name="connsiteX3298" fmla="*/ 7387520 w 12192528"/>
              <a:gd name="connsiteY3298" fmla="*/ 651818 h 3912503"/>
              <a:gd name="connsiteX3299" fmla="*/ 7390990 w 12192528"/>
              <a:gd name="connsiteY3299" fmla="*/ 649570 h 3912503"/>
              <a:gd name="connsiteX3300" fmla="*/ 7393854 w 12192528"/>
              <a:gd name="connsiteY3300" fmla="*/ 649161 h 3912503"/>
              <a:gd name="connsiteX3301" fmla="*/ 7397332 w 12192528"/>
              <a:gd name="connsiteY3301" fmla="*/ 640781 h 3912503"/>
              <a:gd name="connsiteX3302" fmla="*/ 7396311 w 12192528"/>
              <a:gd name="connsiteY3302" fmla="*/ 639147 h 3912503"/>
              <a:gd name="connsiteX3303" fmla="*/ 7396509 w 12192528"/>
              <a:gd name="connsiteY3303" fmla="*/ 635468 h 3912503"/>
              <a:gd name="connsiteX3304" fmla="*/ 7399785 w 12192528"/>
              <a:gd name="connsiteY3304" fmla="*/ 636286 h 3912503"/>
              <a:gd name="connsiteX3305" fmla="*/ 7401824 w 12192528"/>
              <a:gd name="connsiteY3305" fmla="*/ 638942 h 3912503"/>
              <a:gd name="connsiteX3306" fmla="*/ 7405913 w 12192528"/>
              <a:gd name="connsiteY3306" fmla="*/ 639556 h 3912503"/>
              <a:gd name="connsiteX3307" fmla="*/ 7418389 w 12192528"/>
              <a:gd name="connsiteY3307" fmla="*/ 636286 h 3912503"/>
              <a:gd name="connsiteX3308" fmla="*/ 7433933 w 12192528"/>
              <a:gd name="connsiteY3308" fmla="*/ 635263 h 3912503"/>
              <a:gd name="connsiteX3309" fmla="*/ 3394788 w 12192528"/>
              <a:gd name="connsiteY3309" fmla="*/ 627624 h 3912503"/>
              <a:gd name="connsiteX3310" fmla="*/ 3395256 w 12192528"/>
              <a:gd name="connsiteY3310" fmla="*/ 627734 h 3912503"/>
              <a:gd name="connsiteX3311" fmla="*/ 3395003 w 12192528"/>
              <a:gd name="connsiteY3311" fmla="*/ 627985 h 3912503"/>
              <a:gd name="connsiteX3312" fmla="*/ 8029108 w 12192528"/>
              <a:gd name="connsiteY3312" fmla="*/ 625311 h 3912503"/>
              <a:gd name="connsiteX3313" fmla="*/ 8044465 w 12192528"/>
              <a:gd name="connsiteY3313" fmla="*/ 629112 h 3912503"/>
              <a:gd name="connsiteX3314" fmla="*/ 8098818 w 12192528"/>
              <a:gd name="connsiteY3314" fmla="*/ 671455 h 3912503"/>
              <a:gd name="connsiteX3315" fmla="*/ 8102081 w 12192528"/>
              <a:gd name="connsiteY3315" fmla="*/ 697512 h 3912503"/>
              <a:gd name="connsiteX3316" fmla="*/ 8103167 w 12192528"/>
              <a:gd name="connsiteY3316" fmla="*/ 708369 h 3912503"/>
              <a:gd name="connsiteX3317" fmla="*/ 8108604 w 12192528"/>
              <a:gd name="connsiteY3317" fmla="*/ 737685 h 3912503"/>
              <a:gd name="connsiteX3318" fmla="*/ 8111866 w 12192528"/>
              <a:gd name="connsiteY3318" fmla="*/ 751798 h 3912503"/>
              <a:gd name="connsiteX3319" fmla="*/ 8110778 w 12192528"/>
              <a:gd name="connsiteY3319" fmla="*/ 770257 h 3912503"/>
              <a:gd name="connsiteX3320" fmla="*/ 8103167 w 12192528"/>
              <a:gd name="connsiteY3320" fmla="*/ 788714 h 3912503"/>
              <a:gd name="connsiteX3321" fmla="*/ 8079252 w 12192528"/>
              <a:gd name="connsiteY3321" fmla="*/ 833228 h 3912503"/>
              <a:gd name="connsiteX3322" fmla="*/ 8002067 w 12192528"/>
              <a:gd name="connsiteY3322" fmla="*/ 882086 h 3912503"/>
              <a:gd name="connsiteX3323" fmla="*/ 7994453 w 12192528"/>
              <a:gd name="connsiteY3323" fmla="*/ 879915 h 3912503"/>
              <a:gd name="connsiteX3324" fmla="*/ 7959670 w 12192528"/>
              <a:gd name="connsiteY3324" fmla="*/ 875572 h 3912503"/>
              <a:gd name="connsiteX3325" fmla="*/ 7950973 w 12192528"/>
              <a:gd name="connsiteY3325" fmla="*/ 871229 h 3912503"/>
              <a:gd name="connsiteX3326" fmla="*/ 7925967 w 12192528"/>
              <a:gd name="connsiteY3326" fmla="*/ 863629 h 3912503"/>
              <a:gd name="connsiteX3327" fmla="*/ 7912920 w 12192528"/>
              <a:gd name="connsiteY3327" fmla="*/ 858200 h 3912503"/>
              <a:gd name="connsiteX3328" fmla="*/ 7905311 w 12192528"/>
              <a:gd name="connsiteY3328" fmla="*/ 843000 h 3912503"/>
              <a:gd name="connsiteX3329" fmla="*/ 7875957 w 12192528"/>
              <a:gd name="connsiteY3329" fmla="*/ 803914 h 3912503"/>
              <a:gd name="connsiteX3330" fmla="*/ 7862914 w 12192528"/>
              <a:gd name="connsiteY3330" fmla="*/ 777857 h 3912503"/>
              <a:gd name="connsiteX3331" fmla="*/ 7862914 w 12192528"/>
              <a:gd name="connsiteY3331" fmla="*/ 764828 h 3912503"/>
              <a:gd name="connsiteX3332" fmla="*/ 7873787 w 12192528"/>
              <a:gd name="connsiteY3332" fmla="*/ 735512 h 3912503"/>
              <a:gd name="connsiteX3333" fmla="*/ 7889004 w 12192528"/>
              <a:gd name="connsiteY3333" fmla="*/ 687741 h 3912503"/>
              <a:gd name="connsiteX3334" fmla="*/ 7902049 w 12192528"/>
              <a:gd name="connsiteY3334" fmla="*/ 670370 h 3912503"/>
              <a:gd name="connsiteX3335" fmla="*/ 7922706 w 12192528"/>
              <a:gd name="connsiteY3335" fmla="*/ 652997 h 3912503"/>
              <a:gd name="connsiteX3336" fmla="*/ 7941186 w 12192528"/>
              <a:gd name="connsiteY3336" fmla="*/ 643226 h 3912503"/>
              <a:gd name="connsiteX3337" fmla="*/ 8009675 w 12192528"/>
              <a:gd name="connsiteY3337" fmla="*/ 628025 h 3912503"/>
              <a:gd name="connsiteX3338" fmla="*/ 8029108 w 12192528"/>
              <a:gd name="connsiteY3338" fmla="*/ 625311 h 3912503"/>
              <a:gd name="connsiteX3339" fmla="*/ 6059638 w 12192528"/>
              <a:gd name="connsiteY3339" fmla="*/ 614178 h 3912503"/>
              <a:gd name="connsiteX3340" fmla="*/ 6068290 w 12192528"/>
              <a:gd name="connsiteY3340" fmla="*/ 618463 h 3912503"/>
              <a:gd name="connsiteX3341" fmla="*/ 6073191 w 12192528"/>
              <a:gd name="connsiteY3341" fmla="*/ 621055 h 3912503"/>
              <a:gd name="connsiteX3342" fmla="*/ 6078671 w 12192528"/>
              <a:gd name="connsiteY3342" fmla="*/ 625664 h 3912503"/>
              <a:gd name="connsiteX3343" fmla="*/ 6082131 w 12192528"/>
              <a:gd name="connsiteY3343" fmla="*/ 630272 h 3912503"/>
              <a:gd name="connsiteX3344" fmla="*/ 6086168 w 12192528"/>
              <a:gd name="connsiteY3344" fmla="*/ 642945 h 3912503"/>
              <a:gd name="connsiteX3345" fmla="*/ 6089054 w 12192528"/>
              <a:gd name="connsiteY3345" fmla="*/ 650722 h 3912503"/>
              <a:gd name="connsiteX3346" fmla="*/ 6089054 w 12192528"/>
              <a:gd name="connsiteY3346" fmla="*/ 654178 h 3912503"/>
              <a:gd name="connsiteX3347" fmla="*/ 6085593 w 12192528"/>
              <a:gd name="connsiteY3347" fmla="*/ 661090 h 3912503"/>
              <a:gd name="connsiteX3348" fmla="*/ 6077806 w 12192528"/>
              <a:gd name="connsiteY3348" fmla="*/ 671460 h 3912503"/>
              <a:gd name="connsiteX3349" fmla="*/ 6075788 w 12192528"/>
              <a:gd name="connsiteY3349" fmla="*/ 675491 h 3912503"/>
              <a:gd name="connsiteX3350" fmla="*/ 6072329 w 12192528"/>
              <a:gd name="connsiteY3350" fmla="*/ 676931 h 3912503"/>
              <a:gd name="connsiteX3351" fmla="*/ 6065693 w 12192528"/>
              <a:gd name="connsiteY3351" fmla="*/ 678948 h 3912503"/>
              <a:gd name="connsiteX3352" fmla="*/ 6063388 w 12192528"/>
              <a:gd name="connsiteY3352" fmla="*/ 680099 h 3912503"/>
              <a:gd name="connsiteX3353" fmla="*/ 6054160 w 12192528"/>
              <a:gd name="connsiteY3353" fmla="*/ 681252 h 3912503"/>
              <a:gd name="connsiteX3354" fmla="*/ 6052141 w 12192528"/>
              <a:gd name="connsiteY3354" fmla="*/ 681828 h 3912503"/>
              <a:gd name="connsiteX3355" fmla="*/ 6031663 w 12192528"/>
              <a:gd name="connsiteY3355" fmla="*/ 668866 h 3912503"/>
              <a:gd name="connsiteX3356" fmla="*/ 6025319 w 12192528"/>
              <a:gd name="connsiteY3356" fmla="*/ 657058 h 3912503"/>
              <a:gd name="connsiteX3357" fmla="*/ 6023301 w 12192528"/>
              <a:gd name="connsiteY3357" fmla="*/ 652162 h 3912503"/>
              <a:gd name="connsiteX3358" fmla="*/ 6023013 w 12192528"/>
              <a:gd name="connsiteY3358" fmla="*/ 647265 h 3912503"/>
              <a:gd name="connsiteX3359" fmla="*/ 6023879 w 12192528"/>
              <a:gd name="connsiteY3359" fmla="*/ 643521 h 3912503"/>
              <a:gd name="connsiteX3360" fmla="*/ 6025319 w 12192528"/>
              <a:gd name="connsiteY3360" fmla="*/ 635744 h 3912503"/>
              <a:gd name="connsiteX3361" fmla="*/ 6025608 w 12192528"/>
              <a:gd name="connsiteY3361" fmla="*/ 632864 h 3912503"/>
              <a:gd name="connsiteX3362" fmla="*/ 6026474 w 12192528"/>
              <a:gd name="connsiteY3362" fmla="*/ 625951 h 3912503"/>
              <a:gd name="connsiteX3363" fmla="*/ 6040894 w 12192528"/>
              <a:gd name="connsiteY3363" fmla="*/ 614718 h 3912503"/>
              <a:gd name="connsiteX3364" fmla="*/ 6050121 w 12192528"/>
              <a:gd name="connsiteY3364" fmla="*/ 614431 h 3912503"/>
              <a:gd name="connsiteX3365" fmla="*/ 6059638 w 12192528"/>
              <a:gd name="connsiteY3365" fmla="*/ 614178 h 3912503"/>
              <a:gd name="connsiteX3366" fmla="*/ 4648105 w 12192528"/>
              <a:gd name="connsiteY3366" fmla="*/ 595669 h 3912503"/>
              <a:gd name="connsiteX3367" fmla="*/ 4647445 w 12192528"/>
              <a:gd name="connsiteY3367" fmla="*/ 596769 h 3912503"/>
              <a:gd name="connsiteX3368" fmla="*/ 4646681 w 12192528"/>
              <a:gd name="connsiteY3368" fmla="*/ 596006 h 3912503"/>
              <a:gd name="connsiteX3369" fmla="*/ 10264008 w 12192528"/>
              <a:gd name="connsiteY3369" fmla="*/ 590978 h 3912503"/>
              <a:gd name="connsiteX3370" fmla="*/ 10275725 w 12192528"/>
              <a:gd name="connsiteY3370" fmla="*/ 601862 h 3912503"/>
              <a:gd name="connsiteX3371" fmla="*/ 10278066 w 12192528"/>
              <a:gd name="connsiteY3371" fmla="*/ 606138 h 3912503"/>
              <a:gd name="connsiteX3372" fmla="*/ 10285487 w 12192528"/>
              <a:gd name="connsiteY3372" fmla="*/ 615467 h 3912503"/>
              <a:gd name="connsiteX3373" fmla="*/ 10291344 w 12192528"/>
              <a:gd name="connsiteY3373" fmla="*/ 618966 h 3912503"/>
              <a:gd name="connsiteX3374" fmla="*/ 10296809 w 12192528"/>
              <a:gd name="connsiteY3374" fmla="*/ 634515 h 3912503"/>
              <a:gd name="connsiteX3375" fmla="*/ 10293296 w 12192528"/>
              <a:gd name="connsiteY3375" fmla="*/ 647731 h 3912503"/>
              <a:gd name="connsiteX3376" fmla="*/ 10282363 w 12192528"/>
              <a:gd name="connsiteY3376" fmla="*/ 656283 h 3912503"/>
              <a:gd name="connsiteX3377" fmla="*/ 10281190 w 12192528"/>
              <a:gd name="connsiteY3377" fmla="*/ 657838 h 3912503"/>
              <a:gd name="connsiteX3378" fmla="*/ 10273382 w 12192528"/>
              <a:gd name="connsiteY3378" fmla="*/ 657838 h 3912503"/>
              <a:gd name="connsiteX3379" fmla="*/ 10264788 w 12192528"/>
              <a:gd name="connsiteY3379" fmla="*/ 653562 h 3912503"/>
              <a:gd name="connsiteX3380" fmla="*/ 10258932 w 12192528"/>
              <a:gd name="connsiteY3380" fmla="*/ 646566 h 3912503"/>
              <a:gd name="connsiteX3381" fmla="*/ 10254637 w 12192528"/>
              <a:gd name="connsiteY3381" fmla="*/ 636069 h 3912503"/>
              <a:gd name="connsiteX3382" fmla="*/ 10249171 w 12192528"/>
              <a:gd name="connsiteY3382" fmla="*/ 625962 h 3912503"/>
              <a:gd name="connsiteX3383" fmla="*/ 10240582 w 12192528"/>
              <a:gd name="connsiteY3383" fmla="*/ 617411 h 3912503"/>
              <a:gd name="connsiteX3384" fmla="*/ 10240582 w 12192528"/>
              <a:gd name="connsiteY3384" fmla="*/ 603417 h 3912503"/>
              <a:gd name="connsiteX3385" fmla="*/ 10245266 w 12192528"/>
              <a:gd name="connsiteY3385" fmla="*/ 597974 h 3912503"/>
              <a:gd name="connsiteX3386" fmla="*/ 10253859 w 12192528"/>
              <a:gd name="connsiteY3386" fmla="*/ 592532 h 3912503"/>
              <a:gd name="connsiteX3387" fmla="*/ 10264008 w 12192528"/>
              <a:gd name="connsiteY3387" fmla="*/ 590978 h 3912503"/>
              <a:gd name="connsiteX3388" fmla="*/ 7190286 w 12192528"/>
              <a:gd name="connsiteY3388" fmla="*/ 590977 h 3912503"/>
              <a:gd name="connsiteX3389" fmla="*/ 7201999 w 12192528"/>
              <a:gd name="connsiteY3389" fmla="*/ 601862 h 3912503"/>
              <a:gd name="connsiteX3390" fmla="*/ 7204343 w 12192528"/>
              <a:gd name="connsiteY3390" fmla="*/ 606137 h 3912503"/>
              <a:gd name="connsiteX3391" fmla="*/ 7211760 w 12192528"/>
              <a:gd name="connsiteY3391" fmla="*/ 615467 h 3912503"/>
              <a:gd name="connsiteX3392" fmla="*/ 7217621 w 12192528"/>
              <a:gd name="connsiteY3392" fmla="*/ 618965 h 3912503"/>
              <a:gd name="connsiteX3393" fmla="*/ 7223084 w 12192528"/>
              <a:gd name="connsiteY3393" fmla="*/ 634515 h 3912503"/>
              <a:gd name="connsiteX3394" fmla="*/ 7219572 w 12192528"/>
              <a:gd name="connsiteY3394" fmla="*/ 647731 h 3912503"/>
              <a:gd name="connsiteX3395" fmla="*/ 7208637 w 12192528"/>
              <a:gd name="connsiteY3395" fmla="*/ 656283 h 3912503"/>
              <a:gd name="connsiteX3396" fmla="*/ 7207467 w 12192528"/>
              <a:gd name="connsiteY3396" fmla="*/ 657838 h 3912503"/>
              <a:gd name="connsiteX3397" fmla="*/ 7199654 w 12192528"/>
              <a:gd name="connsiteY3397" fmla="*/ 657838 h 3912503"/>
              <a:gd name="connsiteX3398" fmla="*/ 7191067 w 12192528"/>
              <a:gd name="connsiteY3398" fmla="*/ 653562 h 3912503"/>
              <a:gd name="connsiteX3399" fmla="*/ 7185209 w 12192528"/>
              <a:gd name="connsiteY3399" fmla="*/ 646565 h 3912503"/>
              <a:gd name="connsiteX3400" fmla="*/ 7180915 w 12192528"/>
              <a:gd name="connsiteY3400" fmla="*/ 636069 h 3912503"/>
              <a:gd name="connsiteX3401" fmla="*/ 7175448 w 12192528"/>
              <a:gd name="connsiteY3401" fmla="*/ 625962 h 3912503"/>
              <a:gd name="connsiteX3402" fmla="*/ 7166858 w 12192528"/>
              <a:gd name="connsiteY3402" fmla="*/ 617411 h 3912503"/>
              <a:gd name="connsiteX3403" fmla="*/ 7166858 w 12192528"/>
              <a:gd name="connsiteY3403" fmla="*/ 603416 h 3912503"/>
              <a:gd name="connsiteX3404" fmla="*/ 7171546 w 12192528"/>
              <a:gd name="connsiteY3404" fmla="*/ 597974 h 3912503"/>
              <a:gd name="connsiteX3405" fmla="*/ 7180131 w 12192528"/>
              <a:gd name="connsiteY3405" fmla="*/ 592532 h 3912503"/>
              <a:gd name="connsiteX3406" fmla="*/ 7190286 w 12192528"/>
              <a:gd name="connsiteY3406" fmla="*/ 590977 h 3912503"/>
              <a:gd name="connsiteX3407" fmla="*/ 5629011 w 12192528"/>
              <a:gd name="connsiteY3407" fmla="*/ 588863 h 3912503"/>
              <a:gd name="connsiteX3408" fmla="*/ 5639165 w 12192528"/>
              <a:gd name="connsiteY3408" fmla="*/ 590418 h 3912503"/>
              <a:gd name="connsiteX3409" fmla="*/ 5647755 w 12192528"/>
              <a:gd name="connsiteY3409" fmla="*/ 595860 h 3912503"/>
              <a:gd name="connsiteX3410" fmla="*/ 5652441 w 12192528"/>
              <a:gd name="connsiteY3410" fmla="*/ 601302 h 3912503"/>
              <a:gd name="connsiteX3411" fmla="*/ 5652441 w 12192528"/>
              <a:gd name="connsiteY3411" fmla="*/ 615297 h 3912503"/>
              <a:gd name="connsiteX3412" fmla="*/ 5643849 w 12192528"/>
              <a:gd name="connsiteY3412" fmla="*/ 623848 h 3912503"/>
              <a:gd name="connsiteX3413" fmla="*/ 5638384 w 12192528"/>
              <a:gd name="connsiteY3413" fmla="*/ 633955 h 3912503"/>
              <a:gd name="connsiteX3414" fmla="*/ 5634090 w 12192528"/>
              <a:gd name="connsiteY3414" fmla="*/ 644451 h 3912503"/>
              <a:gd name="connsiteX3415" fmla="*/ 5628233 w 12192528"/>
              <a:gd name="connsiteY3415" fmla="*/ 651448 h 3912503"/>
              <a:gd name="connsiteX3416" fmla="*/ 5619641 w 12192528"/>
              <a:gd name="connsiteY3416" fmla="*/ 655723 h 3912503"/>
              <a:gd name="connsiteX3417" fmla="*/ 5611833 w 12192528"/>
              <a:gd name="connsiteY3417" fmla="*/ 655723 h 3912503"/>
              <a:gd name="connsiteX3418" fmla="*/ 5610661 w 12192528"/>
              <a:gd name="connsiteY3418" fmla="*/ 654169 h 3912503"/>
              <a:gd name="connsiteX3419" fmla="*/ 5599727 w 12192528"/>
              <a:gd name="connsiteY3419" fmla="*/ 645616 h 3912503"/>
              <a:gd name="connsiteX3420" fmla="*/ 5596214 w 12192528"/>
              <a:gd name="connsiteY3420" fmla="*/ 632400 h 3912503"/>
              <a:gd name="connsiteX3421" fmla="*/ 5601680 w 12192528"/>
              <a:gd name="connsiteY3421" fmla="*/ 616851 h 3912503"/>
              <a:gd name="connsiteX3422" fmla="*/ 5607536 w 12192528"/>
              <a:gd name="connsiteY3422" fmla="*/ 613353 h 3912503"/>
              <a:gd name="connsiteX3423" fmla="*/ 5614955 w 12192528"/>
              <a:gd name="connsiteY3423" fmla="*/ 604023 h 3912503"/>
              <a:gd name="connsiteX3424" fmla="*/ 5617299 w 12192528"/>
              <a:gd name="connsiteY3424" fmla="*/ 599747 h 3912503"/>
              <a:gd name="connsiteX3425" fmla="*/ 5629011 w 12192528"/>
              <a:gd name="connsiteY3425" fmla="*/ 588863 h 3912503"/>
              <a:gd name="connsiteX3426" fmla="*/ 1938863 w 12192528"/>
              <a:gd name="connsiteY3426" fmla="*/ 586191 h 3912503"/>
              <a:gd name="connsiteX3427" fmla="*/ 1949675 w 12192528"/>
              <a:gd name="connsiteY3427" fmla="*/ 587847 h 3912503"/>
              <a:gd name="connsiteX3428" fmla="*/ 1958824 w 12192528"/>
              <a:gd name="connsiteY3428" fmla="*/ 593642 h 3912503"/>
              <a:gd name="connsiteX3429" fmla="*/ 1963813 w 12192528"/>
              <a:gd name="connsiteY3429" fmla="*/ 599438 h 3912503"/>
              <a:gd name="connsiteX3430" fmla="*/ 1963813 w 12192528"/>
              <a:gd name="connsiteY3430" fmla="*/ 614342 h 3912503"/>
              <a:gd name="connsiteX3431" fmla="*/ 1954665 w 12192528"/>
              <a:gd name="connsiteY3431" fmla="*/ 623449 h 3912503"/>
              <a:gd name="connsiteX3432" fmla="*/ 1948843 w 12192528"/>
              <a:gd name="connsiteY3432" fmla="*/ 634212 h 3912503"/>
              <a:gd name="connsiteX3433" fmla="*/ 1944269 w 12192528"/>
              <a:gd name="connsiteY3433" fmla="*/ 645390 h 3912503"/>
              <a:gd name="connsiteX3434" fmla="*/ 1938030 w 12192528"/>
              <a:gd name="connsiteY3434" fmla="*/ 652842 h 3912503"/>
              <a:gd name="connsiteX3435" fmla="*/ 1928883 w 12192528"/>
              <a:gd name="connsiteY3435" fmla="*/ 657396 h 3912503"/>
              <a:gd name="connsiteX3436" fmla="*/ 1920566 w 12192528"/>
              <a:gd name="connsiteY3436" fmla="*/ 657396 h 3912503"/>
              <a:gd name="connsiteX3437" fmla="*/ 1919319 w 12192528"/>
              <a:gd name="connsiteY3437" fmla="*/ 655740 h 3912503"/>
              <a:gd name="connsiteX3438" fmla="*/ 1907674 w 12192528"/>
              <a:gd name="connsiteY3438" fmla="*/ 646632 h 3912503"/>
              <a:gd name="connsiteX3439" fmla="*/ 1903932 w 12192528"/>
              <a:gd name="connsiteY3439" fmla="*/ 632557 h 3912503"/>
              <a:gd name="connsiteX3440" fmla="*/ 1909754 w 12192528"/>
              <a:gd name="connsiteY3440" fmla="*/ 615997 h 3912503"/>
              <a:gd name="connsiteX3441" fmla="*/ 1915991 w 12192528"/>
              <a:gd name="connsiteY3441" fmla="*/ 612272 h 3912503"/>
              <a:gd name="connsiteX3442" fmla="*/ 1923893 w 12192528"/>
              <a:gd name="connsiteY3442" fmla="*/ 602336 h 3912503"/>
              <a:gd name="connsiteX3443" fmla="*/ 1926388 w 12192528"/>
              <a:gd name="connsiteY3443" fmla="*/ 597783 h 3912503"/>
              <a:gd name="connsiteX3444" fmla="*/ 1938863 w 12192528"/>
              <a:gd name="connsiteY3444" fmla="*/ 586191 h 3912503"/>
              <a:gd name="connsiteX3445" fmla="*/ 10542006 w 12192528"/>
              <a:gd name="connsiteY3445" fmla="*/ 581236 h 3912503"/>
              <a:gd name="connsiteX3446" fmla="*/ 10554756 w 12192528"/>
              <a:gd name="connsiteY3446" fmla="*/ 581574 h 3912503"/>
              <a:gd name="connsiteX3447" fmla="*/ 10567119 w 12192528"/>
              <a:gd name="connsiteY3447" fmla="*/ 581960 h 3912503"/>
              <a:gd name="connsiteX3448" fmla="*/ 10586438 w 12192528"/>
              <a:gd name="connsiteY3448" fmla="*/ 597008 h 3912503"/>
              <a:gd name="connsiteX3449" fmla="*/ 10587598 w 12192528"/>
              <a:gd name="connsiteY3449" fmla="*/ 606270 h 3912503"/>
              <a:gd name="connsiteX3450" fmla="*/ 10587983 w 12192528"/>
              <a:gd name="connsiteY3450" fmla="*/ 610128 h 3912503"/>
              <a:gd name="connsiteX3451" fmla="*/ 10589915 w 12192528"/>
              <a:gd name="connsiteY3451" fmla="*/ 620547 h 3912503"/>
              <a:gd name="connsiteX3452" fmla="*/ 10591074 w 12192528"/>
              <a:gd name="connsiteY3452" fmla="*/ 625563 h 3912503"/>
              <a:gd name="connsiteX3453" fmla="*/ 10590688 w 12192528"/>
              <a:gd name="connsiteY3453" fmla="*/ 632124 h 3912503"/>
              <a:gd name="connsiteX3454" fmla="*/ 10587983 w 12192528"/>
              <a:gd name="connsiteY3454" fmla="*/ 638683 h 3912503"/>
              <a:gd name="connsiteX3455" fmla="*/ 10579484 w 12192528"/>
              <a:gd name="connsiteY3455" fmla="*/ 654505 h 3912503"/>
              <a:gd name="connsiteX3456" fmla="*/ 10552052 w 12192528"/>
              <a:gd name="connsiteY3456" fmla="*/ 671869 h 3912503"/>
              <a:gd name="connsiteX3457" fmla="*/ 10549347 w 12192528"/>
              <a:gd name="connsiteY3457" fmla="*/ 671097 h 3912503"/>
              <a:gd name="connsiteX3458" fmla="*/ 10543599 w 12192528"/>
              <a:gd name="connsiteY3458" fmla="*/ 667141 h 3912503"/>
              <a:gd name="connsiteX3459" fmla="*/ 10537539 w 12192528"/>
              <a:gd name="connsiteY3459" fmla="*/ 669351 h 3912503"/>
              <a:gd name="connsiteX3460" fmla="*/ 10538535 w 12192528"/>
              <a:gd name="connsiteY3460" fmla="*/ 672665 h 3912503"/>
              <a:gd name="connsiteX3461" fmla="*/ 10541192 w 12192528"/>
              <a:gd name="connsiteY3461" fmla="*/ 679001 h 3912503"/>
              <a:gd name="connsiteX3462" fmla="*/ 10540578 w 12192528"/>
              <a:gd name="connsiteY3462" fmla="*/ 687993 h 3912503"/>
              <a:gd name="connsiteX3463" fmla="*/ 10539760 w 12192528"/>
              <a:gd name="connsiteY3463" fmla="*/ 695555 h 3912503"/>
              <a:gd name="connsiteX3464" fmla="*/ 10539965 w 12192528"/>
              <a:gd name="connsiteY3464" fmla="*/ 698621 h 3912503"/>
              <a:gd name="connsiteX3465" fmla="*/ 10527901 w 12192528"/>
              <a:gd name="connsiteY3465" fmla="*/ 712519 h 3912503"/>
              <a:gd name="connsiteX3466" fmla="*/ 10516450 w 12192528"/>
              <a:gd name="connsiteY3466" fmla="*/ 719263 h 3912503"/>
              <a:gd name="connsiteX3467" fmla="*/ 10507861 w 12192528"/>
              <a:gd name="connsiteY3467" fmla="*/ 730503 h 3912503"/>
              <a:gd name="connsiteX3468" fmla="*/ 10509090 w 12192528"/>
              <a:gd name="connsiteY3468" fmla="*/ 732752 h 3912503"/>
              <a:gd name="connsiteX3469" fmla="*/ 10521155 w 12192528"/>
              <a:gd name="connsiteY3469" fmla="*/ 747058 h 3912503"/>
              <a:gd name="connsiteX3470" fmla="*/ 10522790 w 12192528"/>
              <a:gd name="connsiteY3470" fmla="*/ 750328 h 3912503"/>
              <a:gd name="connsiteX3471" fmla="*/ 10524424 w 12192528"/>
              <a:gd name="connsiteY3471" fmla="*/ 760548 h 3912503"/>
              <a:gd name="connsiteX3472" fmla="*/ 10527288 w 12192528"/>
              <a:gd name="connsiteY3472" fmla="*/ 772402 h 3912503"/>
              <a:gd name="connsiteX3473" fmla="*/ 10527082 w 12192528"/>
              <a:gd name="connsiteY3473" fmla="*/ 777306 h 3912503"/>
              <a:gd name="connsiteX3474" fmla="*/ 10516246 w 12192528"/>
              <a:gd name="connsiteY3474" fmla="*/ 803672 h 3912503"/>
              <a:gd name="connsiteX3475" fmla="*/ 10514202 w 12192528"/>
              <a:gd name="connsiteY3475" fmla="*/ 805306 h 3912503"/>
              <a:gd name="connsiteX3476" fmla="*/ 10501728 w 12192528"/>
              <a:gd name="connsiteY3476" fmla="*/ 811234 h 3912503"/>
              <a:gd name="connsiteX3477" fmla="*/ 10496410 w 12192528"/>
              <a:gd name="connsiteY3477" fmla="*/ 812868 h 3912503"/>
              <a:gd name="connsiteX3478" fmla="*/ 10487414 w 12192528"/>
              <a:gd name="connsiteY3478" fmla="*/ 814912 h 3912503"/>
              <a:gd name="connsiteX3479" fmla="*/ 10480666 w 12192528"/>
              <a:gd name="connsiteY3479" fmla="*/ 820839 h 3912503"/>
              <a:gd name="connsiteX3480" fmla="*/ 10477599 w 12192528"/>
              <a:gd name="connsiteY3480" fmla="*/ 821938 h 3912503"/>
              <a:gd name="connsiteX3481" fmla="*/ 10475759 w 12192528"/>
              <a:gd name="connsiteY3481" fmla="*/ 819204 h 3912503"/>
              <a:gd name="connsiteX3482" fmla="*/ 10475146 w 12192528"/>
              <a:gd name="connsiteY3482" fmla="*/ 816751 h 3912503"/>
              <a:gd name="connsiteX3483" fmla="*/ 10473306 w 12192528"/>
              <a:gd name="connsiteY3483" fmla="*/ 813890 h 3912503"/>
              <a:gd name="connsiteX3484" fmla="*/ 10470647 w 12192528"/>
              <a:gd name="connsiteY3484" fmla="*/ 815729 h 3912503"/>
              <a:gd name="connsiteX3485" fmla="*/ 10464512 w 12192528"/>
              <a:gd name="connsiteY3485" fmla="*/ 814708 h 3912503"/>
              <a:gd name="connsiteX3486" fmla="*/ 10463286 w 12192528"/>
              <a:gd name="connsiteY3486" fmla="*/ 812050 h 3912503"/>
              <a:gd name="connsiteX3487" fmla="*/ 10459604 w 12192528"/>
              <a:gd name="connsiteY3487" fmla="*/ 810620 h 3912503"/>
              <a:gd name="connsiteX3488" fmla="*/ 10458173 w 12192528"/>
              <a:gd name="connsiteY3488" fmla="*/ 814095 h 3912503"/>
              <a:gd name="connsiteX3489" fmla="*/ 10458518 w 12192528"/>
              <a:gd name="connsiteY3489" fmla="*/ 817185 h 3912503"/>
              <a:gd name="connsiteX3490" fmla="*/ 10442536 w 12192528"/>
              <a:gd name="connsiteY3490" fmla="*/ 801291 h 3912503"/>
              <a:gd name="connsiteX3491" fmla="*/ 10443450 w 12192528"/>
              <a:gd name="connsiteY3491" fmla="*/ 799993 h 3912503"/>
              <a:gd name="connsiteX3492" fmla="*/ 10441611 w 12192528"/>
              <a:gd name="connsiteY3492" fmla="*/ 796110 h 3912503"/>
              <a:gd name="connsiteX3493" fmla="*/ 10437930 w 12192528"/>
              <a:gd name="connsiteY3493" fmla="*/ 794474 h 3912503"/>
              <a:gd name="connsiteX3494" fmla="*/ 10435476 w 12192528"/>
              <a:gd name="connsiteY3494" fmla="*/ 789569 h 3912503"/>
              <a:gd name="connsiteX3495" fmla="*/ 10427501 w 12192528"/>
              <a:gd name="connsiteY3495" fmla="*/ 773832 h 3912503"/>
              <a:gd name="connsiteX3496" fmla="*/ 10424638 w 12192528"/>
              <a:gd name="connsiteY3496" fmla="*/ 771584 h 3912503"/>
              <a:gd name="connsiteX3497" fmla="*/ 10428522 w 12192528"/>
              <a:gd name="connsiteY3497" fmla="*/ 769131 h 3912503"/>
              <a:gd name="connsiteX3498" fmla="*/ 10429137 w 12192528"/>
              <a:gd name="connsiteY3498" fmla="*/ 769131 h 3912503"/>
              <a:gd name="connsiteX3499" fmla="*/ 10433022 w 12192528"/>
              <a:gd name="connsiteY3499" fmla="*/ 762182 h 3912503"/>
              <a:gd name="connsiteX3500" fmla="*/ 10433431 w 12192528"/>
              <a:gd name="connsiteY3500" fmla="*/ 752577 h 3912503"/>
              <a:gd name="connsiteX3501" fmla="*/ 10436908 w 12192528"/>
              <a:gd name="connsiteY3501" fmla="*/ 739088 h 3912503"/>
              <a:gd name="connsiteX3502" fmla="*/ 10439975 w 12192528"/>
              <a:gd name="connsiteY3502" fmla="*/ 735409 h 3912503"/>
              <a:gd name="connsiteX3503" fmla="*/ 10448358 w 12192528"/>
              <a:gd name="connsiteY3503" fmla="*/ 724781 h 3912503"/>
              <a:gd name="connsiteX3504" fmla="*/ 10453266 w 12192528"/>
              <a:gd name="connsiteY3504" fmla="*/ 722941 h 3912503"/>
              <a:gd name="connsiteX3505" fmla="*/ 10473509 w 12192528"/>
              <a:gd name="connsiteY3505" fmla="*/ 717015 h 3912503"/>
              <a:gd name="connsiteX3506" fmla="*/ 10473509 w 12192528"/>
              <a:gd name="connsiteY3506" fmla="*/ 712519 h 3912503"/>
              <a:gd name="connsiteX3507" fmla="*/ 10468193 w 12192528"/>
              <a:gd name="connsiteY3507" fmla="*/ 711905 h 3912503"/>
              <a:gd name="connsiteX3508" fmla="*/ 10464512 w 12192528"/>
              <a:gd name="connsiteY3508" fmla="*/ 714358 h 3912503"/>
              <a:gd name="connsiteX3509" fmla="*/ 10461036 w 12192528"/>
              <a:gd name="connsiteY3509" fmla="*/ 714766 h 3912503"/>
              <a:gd name="connsiteX3510" fmla="*/ 10461650 w 12192528"/>
              <a:gd name="connsiteY3510" fmla="*/ 711087 h 3912503"/>
              <a:gd name="connsiteX3511" fmla="*/ 10464512 w 12192528"/>
              <a:gd name="connsiteY3511" fmla="*/ 708431 h 3912503"/>
              <a:gd name="connsiteX3512" fmla="*/ 10465534 w 12192528"/>
              <a:gd name="connsiteY3512" fmla="*/ 702096 h 3912503"/>
              <a:gd name="connsiteX3513" fmla="*/ 10460014 w 12192528"/>
              <a:gd name="connsiteY3513" fmla="*/ 703321 h 3912503"/>
              <a:gd name="connsiteX3514" fmla="*/ 10455719 w 12192528"/>
              <a:gd name="connsiteY3514" fmla="*/ 706795 h 3912503"/>
              <a:gd name="connsiteX3515" fmla="*/ 10451630 w 12192528"/>
              <a:gd name="connsiteY3515" fmla="*/ 704139 h 3912503"/>
              <a:gd name="connsiteX3516" fmla="*/ 10456130 w 12192528"/>
              <a:gd name="connsiteY3516" fmla="*/ 692489 h 3912503"/>
              <a:gd name="connsiteX3517" fmla="*/ 10456130 w 12192528"/>
              <a:gd name="connsiteY3517" fmla="*/ 681249 h 3912503"/>
              <a:gd name="connsiteX3518" fmla="*/ 10452039 w 12192528"/>
              <a:gd name="connsiteY3518" fmla="*/ 676752 h 3912503"/>
              <a:gd name="connsiteX3519" fmla="*/ 10450812 w 12192528"/>
              <a:gd name="connsiteY3519" fmla="*/ 674504 h 3912503"/>
              <a:gd name="connsiteX3520" fmla="*/ 10453061 w 12192528"/>
              <a:gd name="connsiteY3520" fmla="*/ 673278 h 3912503"/>
              <a:gd name="connsiteX3521" fmla="*/ 10457356 w 12192528"/>
              <a:gd name="connsiteY3521" fmla="*/ 669190 h 3912503"/>
              <a:gd name="connsiteX3522" fmla="*/ 10462672 w 12192528"/>
              <a:gd name="connsiteY3522" fmla="*/ 659993 h 3912503"/>
              <a:gd name="connsiteX3523" fmla="*/ 10462876 w 12192528"/>
              <a:gd name="connsiteY3523" fmla="*/ 655089 h 3912503"/>
              <a:gd name="connsiteX3524" fmla="*/ 10461241 w 12192528"/>
              <a:gd name="connsiteY3524" fmla="*/ 651819 h 3912503"/>
              <a:gd name="connsiteX3525" fmla="*/ 10464717 w 12192528"/>
              <a:gd name="connsiteY3525" fmla="*/ 649570 h 3912503"/>
              <a:gd name="connsiteX3526" fmla="*/ 10467580 w 12192528"/>
              <a:gd name="connsiteY3526" fmla="*/ 649161 h 3912503"/>
              <a:gd name="connsiteX3527" fmla="*/ 10471056 w 12192528"/>
              <a:gd name="connsiteY3527" fmla="*/ 640781 h 3912503"/>
              <a:gd name="connsiteX3528" fmla="*/ 10470033 w 12192528"/>
              <a:gd name="connsiteY3528" fmla="*/ 639147 h 3912503"/>
              <a:gd name="connsiteX3529" fmla="*/ 10470238 w 12192528"/>
              <a:gd name="connsiteY3529" fmla="*/ 635468 h 3912503"/>
              <a:gd name="connsiteX3530" fmla="*/ 10473509 w 12192528"/>
              <a:gd name="connsiteY3530" fmla="*/ 636286 h 3912503"/>
              <a:gd name="connsiteX3531" fmla="*/ 10475554 w 12192528"/>
              <a:gd name="connsiteY3531" fmla="*/ 638942 h 3912503"/>
              <a:gd name="connsiteX3532" fmla="*/ 10479643 w 12192528"/>
              <a:gd name="connsiteY3532" fmla="*/ 639556 h 3912503"/>
              <a:gd name="connsiteX3533" fmla="*/ 10492117 w 12192528"/>
              <a:gd name="connsiteY3533" fmla="*/ 636286 h 3912503"/>
              <a:gd name="connsiteX3534" fmla="*/ 10502970 w 12192528"/>
              <a:gd name="connsiteY3534" fmla="*/ 635572 h 3912503"/>
              <a:gd name="connsiteX3535" fmla="*/ 10502596 w 12192528"/>
              <a:gd name="connsiteY3535" fmla="*/ 634824 h 3912503"/>
              <a:gd name="connsiteX3536" fmla="*/ 10502596 w 12192528"/>
              <a:gd name="connsiteY3536" fmla="*/ 630194 h 3912503"/>
              <a:gd name="connsiteX3537" fmla="*/ 10506460 w 12192528"/>
              <a:gd name="connsiteY3537" fmla="*/ 619776 h 3912503"/>
              <a:gd name="connsiteX3538" fmla="*/ 10511869 w 12192528"/>
              <a:gd name="connsiteY3538" fmla="*/ 602797 h 3912503"/>
              <a:gd name="connsiteX3539" fmla="*/ 10516505 w 12192528"/>
              <a:gd name="connsiteY3539" fmla="*/ 596623 h 3912503"/>
              <a:gd name="connsiteX3540" fmla="*/ 10523846 w 12192528"/>
              <a:gd name="connsiteY3540" fmla="*/ 590449 h 3912503"/>
              <a:gd name="connsiteX3541" fmla="*/ 10530414 w 12192528"/>
              <a:gd name="connsiteY3541" fmla="*/ 586975 h 3912503"/>
              <a:gd name="connsiteX3542" fmla="*/ 10542006 w 12192528"/>
              <a:gd name="connsiteY3542" fmla="*/ 581236 h 3912503"/>
              <a:gd name="connsiteX3543" fmla="*/ 5826933 w 12192528"/>
              <a:gd name="connsiteY3543" fmla="*/ 542144 h 3912503"/>
              <a:gd name="connsiteX3544" fmla="*/ 5835583 w 12192528"/>
              <a:gd name="connsiteY3544" fmla="*/ 546428 h 3912503"/>
              <a:gd name="connsiteX3545" fmla="*/ 5840487 w 12192528"/>
              <a:gd name="connsiteY3545" fmla="*/ 549020 h 3912503"/>
              <a:gd name="connsiteX3546" fmla="*/ 5845967 w 12192528"/>
              <a:gd name="connsiteY3546" fmla="*/ 553628 h 3912503"/>
              <a:gd name="connsiteX3547" fmla="*/ 5849428 w 12192528"/>
              <a:gd name="connsiteY3547" fmla="*/ 558237 h 3912503"/>
              <a:gd name="connsiteX3548" fmla="*/ 5853463 w 12192528"/>
              <a:gd name="connsiteY3548" fmla="*/ 570910 h 3912503"/>
              <a:gd name="connsiteX3549" fmla="*/ 5856350 w 12192528"/>
              <a:gd name="connsiteY3549" fmla="*/ 578687 h 3912503"/>
              <a:gd name="connsiteX3550" fmla="*/ 5856350 w 12192528"/>
              <a:gd name="connsiteY3550" fmla="*/ 582143 h 3912503"/>
              <a:gd name="connsiteX3551" fmla="*/ 5852888 w 12192528"/>
              <a:gd name="connsiteY3551" fmla="*/ 589056 h 3912503"/>
              <a:gd name="connsiteX3552" fmla="*/ 5845102 w 12192528"/>
              <a:gd name="connsiteY3552" fmla="*/ 599425 h 3912503"/>
              <a:gd name="connsiteX3553" fmla="*/ 5843083 w 12192528"/>
              <a:gd name="connsiteY3553" fmla="*/ 603457 h 3912503"/>
              <a:gd name="connsiteX3554" fmla="*/ 5839620 w 12192528"/>
              <a:gd name="connsiteY3554" fmla="*/ 604897 h 3912503"/>
              <a:gd name="connsiteX3555" fmla="*/ 5832990 w 12192528"/>
              <a:gd name="connsiteY3555" fmla="*/ 606914 h 3912503"/>
              <a:gd name="connsiteX3556" fmla="*/ 5830682 w 12192528"/>
              <a:gd name="connsiteY3556" fmla="*/ 608065 h 3912503"/>
              <a:gd name="connsiteX3557" fmla="*/ 5821454 w 12192528"/>
              <a:gd name="connsiteY3557" fmla="*/ 609217 h 3912503"/>
              <a:gd name="connsiteX3558" fmla="*/ 5819436 w 12192528"/>
              <a:gd name="connsiteY3558" fmla="*/ 609793 h 3912503"/>
              <a:gd name="connsiteX3559" fmla="*/ 5798959 w 12192528"/>
              <a:gd name="connsiteY3559" fmla="*/ 596832 h 3912503"/>
              <a:gd name="connsiteX3560" fmla="*/ 5792616 w 12192528"/>
              <a:gd name="connsiteY3560" fmla="*/ 585024 h 3912503"/>
              <a:gd name="connsiteX3561" fmla="*/ 5790598 w 12192528"/>
              <a:gd name="connsiteY3561" fmla="*/ 580127 h 3912503"/>
              <a:gd name="connsiteX3562" fmla="*/ 5790309 w 12192528"/>
              <a:gd name="connsiteY3562" fmla="*/ 575230 h 3912503"/>
              <a:gd name="connsiteX3563" fmla="*/ 5791173 w 12192528"/>
              <a:gd name="connsiteY3563" fmla="*/ 571486 h 3912503"/>
              <a:gd name="connsiteX3564" fmla="*/ 5792616 w 12192528"/>
              <a:gd name="connsiteY3564" fmla="*/ 563710 h 3912503"/>
              <a:gd name="connsiteX3565" fmla="*/ 5792904 w 12192528"/>
              <a:gd name="connsiteY3565" fmla="*/ 560829 h 3912503"/>
              <a:gd name="connsiteX3566" fmla="*/ 5793768 w 12192528"/>
              <a:gd name="connsiteY3566" fmla="*/ 553917 h 3912503"/>
              <a:gd name="connsiteX3567" fmla="*/ 5808187 w 12192528"/>
              <a:gd name="connsiteY3567" fmla="*/ 542683 h 3912503"/>
              <a:gd name="connsiteX3568" fmla="*/ 5817414 w 12192528"/>
              <a:gd name="connsiteY3568" fmla="*/ 542395 h 3912503"/>
              <a:gd name="connsiteX3569" fmla="*/ 5826933 w 12192528"/>
              <a:gd name="connsiteY3569" fmla="*/ 542144 h 3912503"/>
              <a:gd name="connsiteX3570" fmla="*/ 8173635 w 12192528"/>
              <a:gd name="connsiteY3570" fmla="*/ 529140 h 3912503"/>
              <a:gd name="connsiteX3571" fmla="*/ 8173419 w 12192528"/>
              <a:gd name="connsiteY3571" fmla="*/ 529501 h 3912503"/>
              <a:gd name="connsiteX3572" fmla="*/ 8173165 w 12192528"/>
              <a:gd name="connsiteY3572" fmla="*/ 529251 h 3912503"/>
              <a:gd name="connsiteX3573" fmla="*/ 6676874 w 12192528"/>
              <a:gd name="connsiteY3573" fmla="*/ 520917 h 3912503"/>
              <a:gd name="connsiteX3574" fmla="*/ 6689630 w 12192528"/>
              <a:gd name="connsiteY3574" fmla="*/ 521255 h 3912503"/>
              <a:gd name="connsiteX3575" fmla="*/ 6701990 w 12192528"/>
              <a:gd name="connsiteY3575" fmla="*/ 521641 h 3912503"/>
              <a:gd name="connsiteX3576" fmla="*/ 6721310 w 12192528"/>
              <a:gd name="connsiteY3576" fmla="*/ 536689 h 3912503"/>
              <a:gd name="connsiteX3577" fmla="*/ 6722468 w 12192528"/>
              <a:gd name="connsiteY3577" fmla="*/ 545950 h 3912503"/>
              <a:gd name="connsiteX3578" fmla="*/ 6722853 w 12192528"/>
              <a:gd name="connsiteY3578" fmla="*/ 549809 h 3912503"/>
              <a:gd name="connsiteX3579" fmla="*/ 6724785 w 12192528"/>
              <a:gd name="connsiteY3579" fmla="*/ 560228 h 3912503"/>
              <a:gd name="connsiteX3580" fmla="*/ 6725945 w 12192528"/>
              <a:gd name="connsiteY3580" fmla="*/ 565245 h 3912503"/>
              <a:gd name="connsiteX3581" fmla="*/ 6725557 w 12192528"/>
              <a:gd name="connsiteY3581" fmla="*/ 571805 h 3912503"/>
              <a:gd name="connsiteX3582" fmla="*/ 6722853 w 12192528"/>
              <a:gd name="connsiteY3582" fmla="*/ 578365 h 3912503"/>
              <a:gd name="connsiteX3583" fmla="*/ 6714354 w 12192528"/>
              <a:gd name="connsiteY3583" fmla="*/ 594186 h 3912503"/>
              <a:gd name="connsiteX3584" fmla="*/ 6686925 w 12192528"/>
              <a:gd name="connsiteY3584" fmla="*/ 611550 h 3912503"/>
              <a:gd name="connsiteX3585" fmla="*/ 6684222 w 12192528"/>
              <a:gd name="connsiteY3585" fmla="*/ 610778 h 3912503"/>
              <a:gd name="connsiteX3586" fmla="*/ 6671855 w 12192528"/>
              <a:gd name="connsiteY3586" fmla="*/ 609235 h 3912503"/>
              <a:gd name="connsiteX3587" fmla="*/ 6668759 w 12192528"/>
              <a:gd name="connsiteY3587" fmla="*/ 607691 h 3912503"/>
              <a:gd name="connsiteX3588" fmla="*/ 6659873 w 12192528"/>
              <a:gd name="connsiteY3588" fmla="*/ 604991 h 3912503"/>
              <a:gd name="connsiteX3589" fmla="*/ 6655234 w 12192528"/>
              <a:gd name="connsiteY3589" fmla="*/ 603061 h 3912503"/>
              <a:gd name="connsiteX3590" fmla="*/ 6652530 w 12192528"/>
              <a:gd name="connsiteY3590" fmla="*/ 597658 h 3912503"/>
              <a:gd name="connsiteX3591" fmla="*/ 6642102 w 12192528"/>
              <a:gd name="connsiteY3591" fmla="*/ 583766 h 3912503"/>
              <a:gd name="connsiteX3592" fmla="*/ 6637462 w 12192528"/>
              <a:gd name="connsiteY3592" fmla="*/ 574505 h 3912503"/>
              <a:gd name="connsiteX3593" fmla="*/ 6637462 w 12192528"/>
              <a:gd name="connsiteY3593" fmla="*/ 569876 h 3912503"/>
              <a:gd name="connsiteX3594" fmla="*/ 6641328 w 12192528"/>
              <a:gd name="connsiteY3594" fmla="*/ 559456 h 3912503"/>
              <a:gd name="connsiteX3595" fmla="*/ 6646738 w 12192528"/>
              <a:gd name="connsiteY3595" fmla="*/ 542478 h 3912503"/>
              <a:gd name="connsiteX3596" fmla="*/ 6651370 w 12192528"/>
              <a:gd name="connsiteY3596" fmla="*/ 536303 h 3912503"/>
              <a:gd name="connsiteX3597" fmla="*/ 6658713 w 12192528"/>
              <a:gd name="connsiteY3597" fmla="*/ 530130 h 3912503"/>
              <a:gd name="connsiteX3598" fmla="*/ 6665280 w 12192528"/>
              <a:gd name="connsiteY3598" fmla="*/ 526657 h 3912503"/>
              <a:gd name="connsiteX3599" fmla="*/ 6676874 w 12192528"/>
              <a:gd name="connsiteY3599" fmla="*/ 520917 h 3912503"/>
              <a:gd name="connsiteX3600" fmla="*/ 3502163 w 12192528"/>
              <a:gd name="connsiteY3600" fmla="*/ 519789 h 3912503"/>
              <a:gd name="connsiteX3601" fmla="*/ 3514913 w 12192528"/>
              <a:gd name="connsiteY3601" fmla="*/ 520127 h 3912503"/>
              <a:gd name="connsiteX3602" fmla="*/ 3527277 w 12192528"/>
              <a:gd name="connsiteY3602" fmla="*/ 520513 h 3912503"/>
              <a:gd name="connsiteX3603" fmla="*/ 3546595 w 12192528"/>
              <a:gd name="connsiteY3603" fmla="*/ 535561 h 3912503"/>
              <a:gd name="connsiteX3604" fmla="*/ 3547755 w 12192528"/>
              <a:gd name="connsiteY3604" fmla="*/ 544822 h 3912503"/>
              <a:gd name="connsiteX3605" fmla="*/ 3548141 w 12192528"/>
              <a:gd name="connsiteY3605" fmla="*/ 548681 h 3912503"/>
              <a:gd name="connsiteX3606" fmla="*/ 3550073 w 12192528"/>
              <a:gd name="connsiteY3606" fmla="*/ 559100 h 3912503"/>
              <a:gd name="connsiteX3607" fmla="*/ 3551231 w 12192528"/>
              <a:gd name="connsiteY3607" fmla="*/ 564116 h 3912503"/>
              <a:gd name="connsiteX3608" fmla="*/ 3550846 w 12192528"/>
              <a:gd name="connsiteY3608" fmla="*/ 570677 h 3912503"/>
              <a:gd name="connsiteX3609" fmla="*/ 3548141 w 12192528"/>
              <a:gd name="connsiteY3609" fmla="*/ 577236 h 3912503"/>
              <a:gd name="connsiteX3610" fmla="*/ 3539641 w 12192528"/>
              <a:gd name="connsiteY3610" fmla="*/ 593058 h 3912503"/>
              <a:gd name="connsiteX3611" fmla="*/ 3512208 w 12192528"/>
              <a:gd name="connsiteY3611" fmla="*/ 610422 h 3912503"/>
              <a:gd name="connsiteX3612" fmla="*/ 3509504 w 12192528"/>
              <a:gd name="connsiteY3612" fmla="*/ 609650 h 3912503"/>
              <a:gd name="connsiteX3613" fmla="*/ 3497140 w 12192528"/>
              <a:gd name="connsiteY3613" fmla="*/ 608106 h 3912503"/>
              <a:gd name="connsiteX3614" fmla="*/ 3494050 w 12192528"/>
              <a:gd name="connsiteY3614" fmla="*/ 606563 h 3912503"/>
              <a:gd name="connsiteX3615" fmla="*/ 3485163 w 12192528"/>
              <a:gd name="connsiteY3615" fmla="*/ 603862 h 3912503"/>
              <a:gd name="connsiteX3616" fmla="*/ 3480526 w 12192528"/>
              <a:gd name="connsiteY3616" fmla="*/ 601933 h 3912503"/>
              <a:gd name="connsiteX3617" fmla="*/ 3477822 w 12192528"/>
              <a:gd name="connsiteY3617" fmla="*/ 596530 h 3912503"/>
              <a:gd name="connsiteX3618" fmla="*/ 3467390 w 12192528"/>
              <a:gd name="connsiteY3618" fmla="*/ 582638 h 3912503"/>
              <a:gd name="connsiteX3619" fmla="*/ 3462753 w 12192528"/>
              <a:gd name="connsiteY3619" fmla="*/ 573377 h 3912503"/>
              <a:gd name="connsiteX3620" fmla="*/ 3462753 w 12192528"/>
              <a:gd name="connsiteY3620" fmla="*/ 568747 h 3912503"/>
              <a:gd name="connsiteX3621" fmla="*/ 3466617 w 12192528"/>
              <a:gd name="connsiteY3621" fmla="*/ 558328 h 3912503"/>
              <a:gd name="connsiteX3622" fmla="*/ 3472026 w 12192528"/>
              <a:gd name="connsiteY3622" fmla="*/ 541350 h 3912503"/>
              <a:gd name="connsiteX3623" fmla="*/ 3476663 w 12192528"/>
              <a:gd name="connsiteY3623" fmla="*/ 535175 h 3912503"/>
              <a:gd name="connsiteX3624" fmla="*/ 3484004 w 12192528"/>
              <a:gd name="connsiteY3624" fmla="*/ 529002 h 3912503"/>
              <a:gd name="connsiteX3625" fmla="*/ 3490572 w 12192528"/>
              <a:gd name="connsiteY3625" fmla="*/ 525528 h 3912503"/>
              <a:gd name="connsiteX3626" fmla="*/ 3502163 w 12192528"/>
              <a:gd name="connsiteY3626" fmla="*/ 519789 h 3912503"/>
              <a:gd name="connsiteX3627" fmla="*/ 11153016 w 12192528"/>
              <a:gd name="connsiteY3627" fmla="*/ 519764 h 3912503"/>
              <a:gd name="connsiteX3628" fmla="*/ 11156697 w 12192528"/>
              <a:gd name="connsiteY3628" fmla="*/ 521603 h 3912503"/>
              <a:gd name="connsiteX3629" fmla="*/ 11167330 w 12192528"/>
              <a:gd name="connsiteY3629" fmla="*/ 526508 h 3912503"/>
              <a:gd name="connsiteX3630" fmla="*/ 11169376 w 12192528"/>
              <a:gd name="connsiteY3630" fmla="*/ 527939 h 3912503"/>
              <a:gd name="connsiteX3631" fmla="*/ 11178374 w 12192528"/>
              <a:gd name="connsiteY3631" fmla="*/ 538771 h 3912503"/>
              <a:gd name="connsiteX3632" fmla="*/ 11183894 w 12192528"/>
              <a:gd name="connsiteY3632" fmla="*/ 557165 h 3912503"/>
              <a:gd name="connsiteX3633" fmla="*/ 11186551 w 12192528"/>
              <a:gd name="connsiteY3633" fmla="*/ 563501 h 3912503"/>
              <a:gd name="connsiteX3634" fmla="*/ 11185938 w 12192528"/>
              <a:gd name="connsiteY3634" fmla="*/ 572493 h 3912503"/>
              <a:gd name="connsiteX3635" fmla="*/ 11185120 w 12192528"/>
              <a:gd name="connsiteY3635" fmla="*/ 580055 h 3912503"/>
              <a:gd name="connsiteX3636" fmla="*/ 11185325 w 12192528"/>
              <a:gd name="connsiteY3636" fmla="*/ 583122 h 3912503"/>
              <a:gd name="connsiteX3637" fmla="*/ 11173260 w 12192528"/>
              <a:gd name="connsiteY3637" fmla="*/ 597019 h 3912503"/>
              <a:gd name="connsiteX3638" fmla="*/ 11161809 w 12192528"/>
              <a:gd name="connsiteY3638" fmla="*/ 603763 h 3912503"/>
              <a:gd name="connsiteX3639" fmla="*/ 11153221 w 12192528"/>
              <a:gd name="connsiteY3639" fmla="*/ 615004 h 3912503"/>
              <a:gd name="connsiteX3640" fmla="*/ 11154447 w 12192528"/>
              <a:gd name="connsiteY3640" fmla="*/ 617253 h 3912503"/>
              <a:gd name="connsiteX3641" fmla="*/ 11166512 w 12192528"/>
              <a:gd name="connsiteY3641" fmla="*/ 631559 h 3912503"/>
              <a:gd name="connsiteX3642" fmla="*/ 11168149 w 12192528"/>
              <a:gd name="connsiteY3642" fmla="*/ 634829 h 3912503"/>
              <a:gd name="connsiteX3643" fmla="*/ 11169784 w 12192528"/>
              <a:gd name="connsiteY3643" fmla="*/ 645048 h 3912503"/>
              <a:gd name="connsiteX3644" fmla="*/ 11172646 w 12192528"/>
              <a:gd name="connsiteY3644" fmla="*/ 656902 h 3912503"/>
              <a:gd name="connsiteX3645" fmla="*/ 11172442 w 12192528"/>
              <a:gd name="connsiteY3645" fmla="*/ 661806 h 3912503"/>
              <a:gd name="connsiteX3646" fmla="*/ 11161605 w 12192528"/>
              <a:gd name="connsiteY3646" fmla="*/ 688172 h 3912503"/>
              <a:gd name="connsiteX3647" fmla="*/ 11159560 w 12192528"/>
              <a:gd name="connsiteY3647" fmla="*/ 689806 h 3912503"/>
              <a:gd name="connsiteX3648" fmla="*/ 11147088 w 12192528"/>
              <a:gd name="connsiteY3648" fmla="*/ 695734 h 3912503"/>
              <a:gd name="connsiteX3649" fmla="*/ 11141770 w 12192528"/>
              <a:gd name="connsiteY3649" fmla="*/ 697368 h 3912503"/>
              <a:gd name="connsiteX3650" fmla="*/ 11132773 w 12192528"/>
              <a:gd name="connsiteY3650" fmla="*/ 699413 h 3912503"/>
              <a:gd name="connsiteX3651" fmla="*/ 11126025 w 12192528"/>
              <a:gd name="connsiteY3651" fmla="*/ 705339 h 3912503"/>
              <a:gd name="connsiteX3652" fmla="*/ 11122959 w 12192528"/>
              <a:gd name="connsiteY3652" fmla="*/ 706438 h 3912503"/>
              <a:gd name="connsiteX3653" fmla="*/ 11121118 w 12192528"/>
              <a:gd name="connsiteY3653" fmla="*/ 703705 h 3912503"/>
              <a:gd name="connsiteX3654" fmla="*/ 11120504 w 12192528"/>
              <a:gd name="connsiteY3654" fmla="*/ 701252 h 3912503"/>
              <a:gd name="connsiteX3655" fmla="*/ 11118663 w 12192528"/>
              <a:gd name="connsiteY3655" fmla="*/ 698391 h 3912503"/>
              <a:gd name="connsiteX3656" fmla="*/ 11116006 w 12192528"/>
              <a:gd name="connsiteY3656" fmla="*/ 700229 h 3912503"/>
              <a:gd name="connsiteX3657" fmla="*/ 11109873 w 12192528"/>
              <a:gd name="connsiteY3657" fmla="*/ 699208 h 3912503"/>
              <a:gd name="connsiteX3658" fmla="*/ 11108644 w 12192528"/>
              <a:gd name="connsiteY3658" fmla="*/ 696551 h 3912503"/>
              <a:gd name="connsiteX3659" fmla="*/ 11104963 w 12192528"/>
              <a:gd name="connsiteY3659" fmla="*/ 695121 h 3912503"/>
              <a:gd name="connsiteX3660" fmla="*/ 11103532 w 12192528"/>
              <a:gd name="connsiteY3660" fmla="*/ 698595 h 3912503"/>
              <a:gd name="connsiteX3661" fmla="*/ 11103876 w 12192528"/>
              <a:gd name="connsiteY3661" fmla="*/ 701686 h 3912503"/>
              <a:gd name="connsiteX3662" fmla="*/ 11087894 w 12192528"/>
              <a:gd name="connsiteY3662" fmla="*/ 685791 h 3912503"/>
              <a:gd name="connsiteX3663" fmla="*/ 11088809 w 12192528"/>
              <a:gd name="connsiteY3663" fmla="*/ 684493 h 3912503"/>
              <a:gd name="connsiteX3664" fmla="*/ 11086969 w 12192528"/>
              <a:gd name="connsiteY3664" fmla="*/ 680610 h 3912503"/>
              <a:gd name="connsiteX3665" fmla="*/ 11083288 w 12192528"/>
              <a:gd name="connsiteY3665" fmla="*/ 678975 h 3912503"/>
              <a:gd name="connsiteX3666" fmla="*/ 11080835 w 12192528"/>
              <a:gd name="connsiteY3666" fmla="*/ 674069 h 3912503"/>
              <a:gd name="connsiteX3667" fmla="*/ 11072860 w 12192528"/>
              <a:gd name="connsiteY3667" fmla="*/ 658332 h 3912503"/>
              <a:gd name="connsiteX3668" fmla="*/ 11069997 w 12192528"/>
              <a:gd name="connsiteY3668" fmla="*/ 656084 h 3912503"/>
              <a:gd name="connsiteX3669" fmla="*/ 11073882 w 12192528"/>
              <a:gd name="connsiteY3669" fmla="*/ 653631 h 3912503"/>
              <a:gd name="connsiteX3670" fmla="*/ 11074495 w 12192528"/>
              <a:gd name="connsiteY3670" fmla="*/ 653631 h 3912503"/>
              <a:gd name="connsiteX3671" fmla="*/ 11078382 w 12192528"/>
              <a:gd name="connsiteY3671" fmla="*/ 646683 h 3912503"/>
              <a:gd name="connsiteX3672" fmla="*/ 11078791 w 12192528"/>
              <a:gd name="connsiteY3672" fmla="*/ 637077 h 3912503"/>
              <a:gd name="connsiteX3673" fmla="*/ 11082267 w 12192528"/>
              <a:gd name="connsiteY3673" fmla="*/ 623588 h 3912503"/>
              <a:gd name="connsiteX3674" fmla="*/ 11085333 w 12192528"/>
              <a:gd name="connsiteY3674" fmla="*/ 619909 h 3912503"/>
              <a:gd name="connsiteX3675" fmla="*/ 11093717 w 12192528"/>
              <a:gd name="connsiteY3675" fmla="*/ 609282 h 3912503"/>
              <a:gd name="connsiteX3676" fmla="*/ 11098624 w 12192528"/>
              <a:gd name="connsiteY3676" fmla="*/ 607442 h 3912503"/>
              <a:gd name="connsiteX3677" fmla="*/ 11118868 w 12192528"/>
              <a:gd name="connsiteY3677" fmla="*/ 601515 h 3912503"/>
              <a:gd name="connsiteX3678" fmla="*/ 11118868 w 12192528"/>
              <a:gd name="connsiteY3678" fmla="*/ 597019 h 3912503"/>
              <a:gd name="connsiteX3679" fmla="*/ 11113551 w 12192528"/>
              <a:gd name="connsiteY3679" fmla="*/ 596406 h 3912503"/>
              <a:gd name="connsiteX3680" fmla="*/ 11109873 w 12192528"/>
              <a:gd name="connsiteY3680" fmla="*/ 598859 h 3912503"/>
              <a:gd name="connsiteX3681" fmla="*/ 11106394 w 12192528"/>
              <a:gd name="connsiteY3681" fmla="*/ 599267 h 3912503"/>
              <a:gd name="connsiteX3682" fmla="*/ 11107008 w 12192528"/>
              <a:gd name="connsiteY3682" fmla="*/ 595588 h 3912503"/>
              <a:gd name="connsiteX3683" fmla="*/ 11109873 w 12192528"/>
              <a:gd name="connsiteY3683" fmla="*/ 592931 h 3912503"/>
              <a:gd name="connsiteX3684" fmla="*/ 11110894 w 12192528"/>
              <a:gd name="connsiteY3684" fmla="*/ 586596 h 3912503"/>
              <a:gd name="connsiteX3685" fmla="*/ 11105372 w 12192528"/>
              <a:gd name="connsiteY3685" fmla="*/ 587822 h 3912503"/>
              <a:gd name="connsiteX3686" fmla="*/ 11101079 w 12192528"/>
              <a:gd name="connsiteY3686" fmla="*/ 591296 h 3912503"/>
              <a:gd name="connsiteX3687" fmla="*/ 11096989 w 12192528"/>
              <a:gd name="connsiteY3687" fmla="*/ 588639 h 3912503"/>
              <a:gd name="connsiteX3688" fmla="*/ 11101486 w 12192528"/>
              <a:gd name="connsiteY3688" fmla="*/ 576989 h 3912503"/>
              <a:gd name="connsiteX3689" fmla="*/ 11101486 w 12192528"/>
              <a:gd name="connsiteY3689" fmla="*/ 565749 h 3912503"/>
              <a:gd name="connsiteX3690" fmla="*/ 11097398 w 12192528"/>
              <a:gd name="connsiteY3690" fmla="*/ 561252 h 3912503"/>
              <a:gd name="connsiteX3691" fmla="*/ 11096171 w 12192528"/>
              <a:gd name="connsiteY3691" fmla="*/ 559004 h 3912503"/>
              <a:gd name="connsiteX3692" fmla="*/ 11098420 w 12192528"/>
              <a:gd name="connsiteY3692" fmla="*/ 557778 h 3912503"/>
              <a:gd name="connsiteX3693" fmla="*/ 11102715 w 12192528"/>
              <a:gd name="connsiteY3693" fmla="*/ 553690 h 3912503"/>
              <a:gd name="connsiteX3694" fmla="*/ 11108030 w 12192528"/>
              <a:gd name="connsiteY3694" fmla="*/ 544493 h 3912503"/>
              <a:gd name="connsiteX3695" fmla="*/ 11108235 w 12192528"/>
              <a:gd name="connsiteY3695" fmla="*/ 539587 h 3912503"/>
              <a:gd name="connsiteX3696" fmla="*/ 11106600 w 12192528"/>
              <a:gd name="connsiteY3696" fmla="*/ 536318 h 3912503"/>
              <a:gd name="connsiteX3697" fmla="*/ 11110075 w 12192528"/>
              <a:gd name="connsiteY3697" fmla="*/ 534070 h 3912503"/>
              <a:gd name="connsiteX3698" fmla="*/ 11112938 w 12192528"/>
              <a:gd name="connsiteY3698" fmla="*/ 533661 h 3912503"/>
              <a:gd name="connsiteX3699" fmla="*/ 11116415 w 12192528"/>
              <a:gd name="connsiteY3699" fmla="*/ 525281 h 3912503"/>
              <a:gd name="connsiteX3700" fmla="*/ 11115392 w 12192528"/>
              <a:gd name="connsiteY3700" fmla="*/ 523647 h 3912503"/>
              <a:gd name="connsiteX3701" fmla="*/ 11115597 w 12192528"/>
              <a:gd name="connsiteY3701" fmla="*/ 519968 h 3912503"/>
              <a:gd name="connsiteX3702" fmla="*/ 11118868 w 12192528"/>
              <a:gd name="connsiteY3702" fmla="*/ 520785 h 3912503"/>
              <a:gd name="connsiteX3703" fmla="*/ 11120913 w 12192528"/>
              <a:gd name="connsiteY3703" fmla="*/ 523442 h 3912503"/>
              <a:gd name="connsiteX3704" fmla="*/ 11125003 w 12192528"/>
              <a:gd name="connsiteY3704" fmla="*/ 524056 h 3912503"/>
              <a:gd name="connsiteX3705" fmla="*/ 11137476 w 12192528"/>
              <a:gd name="connsiteY3705" fmla="*/ 520785 h 3912503"/>
              <a:gd name="connsiteX3706" fmla="*/ 11153016 w 12192528"/>
              <a:gd name="connsiteY3706" fmla="*/ 519764 h 3912503"/>
              <a:gd name="connsiteX3707" fmla="*/ 4280330 w 12192528"/>
              <a:gd name="connsiteY3707" fmla="*/ 518896 h 3912503"/>
              <a:gd name="connsiteX3708" fmla="*/ 4288982 w 12192528"/>
              <a:gd name="connsiteY3708" fmla="*/ 523180 h 3912503"/>
              <a:gd name="connsiteX3709" fmla="*/ 4293883 w 12192528"/>
              <a:gd name="connsiteY3709" fmla="*/ 525772 h 3912503"/>
              <a:gd name="connsiteX3710" fmla="*/ 4299362 w 12192528"/>
              <a:gd name="connsiteY3710" fmla="*/ 530380 h 3912503"/>
              <a:gd name="connsiteX3711" fmla="*/ 4302822 w 12192528"/>
              <a:gd name="connsiteY3711" fmla="*/ 534989 h 3912503"/>
              <a:gd name="connsiteX3712" fmla="*/ 4306861 w 12192528"/>
              <a:gd name="connsiteY3712" fmla="*/ 547662 h 3912503"/>
              <a:gd name="connsiteX3713" fmla="*/ 4309745 w 12192528"/>
              <a:gd name="connsiteY3713" fmla="*/ 555438 h 3912503"/>
              <a:gd name="connsiteX3714" fmla="*/ 4309745 w 12192528"/>
              <a:gd name="connsiteY3714" fmla="*/ 558895 h 3912503"/>
              <a:gd name="connsiteX3715" fmla="*/ 4306283 w 12192528"/>
              <a:gd name="connsiteY3715" fmla="*/ 565808 h 3912503"/>
              <a:gd name="connsiteX3716" fmla="*/ 4298499 w 12192528"/>
              <a:gd name="connsiteY3716" fmla="*/ 576177 h 3912503"/>
              <a:gd name="connsiteX3717" fmla="*/ 4296479 w 12192528"/>
              <a:gd name="connsiteY3717" fmla="*/ 580209 h 3912503"/>
              <a:gd name="connsiteX3718" fmla="*/ 4293018 w 12192528"/>
              <a:gd name="connsiteY3718" fmla="*/ 581649 h 3912503"/>
              <a:gd name="connsiteX3719" fmla="*/ 4286384 w 12192528"/>
              <a:gd name="connsiteY3719" fmla="*/ 583666 h 3912503"/>
              <a:gd name="connsiteX3720" fmla="*/ 4284078 w 12192528"/>
              <a:gd name="connsiteY3720" fmla="*/ 584817 h 3912503"/>
              <a:gd name="connsiteX3721" fmla="*/ 4274851 w 12192528"/>
              <a:gd name="connsiteY3721" fmla="*/ 585969 h 3912503"/>
              <a:gd name="connsiteX3722" fmla="*/ 4272831 w 12192528"/>
              <a:gd name="connsiteY3722" fmla="*/ 586545 h 3912503"/>
              <a:gd name="connsiteX3723" fmla="*/ 4252354 w 12192528"/>
              <a:gd name="connsiteY3723" fmla="*/ 573584 h 3912503"/>
              <a:gd name="connsiteX3724" fmla="*/ 4246010 w 12192528"/>
              <a:gd name="connsiteY3724" fmla="*/ 561775 h 3912503"/>
              <a:gd name="connsiteX3725" fmla="*/ 4243992 w 12192528"/>
              <a:gd name="connsiteY3725" fmla="*/ 556879 h 3912503"/>
              <a:gd name="connsiteX3726" fmla="*/ 4243704 w 12192528"/>
              <a:gd name="connsiteY3726" fmla="*/ 551983 h 3912503"/>
              <a:gd name="connsiteX3727" fmla="*/ 4244568 w 12192528"/>
              <a:gd name="connsiteY3727" fmla="*/ 548238 h 3912503"/>
              <a:gd name="connsiteX3728" fmla="*/ 4246010 w 12192528"/>
              <a:gd name="connsiteY3728" fmla="*/ 540461 h 3912503"/>
              <a:gd name="connsiteX3729" fmla="*/ 4246297 w 12192528"/>
              <a:gd name="connsiteY3729" fmla="*/ 537581 h 3912503"/>
              <a:gd name="connsiteX3730" fmla="*/ 4247164 w 12192528"/>
              <a:gd name="connsiteY3730" fmla="*/ 530669 h 3912503"/>
              <a:gd name="connsiteX3731" fmla="*/ 4261585 w 12192528"/>
              <a:gd name="connsiteY3731" fmla="*/ 519436 h 3912503"/>
              <a:gd name="connsiteX3732" fmla="*/ 4270813 w 12192528"/>
              <a:gd name="connsiteY3732" fmla="*/ 519147 h 3912503"/>
              <a:gd name="connsiteX3733" fmla="*/ 4280330 w 12192528"/>
              <a:gd name="connsiteY3733" fmla="*/ 518896 h 3912503"/>
              <a:gd name="connsiteX3734" fmla="*/ 10198237 w 12192528"/>
              <a:gd name="connsiteY3734" fmla="*/ 513586 h 3912503"/>
              <a:gd name="connsiteX3735" fmla="*/ 10197988 w 12192528"/>
              <a:gd name="connsiteY3735" fmla="*/ 514002 h 3912503"/>
              <a:gd name="connsiteX3736" fmla="*/ 10197698 w 12192528"/>
              <a:gd name="connsiteY3736" fmla="*/ 513714 h 3912503"/>
              <a:gd name="connsiteX3737" fmla="*/ 3288866 w 12192528"/>
              <a:gd name="connsiteY3737" fmla="*/ 502749 h 3912503"/>
              <a:gd name="connsiteX3738" fmla="*/ 3304406 w 12192528"/>
              <a:gd name="connsiteY3738" fmla="*/ 503770 h 3912503"/>
              <a:gd name="connsiteX3739" fmla="*/ 3316880 w 12192528"/>
              <a:gd name="connsiteY3739" fmla="*/ 507041 h 3912503"/>
              <a:gd name="connsiteX3740" fmla="*/ 3320970 w 12192528"/>
              <a:gd name="connsiteY3740" fmla="*/ 506427 h 3912503"/>
              <a:gd name="connsiteX3741" fmla="*/ 3323015 w 12192528"/>
              <a:gd name="connsiteY3741" fmla="*/ 503770 h 3912503"/>
              <a:gd name="connsiteX3742" fmla="*/ 3326287 w 12192528"/>
              <a:gd name="connsiteY3742" fmla="*/ 502953 h 3912503"/>
              <a:gd name="connsiteX3743" fmla="*/ 3326491 w 12192528"/>
              <a:gd name="connsiteY3743" fmla="*/ 506632 h 3912503"/>
              <a:gd name="connsiteX3744" fmla="*/ 3325468 w 12192528"/>
              <a:gd name="connsiteY3744" fmla="*/ 508266 h 3912503"/>
              <a:gd name="connsiteX3745" fmla="*/ 3328944 w 12192528"/>
              <a:gd name="connsiteY3745" fmla="*/ 516646 h 3912503"/>
              <a:gd name="connsiteX3746" fmla="*/ 3331807 w 12192528"/>
              <a:gd name="connsiteY3746" fmla="*/ 517055 h 3912503"/>
              <a:gd name="connsiteX3747" fmla="*/ 3335284 w 12192528"/>
              <a:gd name="connsiteY3747" fmla="*/ 519302 h 3912503"/>
              <a:gd name="connsiteX3748" fmla="*/ 3333647 w 12192528"/>
              <a:gd name="connsiteY3748" fmla="*/ 522572 h 3912503"/>
              <a:gd name="connsiteX3749" fmla="*/ 3333852 w 12192528"/>
              <a:gd name="connsiteY3749" fmla="*/ 527478 h 3912503"/>
              <a:gd name="connsiteX3750" fmla="*/ 3339168 w 12192528"/>
              <a:gd name="connsiteY3750" fmla="*/ 536675 h 3912503"/>
              <a:gd name="connsiteX3751" fmla="*/ 3343462 w 12192528"/>
              <a:gd name="connsiteY3751" fmla="*/ 540763 h 3912503"/>
              <a:gd name="connsiteX3752" fmla="*/ 3345712 w 12192528"/>
              <a:gd name="connsiteY3752" fmla="*/ 541989 h 3912503"/>
              <a:gd name="connsiteX3753" fmla="*/ 3344485 w 12192528"/>
              <a:gd name="connsiteY3753" fmla="*/ 544237 h 3912503"/>
              <a:gd name="connsiteX3754" fmla="*/ 3340396 w 12192528"/>
              <a:gd name="connsiteY3754" fmla="*/ 548733 h 3912503"/>
              <a:gd name="connsiteX3755" fmla="*/ 3340396 w 12192528"/>
              <a:gd name="connsiteY3755" fmla="*/ 559974 h 3912503"/>
              <a:gd name="connsiteX3756" fmla="*/ 3344895 w 12192528"/>
              <a:gd name="connsiteY3756" fmla="*/ 571624 h 3912503"/>
              <a:gd name="connsiteX3757" fmla="*/ 3340805 w 12192528"/>
              <a:gd name="connsiteY3757" fmla="*/ 574280 h 3912503"/>
              <a:gd name="connsiteX3758" fmla="*/ 3336511 w 12192528"/>
              <a:gd name="connsiteY3758" fmla="*/ 570806 h 3912503"/>
              <a:gd name="connsiteX3759" fmla="*/ 3330990 w 12192528"/>
              <a:gd name="connsiteY3759" fmla="*/ 569580 h 3912503"/>
              <a:gd name="connsiteX3760" fmla="*/ 3332012 w 12192528"/>
              <a:gd name="connsiteY3760" fmla="*/ 575916 h 3912503"/>
              <a:gd name="connsiteX3761" fmla="*/ 3334874 w 12192528"/>
              <a:gd name="connsiteY3761" fmla="*/ 578572 h 3912503"/>
              <a:gd name="connsiteX3762" fmla="*/ 3335488 w 12192528"/>
              <a:gd name="connsiteY3762" fmla="*/ 582251 h 3912503"/>
              <a:gd name="connsiteX3763" fmla="*/ 3332012 w 12192528"/>
              <a:gd name="connsiteY3763" fmla="*/ 581843 h 3912503"/>
              <a:gd name="connsiteX3764" fmla="*/ 3328331 w 12192528"/>
              <a:gd name="connsiteY3764" fmla="*/ 579390 h 3912503"/>
              <a:gd name="connsiteX3765" fmla="*/ 3323015 w 12192528"/>
              <a:gd name="connsiteY3765" fmla="*/ 580004 h 3912503"/>
              <a:gd name="connsiteX3766" fmla="*/ 3323015 w 12192528"/>
              <a:gd name="connsiteY3766" fmla="*/ 584500 h 3912503"/>
              <a:gd name="connsiteX3767" fmla="*/ 3343258 w 12192528"/>
              <a:gd name="connsiteY3767" fmla="*/ 590426 h 3912503"/>
              <a:gd name="connsiteX3768" fmla="*/ 3348166 w 12192528"/>
              <a:gd name="connsiteY3768" fmla="*/ 592266 h 3912503"/>
              <a:gd name="connsiteX3769" fmla="*/ 3356550 w 12192528"/>
              <a:gd name="connsiteY3769" fmla="*/ 602894 h 3912503"/>
              <a:gd name="connsiteX3770" fmla="*/ 3359617 w 12192528"/>
              <a:gd name="connsiteY3770" fmla="*/ 606572 h 3912503"/>
              <a:gd name="connsiteX3771" fmla="*/ 3363093 w 12192528"/>
              <a:gd name="connsiteY3771" fmla="*/ 620062 h 3912503"/>
              <a:gd name="connsiteX3772" fmla="*/ 3363502 w 12192528"/>
              <a:gd name="connsiteY3772" fmla="*/ 629667 h 3912503"/>
              <a:gd name="connsiteX3773" fmla="*/ 3367387 w 12192528"/>
              <a:gd name="connsiteY3773" fmla="*/ 636616 h 3912503"/>
              <a:gd name="connsiteX3774" fmla="*/ 3368000 w 12192528"/>
              <a:gd name="connsiteY3774" fmla="*/ 636616 h 3912503"/>
              <a:gd name="connsiteX3775" fmla="*/ 3371886 w 12192528"/>
              <a:gd name="connsiteY3775" fmla="*/ 639069 h 3912503"/>
              <a:gd name="connsiteX3776" fmla="*/ 3369022 w 12192528"/>
              <a:gd name="connsiteY3776" fmla="*/ 641317 h 3912503"/>
              <a:gd name="connsiteX3777" fmla="*/ 3361048 w 12192528"/>
              <a:gd name="connsiteY3777" fmla="*/ 657054 h 3912503"/>
              <a:gd name="connsiteX3778" fmla="*/ 3358594 w 12192528"/>
              <a:gd name="connsiteY3778" fmla="*/ 661959 h 3912503"/>
              <a:gd name="connsiteX3779" fmla="*/ 3354914 w 12192528"/>
              <a:gd name="connsiteY3779" fmla="*/ 663595 h 3912503"/>
              <a:gd name="connsiteX3780" fmla="*/ 3353073 w 12192528"/>
              <a:gd name="connsiteY3780" fmla="*/ 667478 h 3912503"/>
              <a:gd name="connsiteX3781" fmla="*/ 3353988 w 12192528"/>
              <a:gd name="connsiteY3781" fmla="*/ 668776 h 3912503"/>
              <a:gd name="connsiteX3782" fmla="*/ 3338006 w 12192528"/>
              <a:gd name="connsiteY3782" fmla="*/ 684670 h 3912503"/>
              <a:gd name="connsiteX3783" fmla="*/ 3338350 w 12192528"/>
              <a:gd name="connsiteY3783" fmla="*/ 681580 h 3912503"/>
              <a:gd name="connsiteX3784" fmla="*/ 3336919 w 12192528"/>
              <a:gd name="connsiteY3784" fmla="*/ 678105 h 3912503"/>
              <a:gd name="connsiteX3785" fmla="*/ 3333238 w 12192528"/>
              <a:gd name="connsiteY3785" fmla="*/ 679535 h 3912503"/>
              <a:gd name="connsiteX3786" fmla="*/ 3332012 w 12192528"/>
              <a:gd name="connsiteY3786" fmla="*/ 682193 h 3912503"/>
              <a:gd name="connsiteX3787" fmla="*/ 3325878 w 12192528"/>
              <a:gd name="connsiteY3787" fmla="*/ 683214 h 3912503"/>
              <a:gd name="connsiteX3788" fmla="*/ 3323219 w 12192528"/>
              <a:gd name="connsiteY3788" fmla="*/ 681375 h 3912503"/>
              <a:gd name="connsiteX3789" fmla="*/ 3321379 w 12192528"/>
              <a:gd name="connsiteY3789" fmla="*/ 684236 h 3912503"/>
              <a:gd name="connsiteX3790" fmla="*/ 3320765 w 12192528"/>
              <a:gd name="connsiteY3790" fmla="*/ 686689 h 3912503"/>
              <a:gd name="connsiteX3791" fmla="*/ 3318925 w 12192528"/>
              <a:gd name="connsiteY3791" fmla="*/ 689423 h 3912503"/>
              <a:gd name="connsiteX3792" fmla="*/ 3315857 w 12192528"/>
              <a:gd name="connsiteY3792" fmla="*/ 688324 h 3912503"/>
              <a:gd name="connsiteX3793" fmla="*/ 3309110 w 12192528"/>
              <a:gd name="connsiteY3793" fmla="*/ 682397 h 3912503"/>
              <a:gd name="connsiteX3794" fmla="*/ 3300112 w 12192528"/>
              <a:gd name="connsiteY3794" fmla="*/ 680353 h 3912503"/>
              <a:gd name="connsiteX3795" fmla="*/ 3294796 w 12192528"/>
              <a:gd name="connsiteY3795" fmla="*/ 678719 h 3912503"/>
              <a:gd name="connsiteX3796" fmla="*/ 3282323 w 12192528"/>
              <a:gd name="connsiteY3796" fmla="*/ 672791 h 3912503"/>
              <a:gd name="connsiteX3797" fmla="*/ 3280278 w 12192528"/>
              <a:gd name="connsiteY3797" fmla="*/ 671157 h 3912503"/>
              <a:gd name="connsiteX3798" fmla="*/ 3269440 w 12192528"/>
              <a:gd name="connsiteY3798" fmla="*/ 644791 h 3912503"/>
              <a:gd name="connsiteX3799" fmla="*/ 3269236 w 12192528"/>
              <a:gd name="connsiteY3799" fmla="*/ 639887 h 3912503"/>
              <a:gd name="connsiteX3800" fmla="*/ 3272098 w 12192528"/>
              <a:gd name="connsiteY3800" fmla="*/ 628033 h 3912503"/>
              <a:gd name="connsiteX3801" fmla="*/ 3273735 w 12192528"/>
              <a:gd name="connsiteY3801" fmla="*/ 617813 h 3912503"/>
              <a:gd name="connsiteX3802" fmla="*/ 3275370 w 12192528"/>
              <a:gd name="connsiteY3802" fmla="*/ 614543 h 3912503"/>
              <a:gd name="connsiteX3803" fmla="*/ 3287435 w 12192528"/>
              <a:gd name="connsiteY3803" fmla="*/ 600237 h 3912503"/>
              <a:gd name="connsiteX3804" fmla="*/ 3288662 w 12192528"/>
              <a:gd name="connsiteY3804" fmla="*/ 597988 h 3912503"/>
              <a:gd name="connsiteX3805" fmla="*/ 3280073 w 12192528"/>
              <a:gd name="connsiteY3805" fmla="*/ 586748 h 3912503"/>
              <a:gd name="connsiteX3806" fmla="*/ 3268623 w 12192528"/>
              <a:gd name="connsiteY3806" fmla="*/ 580004 h 3912503"/>
              <a:gd name="connsiteX3807" fmla="*/ 3256558 w 12192528"/>
              <a:gd name="connsiteY3807" fmla="*/ 566106 h 3912503"/>
              <a:gd name="connsiteX3808" fmla="*/ 3256762 w 12192528"/>
              <a:gd name="connsiteY3808" fmla="*/ 563040 h 3912503"/>
              <a:gd name="connsiteX3809" fmla="*/ 3255944 w 12192528"/>
              <a:gd name="connsiteY3809" fmla="*/ 555478 h 3912503"/>
              <a:gd name="connsiteX3810" fmla="*/ 3255331 w 12192528"/>
              <a:gd name="connsiteY3810" fmla="*/ 546485 h 3912503"/>
              <a:gd name="connsiteX3811" fmla="*/ 3257989 w 12192528"/>
              <a:gd name="connsiteY3811" fmla="*/ 540149 h 3912503"/>
              <a:gd name="connsiteX3812" fmla="*/ 3263511 w 12192528"/>
              <a:gd name="connsiteY3812" fmla="*/ 521756 h 3912503"/>
              <a:gd name="connsiteX3813" fmla="*/ 3272507 w 12192528"/>
              <a:gd name="connsiteY3813" fmla="*/ 510924 h 3912503"/>
              <a:gd name="connsiteX3814" fmla="*/ 3274552 w 12192528"/>
              <a:gd name="connsiteY3814" fmla="*/ 509493 h 3912503"/>
              <a:gd name="connsiteX3815" fmla="*/ 3285185 w 12192528"/>
              <a:gd name="connsiteY3815" fmla="*/ 504587 h 3912503"/>
              <a:gd name="connsiteX3816" fmla="*/ 3288866 w 12192528"/>
              <a:gd name="connsiteY3816" fmla="*/ 502749 h 3912503"/>
              <a:gd name="connsiteX3817" fmla="*/ 6433558 w 12192528"/>
              <a:gd name="connsiteY3817" fmla="*/ 499121 h 3912503"/>
              <a:gd name="connsiteX3818" fmla="*/ 6441612 w 12192528"/>
              <a:gd name="connsiteY3818" fmla="*/ 503107 h 3912503"/>
              <a:gd name="connsiteX3819" fmla="*/ 6446170 w 12192528"/>
              <a:gd name="connsiteY3819" fmla="*/ 505519 h 3912503"/>
              <a:gd name="connsiteX3820" fmla="*/ 6451270 w 12192528"/>
              <a:gd name="connsiteY3820" fmla="*/ 509808 h 3912503"/>
              <a:gd name="connsiteX3821" fmla="*/ 6454491 w 12192528"/>
              <a:gd name="connsiteY3821" fmla="*/ 514096 h 3912503"/>
              <a:gd name="connsiteX3822" fmla="*/ 6458246 w 12192528"/>
              <a:gd name="connsiteY3822" fmla="*/ 525889 h 3912503"/>
              <a:gd name="connsiteX3823" fmla="*/ 6460931 w 12192528"/>
              <a:gd name="connsiteY3823" fmla="*/ 533126 h 3912503"/>
              <a:gd name="connsiteX3824" fmla="*/ 6460931 w 12192528"/>
              <a:gd name="connsiteY3824" fmla="*/ 536343 h 3912503"/>
              <a:gd name="connsiteX3825" fmla="*/ 6457713 w 12192528"/>
              <a:gd name="connsiteY3825" fmla="*/ 542775 h 3912503"/>
              <a:gd name="connsiteX3826" fmla="*/ 6450468 w 12192528"/>
              <a:gd name="connsiteY3826" fmla="*/ 552424 h 3912503"/>
              <a:gd name="connsiteX3827" fmla="*/ 6448586 w 12192528"/>
              <a:gd name="connsiteY3827" fmla="*/ 556176 h 3912503"/>
              <a:gd name="connsiteX3828" fmla="*/ 6445369 w 12192528"/>
              <a:gd name="connsiteY3828" fmla="*/ 557517 h 3912503"/>
              <a:gd name="connsiteX3829" fmla="*/ 6439194 w 12192528"/>
              <a:gd name="connsiteY3829" fmla="*/ 559393 h 3912503"/>
              <a:gd name="connsiteX3830" fmla="*/ 6437048 w 12192528"/>
              <a:gd name="connsiteY3830" fmla="*/ 560465 h 3912503"/>
              <a:gd name="connsiteX3831" fmla="*/ 6428461 w 12192528"/>
              <a:gd name="connsiteY3831" fmla="*/ 561537 h 3912503"/>
              <a:gd name="connsiteX3832" fmla="*/ 6426583 w 12192528"/>
              <a:gd name="connsiteY3832" fmla="*/ 562073 h 3912503"/>
              <a:gd name="connsiteX3833" fmla="*/ 6407529 w 12192528"/>
              <a:gd name="connsiteY3833" fmla="*/ 550011 h 3912503"/>
              <a:gd name="connsiteX3834" fmla="*/ 6401624 w 12192528"/>
              <a:gd name="connsiteY3834" fmla="*/ 539022 h 3912503"/>
              <a:gd name="connsiteX3835" fmla="*/ 6399744 w 12192528"/>
              <a:gd name="connsiteY3835" fmla="*/ 534467 h 3912503"/>
              <a:gd name="connsiteX3836" fmla="*/ 6399477 w 12192528"/>
              <a:gd name="connsiteY3836" fmla="*/ 529910 h 3912503"/>
              <a:gd name="connsiteX3837" fmla="*/ 6400283 w 12192528"/>
              <a:gd name="connsiteY3837" fmla="*/ 526426 h 3912503"/>
              <a:gd name="connsiteX3838" fmla="*/ 6401624 w 12192528"/>
              <a:gd name="connsiteY3838" fmla="*/ 519189 h 3912503"/>
              <a:gd name="connsiteX3839" fmla="*/ 6401892 w 12192528"/>
              <a:gd name="connsiteY3839" fmla="*/ 516508 h 3912503"/>
              <a:gd name="connsiteX3840" fmla="*/ 6402698 w 12192528"/>
              <a:gd name="connsiteY3840" fmla="*/ 510075 h 3912503"/>
              <a:gd name="connsiteX3841" fmla="*/ 6416114 w 12192528"/>
              <a:gd name="connsiteY3841" fmla="*/ 499623 h 3912503"/>
              <a:gd name="connsiteX3842" fmla="*/ 6424702 w 12192528"/>
              <a:gd name="connsiteY3842" fmla="*/ 499355 h 3912503"/>
              <a:gd name="connsiteX3843" fmla="*/ 6433558 w 12192528"/>
              <a:gd name="connsiteY3843" fmla="*/ 499121 h 3912503"/>
              <a:gd name="connsiteX3844" fmla="*/ 8788828 w 12192528"/>
              <a:gd name="connsiteY3844" fmla="*/ 487582 h 3912503"/>
              <a:gd name="connsiteX3845" fmla="*/ 8798980 w 12192528"/>
              <a:gd name="connsiteY3845" fmla="*/ 489137 h 3912503"/>
              <a:gd name="connsiteX3846" fmla="*/ 8807572 w 12192528"/>
              <a:gd name="connsiteY3846" fmla="*/ 494579 h 3912503"/>
              <a:gd name="connsiteX3847" fmla="*/ 8812256 w 12192528"/>
              <a:gd name="connsiteY3847" fmla="*/ 500021 h 3912503"/>
              <a:gd name="connsiteX3848" fmla="*/ 8812256 w 12192528"/>
              <a:gd name="connsiteY3848" fmla="*/ 514015 h 3912503"/>
              <a:gd name="connsiteX3849" fmla="*/ 8803666 w 12192528"/>
              <a:gd name="connsiteY3849" fmla="*/ 522567 h 3912503"/>
              <a:gd name="connsiteX3850" fmla="*/ 8798199 w 12192528"/>
              <a:gd name="connsiteY3850" fmla="*/ 532674 h 3912503"/>
              <a:gd name="connsiteX3851" fmla="*/ 8793904 w 12192528"/>
              <a:gd name="connsiteY3851" fmla="*/ 543169 h 3912503"/>
              <a:gd name="connsiteX3852" fmla="*/ 8788048 w 12192528"/>
              <a:gd name="connsiteY3852" fmla="*/ 550167 h 3912503"/>
              <a:gd name="connsiteX3853" fmla="*/ 8779456 w 12192528"/>
              <a:gd name="connsiteY3853" fmla="*/ 554442 h 3912503"/>
              <a:gd name="connsiteX3854" fmla="*/ 8771646 w 12192528"/>
              <a:gd name="connsiteY3854" fmla="*/ 554442 h 3912503"/>
              <a:gd name="connsiteX3855" fmla="*/ 8770476 w 12192528"/>
              <a:gd name="connsiteY3855" fmla="*/ 552888 h 3912503"/>
              <a:gd name="connsiteX3856" fmla="*/ 8759542 w 12192528"/>
              <a:gd name="connsiteY3856" fmla="*/ 544335 h 3912503"/>
              <a:gd name="connsiteX3857" fmla="*/ 8756028 w 12192528"/>
              <a:gd name="connsiteY3857" fmla="*/ 531119 h 3912503"/>
              <a:gd name="connsiteX3858" fmla="*/ 8761494 w 12192528"/>
              <a:gd name="connsiteY3858" fmla="*/ 515570 h 3912503"/>
              <a:gd name="connsiteX3859" fmla="*/ 8767352 w 12192528"/>
              <a:gd name="connsiteY3859" fmla="*/ 512072 h 3912503"/>
              <a:gd name="connsiteX3860" fmla="*/ 8774770 w 12192528"/>
              <a:gd name="connsiteY3860" fmla="*/ 502742 h 3912503"/>
              <a:gd name="connsiteX3861" fmla="*/ 8777115 w 12192528"/>
              <a:gd name="connsiteY3861" fmla="*/ 498466 h 3912503"/>
              <a:gd name="connsiteX3862" fmla="*/ 8788828 w 12192528"/>
              <a:gd name="connsiteY3862" fmla="*/ 487582 h 3912503"/>
              <a:gd name="connsiteX3863" fmla="*/ 5326723 w 12192528"/>
              <a:gd name="connsiteY3863" fmla="*/ 485591 h 3912503"/>
              <a:gd name="connsiteX3864" fmla="*/ 5327190 w 12192528"/>
              <a:gd name="connsiteY3864" fmla="*/ 485702 h 3912503"/>
              <a:gd name="connsiteX3865" fmla="*/ 5326938 w 12192528"/>
              <a:gd name="connsiteY3865" fmla="*/ 485952 h 3912503"/>
              <a:gd name="connsiteX3866" fmla="*/ 7668546 w 12192528"/>
              <a:gd name="connsiteY3866" fmla="*/ 465737 h 3912503"/>
              <a:gd name="connsiteX3867" fmla="*/ 7681293 w 12192528"/>
              <a:gd name="connsiteY3867" fmla="*/ 466075 h 3912503"/>
              <a:gd name="connsiteX3868" fmla="*/ 7693660 w 12192528"/>
              <a:gd name="connsiteY3868" fmla="*/ 466461 h 3912503"/>
              <a:gd name="connsiteX3869" fmla="*/ 7712977 w 12192528"/>
              <a:gd name="connsiteY3869" fmla="*/ 481509 h 3912503"/>
              <a:gd name="connsiteX3870" fmla="*/ 7714136 w 12192528"/>
              <a:gd name="connsiteY3870" fmla="*/ 490770 h 3912503"/>
              <a:gd name="connsiteX3871" fmla="*/ 7714523 w 12192528"/>
              <a:gd name="connsiteY3871" fmla="*/ 494629 h 3912503"/>
              <a:gd name="connsiteX3872" fmla="*/ 7716454 w 12192528"/>
              <a:gd name="connsiteY3872" fmla="*/ 505048 h 3912503"/>
              <a:gd name="connsiteX3873" fmla="*/ 7717613 w 12192528"/>
              <a:gd name="connsiteY3873" fmla="*/ 510065 h 3912503"/>
              <a:gd name="connsiteX3874" fmla="*/ 7717228 w 12192528"/>
              <a:gd name="connsiteY3874" fmla="*/ 516624 h 3912503"/>
              <a:gd name="connsiteX3875" fmla="*/ 7714523 w 12192528"/>
              <a:gd name="connsiteY3875" fmla="*/ 523184 h 3912503"/>
              <a:gd name="connsiteX3876" fmla="*/ 7706024 w 12192528"/>
              <a:gd name="connsiteY3876" fmla="*/ 539005 h 3912503"/>
              <a:gd name="connsiteX3877" fmla="*/ 7678590 w 12192528"/>
              <a:gd name="connsiteY3877" fmla="*/ 556370 h 3912503"/>
              <a:gd name="connsiteX3878" fmla="*/ 7675888 w 12192528"/>
              <a:gd name="connsiteY3878" fmla="*/ 555598 h 3912503"/>
              <a:gd name="connsiteX3879" fmla="*/ 7663524 w 12192528"/>
              <a:gd name="connsiteY3879" fmla="*/ 554054 h 3912503"/>
              <a:gd name="connsiteX3880" fmla="*/ 7660440 w 12192528"/>
              <a:gd name="connsiteY3880" fmla="*/ 552511 h 3912503"/>
              <a:gd name="connsiteX3881" fmla="*/ 7651544 w 12192528"/>
              <a:gd name="connsiteY3881" fmla="*/ 549809 h 3912503"/>
              <a:gd name="connsiteX3882" fmla="*/ 7646913 w 12192528"/>
              <a:gd name="connsiteY3882" fmla="*/ 547881 h 3912503"/>
              <a:gd name="connsiteX3883" fmla="*/ 7644217 w 12192528"/>
              <a:gd name="connsiteY3883" fmla="*/ 542478 h 3912503"/>
              <a:gd name="connsiteX3884" fmla="*/ 7633787 w 12192528"/>
              <a:gd name="connsiteY3884" fmla="*/ 528586 h 3912503"/>
              <a:gd name="connsiteX3885" fmla="*/ 7629147 w 12192528"/>
              <a:gd name="connsiteY3885" fmla="*/ 519325 h 3912503"/>
              <a:gd name="connsiteX3886" fmla="*/ 7629147 w 12192528"/>
              <a:gd name="connsiteY3886" fmla="*/ 514694 h 3912503"/>
              <a:gd name="connsiteX3887" fmla="*/ 7633018 w 12192528"/>
              <a:gd name="connsiteY3887" fmla="*/ 504276 h 3912503"/>
              <a:gd name="connsiteX3888" fmla="*/ 7638423 w 12192528"/>
              <a:gd name="connsiteY3888" fmla="*/ 487298 h 3912503"/>
              <a:gd name="connsiteX3889" fmla="*/ 7643060 w 12192528"/>
              <a:gd name="connsiteY3889" fmla="*/ 481123 h 3912503"/>
              <a:gd name="connsiteX3890" fmla="*/ 7650388 w 12192528"/>
              <a:gd name="connsiteY3890" fmla="*/ 474950 h 3912503"/>
              <a:gd name="connsiteX3891" fmla="*/ 7656964 w 12192528"/>
              <a:gd name="connsiteY3891" fmla="*/ 471476 h 3912503"/>
              <a:gd name="connsiteX3892" fmla="*/ 7668546 w 12192528"/>
              <a:gd name="connsiteY3892" fmla="*/ 465737 h 3912503"/>
              <a:gd name="connsiteX3893" fmla="*/ 10118432 w 12192528"/>
              <a:gd name="connsiteY3893" fmla="*/ 433327 h 3912503"/>
              <a:gd name="connsiteX3894" fmla="*/ 10134928 w 12192528"/>
              <a:gd name="connsiteY3894" fmla="*/ 448654 h 3912503"/>
              <a:gd name="connsiteX3895" fmla="*/ 10138226 w 12192528"/>
              <a:gd name="connsiteY3895" fmla="*/ 454676 h 3912503"/>
              <a:gd name="connsiteX3896" fmla="*/ 10148675 w 12192528"/>
              <a:gd name="connsiteY3896" fmla="*/ 467813 h 3912503"/>
              <a:gd name="connsiteX3897" fmla="*/ 10156921 w 12192528"/>
              <a:gd name="connsiteY3897" fmla="*/ 472740 h 3912503"/>
              <a:gd name="connsiteX3898" fmla="*/ 10164620 w 12192528"/>
              <a:gd name="connsiteY3898" fmla="*/ 494637 h 3912503"/>
              <a:gd name="connsiteX3899" fmla="*/ 10159672 w 12192528"/>
              <a:gd name="connsiteY3899" fmla="*/ 513248 h 3912503"/>
              <a:gd name="connsiteX3900" fmla="*/ 10144275 w 12192528"/>
              <a:gd name="connsiteY3900" fmla="*/ 525291 h 3912503"/>
              <a:gd name="connsiteX3901" fmla="*/ 10142625 w 12192528"/>
              <a:gd name="connsiteY3901" fmla="*/ 527481 h 3912503"/>
              <a:gd name="connsiteX3902" fmla="*/ 10131628 w 12192528"/>
              <a:gd name="connsiteY3902" fmla="*/ 527481 h 3912503"/>
              <a:gd name="connsiteX3903" fmla="*/ 10119530 w 12192528"/>
              <a:gd name="connsiteY3903" fmla="*/ 521459 h 3912503"/>
              <a:gd name="connsiteX3904" fmla="*/ 10111283 w 12192528"/>
              <a:gd name="connsiteY3904" fmla="*/ 511606 h 3912503"/>
              <a:gd name="connsiteX3905" fmla="*/ 10105235 w 12192528"/>
              <a:gd name="connsiteY3905" fmla="*/ 496826 h 3912503"/>
              <a:gd name="connsiteX3906" fmla="*/ 10097534 w 12192528"/>
              <a:gd name="connsiteY3906" fmla="*/ 482594 h 3912503"/>
              <a:gd name="connsiteX3907" fmla="*/ 10085437 w 12192528"/>
              <a:gd name="connsiteY3907" fmla="*/ 470550 h 3912503"/>
              <a:gd name="connsiteX3908" fmla="*/ 10085437 w 12192528"/>
              <a:gd name="connsiteY3908" fmla="*/ 450844 h 3912503"/>
              <a:gd name="connsiteX3909" fmla="*/ 10092036 w 12192528"/>
              <a:gd name="connsiteY3909" fmla="*/ 443180 h 3912503"/>
              <a:gd name="connsiteX3910" fmla="*/ 10104134 w 12192528"/>
              <a:gd name="connsiteY3910" fmla="*/ 435517 h 3912503"/>
              <a:gd name="connsiteX3911" fmla="*/ 10118432 w 12192528"/>
              <a:gd name="connsiteY3911" fmla="*/ 433327 h 3912503"/>
              <a:gd name="connsiteX3912" fmla="*/ 9450766 w 12192528"/>
              <a:gd name="connsiteY3912" fmla="*/ 431533 h 3912503"/>
              <a:gd name="connsiteX3913" fmla="*/ 9465064 w 12192528"/>
              <a:gd name="connsiteY3913" fmla="*/ 433723 h 3912503"/>
              <a:gd name="connsiteX3914" fmla="*/ 9477162 w 12192528"/>
              <a:gd name="connsiteY3914" fmla="*/ 441386 h 3912503"/>
              <a:gd name="connsiteX3915" fmla="*/ 9483757 w 12192528"/>
              <a:gd name="connsiteY3915" fmla="*/ 449050 h 3912503"/>
              <a:gd name="connsiteX3916" fmla="*/ 9483757 w 12192528"/>
              <a:gd name="connsiteY3916" fmla="*/ 468756 h 3912503"/>
              <a:gd name="connsiteX3917" fmla="*/ 9471663 w 12192528"/>
              <a:gd name="connsiteY3917" fmla="*/ 480800 h 3912503"/>
              <a:gd name="connsiteX3918" fmla="*/ 9463963 w 12192528"/>
              <a:gd name="connsiteY3918" fmla="*/ 495032 h 3912503"/>
              <a:gd name="connsiteX3919" fmla="*/ 9457913 w 12192528"/>
              <a:gd name="connsiteY3919" fmla="*/ 509812 h 3912503"/>
              <a:gd name="connsiteX3920" fmla="*/ 9449667 w 12192528"/>
              <a:gd name="connsiteY3920" fmla="*/ 519665 h 3912503"/>
              <a:gd name="connsiteX3921" fmla="*/ 9437569 w 12192528"/>
              <a:gd name="connsiteY3921" fmla="*/ 525687 h 3912503"/>
              <a:gd name="connsiteX3922" fmla="*/ 9426572 w 12192528"/>
              <a:gd name="connsiteY3922" fmla="*/ 525687 h 3912503"/>
              <a:gd name="connsiteX3923" fmla="*/ 9424922 w 12192528"/>
              <a:gd name="connsiteY3923" fmla="*/ 523497 h 3912503"/>
              <a:gd name="connsiteX3924" fmla="*/ 9409526 w 12192528"/>
              <a:gd name="connsiteY3924" fmla="*/ 511454 h 3912503"/>
              <a:gd name="connsiteX3925" fmla="*/ 9404576 w 12192528"/>
              <a:gd name="connsiteY3925" fmla="*/ 492843 h 3912503"/>
              <a:gd name="connsiteX3926" fmla="*/ 9412275 w 12192528"/>
              <a:gd name="connsiteY3926" fmla="*/ 470946 h 3912503"/>
              <a:gd name="connsiteX3927" fmla="*/ 9420523 w 12192528"/>
              <a:gd name="connsiteY3927" fmla="*/ 466019 h 3912503"/>
              <a:gd name="connsiteX3928" fmla="*/ 9430969 w 12192528"/>
              <a:gd name="connsiteY3928" fmla="*/ 452882 h 3912503"/>
              <a:gd name="connsiteX3929" fmla="*/ 9434268 w 12192528"/>
              <a:gd name="connsiteY3929" fmla="*/ 446860 h 3912503"/>
              <a:gd name="connsiteX3930" fmla="*/ 9450766 w 12192528"/>
              <a:gd name="connsiteY3930" fmla="*/ 431533 h 3912503"/>
              <a:gd name="connsiteX3931" fmla="*/ 8279557 w 12192528"/>
              <a:gd name="connsiteY3931" fmla="*/ 404265 h 3912503"/>
              <a:gd name="connsiteX3932" fmla="*/ 8283237 w 12192528"/>
              <a:gd name="connsiteY3932" fmla="*/ 406104 h 3912503"/>
              <a:gd name="connsiteX3933" fmla="*/ 8293871 w 12192528"/>
              <a:gd name="connsiteY3933" fmla="*/ 411009 h 3912503"/>
              <a:gd name="connsiteX3934" fmla="*/ 8295912 w 12192528"/>
              <a:gd name="connsiteY3934" fmla="*/ 412440 h 3912503"/>
              <a:gd name="connsiteX3935" fmla="*/ 8304910 w 12192528"/>
              <a:gd name="connsiteY3935" fmla="*/ 423272 h 3912503"/>
              <a:gd name="connsiteX3936" fmla="*/ 8310432 w 12192528"/>
              <a:gd name="connsiteY3936" fmla="*/ 441666 h 3912503"/>
              <a:gd name="connsiteX3937" fmla="*/ 8313088 w 12192528"/>
              <a:gd name="connsiteY3937" fmla="*/ 448001 h 3912503"/>
              <a:gd name="connsiteX3938" fmla="*/ 8312478 w 12192528"/>
              <a:gd name="connsiteY3938" fmla="*/ 456994 h 3912503"/>
              <a:gd name="connsiteX3939" fmla="*/ 8311659 w 12192528"/>
              <a:gd name="connsiteY3939" fmla="*/ 464556 h 3912503"/>
              <a:gd name="connsiteX3940" fmla="*/ 8311863 w 12192528"/>
              <a:gd name="connsiteY3940" fmla="*/ 467622 h 3912503"/>
              <a:gd name="connsiteX3941" fmla="*/ 8299802 w 12192528"/>
              <a:gd name="connsiteY3941" fmla="*/ 481520 h 3912503"/>
              <a:gd name="connsiteX3942" fmla="*/ 8288349 w 12192528"/>
              <a:gd name="connsiteY3942" fmla="*/ 488264 h 3912503"/>
              <a:gd name="connsiteX3943" fmla="*/ 8279763 w 12192528"/>
              <a:gd name="connsiteY3943" fmla="*/ 499505 h 3912503"/>
              <a:gd name="connsiteX3944" fmla="*/ 8280988 w 12192528"/>
              <a:gd name="connsiteY3944" fmla="*/ 501754 h 3912503"/>
              <a:gd name="connsiteX3945" fmla="*/ 8293054 w 12192528"/>
              <a:gd name="connsiteY3945" fmla="*/ 516060 h 3912503"/>
              <a:gd name="connsiteX3946" fmla="*/ 8294687 w 12192528"/>
              <a:gd name="connsiteY3946" fmla="*/ 519330 h 3912503"/>
              <a:gd name="connsiteX3947" fmla="*/ 8296321 w 12192528"/>
              <a:gd name="connsiteY3947" fmla="*/ 529548 h 3912503"/>
              <a:gd name="connsiteX3948" fmla="*/ 8299184 w 12192528"/>
              <a:gd name="connsiteY3948" fmla="*/ 541402 h 3912503"/>
              <a:gd name="connsiteX3949" fmla="*/ 8298983 w 12192528"/>
              <a:gd name="connsiteY3949" fmla="*/ 546308 h 3912503"/>
              <a:gd name="connsiteX3950" fmla="*/ 8289215 w 12192528"/>
              <a:gd name="connsiteY3950" fmla="*/ 570066 h 3912503"/>
              <a:gd name="connsiteX3951" fmla="*/ 8297712 w 12192528"/>
              <a:gd name="connsiteY3951" fmla="*/ 565573 h 3912503"/>
              <a:gd name="connsiteX3952" fmla="*/ 8366204 w 12192528"/>
              <a:gd name="connsiteY3952" fmla="*/ 550372 h 3912503"/>
              <a:gd name="connsiteX3953" fmla="*/ 8400990 w 12192528"/>
              <a:gd name="connsiteY3953" fmla="*/ 551458 h 3912503"/>
              <a:gd name="connsiteX3954" fmla="*/ 8455344 w 12192528"/>
              <a:gd name="connsiteY3954" fmla="*/ 593802 h 3912503"/>
              <a:gd name="connsiteX3955" fmla="*/ 8458606 w 12192528"/>
              <a:gd name="connsiteY3955" fmla="*/ 619860 h 3912503"/>
              <a:gd name="connsiteX3956" fmla="*/ 8459693 w 12192528"/>
              <a:gd name="connsiteY3956" fmla="*/ 630717 h 3912503"/>
              <a:gd name="connsiteX3957" fmla="*/ 8465128 w 12192528"/>
              <a:gd name="connsiteY3957" fmla="*/ 660032 h 3912503"/>
              <a:gd name="connsiteX3958" fmla="*/ 8468392 w 12192528"/>
              <a:gd name="connsiteY3958" fmla="*/ 674146 h 3912503"/>
              <a:gd name="connsiteX3959" fmla="*/ 8467305 w 12192528"/>
              <a:gd name="connsiteY3959" fmla="*/ 692604 h 3912503"/>
              <a:gd name="connsiteX3960" fmla="*/ 8459693 w 12192528"/>
              <a:gd name="connsiteY3960" fmla="*/ 711061 h 3912503"/>
              <a:gd name="connsiteX3961" fmla="*/ 8435778 w 12192528"/>
              <a:gd name="connsiteY3961" fmla="*/ 755575 h 3912503"/>
              <a:gd name="connsiteX3962" fmla="*/ 8358590 w 12192528"/>
              <a:gd name="connsiteY3962" fmla="*/ 804433 h 3912503"/>
              <a:gd name="connsiteX3963" fmla="*/ 8350980 w 12192528"/>
              <a:gd name="connsiteY3963" fmla="*/ 802262 h 3912503"/>
              <a:gd name="connsiteX3964" fmla="*/ 8316193 w 12192528"/>
              <a:gd name="connsiteY3964" fmla="*/ 797919 h 3912503"/>
              <a:gd name="connsiteX3965" fmla="*/ 8307494 w 12192528"/>
              <a:gd name="connsiteY3965" fmla="*/ 793576 h 3912503"/>
              <a:gd name="connsiteX3966" fmla="*/ 8282496 w 12192528"/>
              <a:gd name="connsiteY3966" fmla="*/ 785976 h 3912503"/>
              <a:gd name="connsiteX3967" fmla="*/ 8269447 w 12192528"/>
              <a:gd name="connsiteY3967" fmla="*/ 780547 h 3912503"/>
              <a:gd name="connsiteX3968" fmla="*/ 8261838 w 12192528"/>
              <a:gd name="connsiteY3968" fmla="*/ 765347 h 3912503"/>
              <a:gd name="connsiteX3969" fmla="*/ 8232485 w 12192528"/>
              <a:gd name="connsiteY3969" fmla="*/ 726261 h 3912503"/>
              <a:gd name="connsiteX3970" fmla="*/ 8219438 w 12192528"/>
              <a:gd name="connsiteY3970" fmla="*/ 700204 h 3912503"/>
              <a:gd name="connsiteX3971" fmla="*/ 8219438 w 12192528"/>
              <a:gd name="connsiteY3971" fmla="*/ 687175 h 3912503"/>
              <a:gd name="connsiteX3972" fmla="*/ 8230309 w 12192528"/>
              <a:gd name="connsiteY3972" fmla="*/ 657860 h 3912503"/>
              <a:gd name="connsiteX3973" fmla="*/ 8245530 w 12192528"/>
              <a:gd name="connsiteY3973" fmla="*/ 610088 h 3912503"/>
              <a:gd name="connsiteX3974" fmla="*/ 8258577 w 12192528"/>
              <a:gd name="connsiteY3974" fmla="*/ 592717 h 3912503"/>
              <a:gd name="connsiteX3975" fmla="*/ 8263346 w 12192528"/>
              <a:gd name="connsiteY3975" fmla="*/ 582998 h 3912503"/>
              <a:gd name="connsiteX3976" fmla="*/ 8259312 w 12192528"/>
              <a:gd name="connsiteY3976" fmla="*/ 583914 h 3912503"/>
              <a:gd name="connsiteX3977" fmla="*/ 8252564 w 12192528"/>
              <a:gd name="connsiteY3977" fmla="*/ 589840 h 3912503"/>
              <a:gd name="connsiteX3978" fmla="*/ 8249498 w 12192528"/>
              <a:gd name="connsiteY3978" fmla="*/ 590939 h 3912503"/>
              <a:gd name="connsiteX3979" fmla="*/ 8247654 w 12192528"/>
              <a:gd name="connsiteY3979" fmla="*/ 588206 h 3912503"/>
              <a:gd name="connsiteX3980" fmla="*/ 8247044 w 12192528"/>
              <a:gd name="connsiteY3980" fmla="*/ 585753 h 3912503"/>
              <a:gd name="connsiteX3981" fmla="*/ 8245203 w 12192528"/>
              <a:gd name="connsiteY3981" fmla="*/ 582892 h 3912503"/>
              <a:gd name="connsiteX3982" fmla="*/ 8242546 w 12192528"/>
              <a:gd name="connsiteY3982" fmla="*/ 584731 h 3912503"/>
              <a:gd name="connsiteX3983" fmla="*/ 8236409 w 12192528"/>
              <a:gd name="connsiteY3983" fmla="*/ 583710 h 3912503"/>
              <a:gd name="connsiteX3984" fmla="*/ 8235182 w 12192528"/>
              <a:gd name="connsiteY3984" fmla="*/ 581052 h 3912503"/>
              <a:gd name="connsiteX3985" fmla="*/ 8231501 w 12192528"/>
              <a:gd name="connsiteY3985" fmla="*/ 579622 h 3912503"/>
              <a:gd name="connsiteX3986" fmla="*/ 8230070 w 12192528"/>
              <a:gd name="connsiteY3986" fmla="*/ 583096 h 3912503"/>
              <a:gd name="connsiteX3987" fmla="*/ 8230415 w 12192528"/>
              <a:gd name="connsiteY3987" fmla="*/ 586187 h 3912503"/>
              <a:gd name="connsiteX3988" fmla="*/ 8214432 w 12192528"/>
              <a:gd name="connsiteY3988" fmla="*/ 570292 h 3912503"/>
              <a:gd name="connsiteX3989" fmla="*/ 8215348 w 12192528"/>
              <a:gd name="connsiteY3989" fmla="*/ 568994 h 3912503"/>
              <a:gd name="connsiteX3990" fmla="*/ 8213506 w 12192528"/>
              <a:gd name="connsiteY3990" fmla="*/ 565111 h 3912503"/>
              <a:gd name="connsiteX3991" fmla="*/ 8209824 w 12192528"/>
              <a:gd name="connsiteY3991" fmla="*/ 563476 h 3912503"/>
              <a:gd name="connsiteX3992" fmla="*/ 8207373 w 12192528"/>
              <a:gd name="connsiteY3992" fmla="*/ 558570 h 3912503"/>
              <a:gd name="connsiteX3993" fmla="*/ 8199396 w 12192528"/>
              <a:gd name="connsiteY3993" fmla="*/ 542833 h 3912503"/>
              <a:gd name="connsiteX3994" fmla="*/ 8196535 w 12192528"/>
              <a:gd name="connsiteY3994" fmla="*/ 540586 h 3912503"/>
              <a:gd name="connsiteX3995" fmla="*/ 8200422 w 12192528"/>
              <a:gd name="connsiteY3995" fmla="*/ 538132 h 3912503"/>
              <a:gd name="connsiteX3996" fmla="*/ 8201035 w 12192528"/>
              <a:gd name="connsiteY3996" fmla="*/ 538132 h 3912503"/>
              <a:gd name="connsiteX3997" fmla="*/ 8204920 w 12192528"/>
              <a:gd name="connsiteY3997" fmla="*/ 531184 h 3912503"/>
              <a:gd name="connsiteX3998" fmla="*/ 8205329 w 12192528"/>
              <a:gd name="connsiteY3998" fmla="*/ 521577 h 3912503"/>
              <a:gd name="connsiteX3999" fmla="*/ 8208804 w 12192528"/>
              <a:gd name="connsiteY3999" fmla="*/ 508089 h 3912503"/>
              <a:gd name="connsiteX4000" fmla="*/ 8211871 w 12192528"/>
              <a:gd name="connsiteY4000" fmla="*/ 504410 h 3912503"/>
              <a:gd name="connsiteX4001" fmla="*/ 8220253 w 12192528"/>
              <a:gd name="connsiteY4001" fmla="*/ 493783 h 3912503"/>
              <a:gd name="connsiteX4002" fmla="*/ 8225165 w 12192528"/>
              <a:gd name="connsiteY4002" fmla="*/ 491943 h 3912503"/>
              <a:gd name="connsiteX4003" fmla="*/ 8245407 w 12192528"/>
              <a:gd name="connsiteY4003" fmla="*/ 486017 h 3912503"/>
              <a:gd name="connsiteX4004" fmla="*/ 8245407 w 12192528"/>
              <a:gd name="connsiteY4004" fmla="*/ 481520 h 3912503"/>
              <a:gd name="connsiteX4005" fmla="*/ 8240090 w 12192528"/>
              <a:gd name="connsiteY4005" fmla="*/ 480907 h 3912503"/>
              <a:gd name="connsiteX4006" fmla="*/ 8236409 w 12192528"/>
              <a:gd name="connsiteY4006" fmla="*/ 483359 h 3912503"/>
              <a:gd name="connsiteX4007" fmla="*/ 8232935 w 12192528"/>
              <a:gd name="connsiteY4007" fmla="*/ 483768 h 3912503"/>
              <a:gd name="connsiteX4008" fmla="*/ 8233545 w 12192528"/>
              <a:gd name="connsiteY4008" fmla="*/ 480089 h 3912503"/>
              <a:gd name="connsiteX4009" fmla="*/ 8236409 w 12192528"/>
              <a:gd name="connsiteY4009" fmla="*/ 477432 h 3912503"/>
              <a:gd name="connsiteX4010" fmla="*/ 8237431 w 12192528"/>
              <a:gd name="connsiteY4010" fmla="*/ 471096 h 3912503"/>
              <a:gd name="connsiteX4011" fmla="*/ 8231911 w 12192528"/>
              <a:gd name="connsiteY4011" fmla="*/ 472323 h 3912503"/>
              <a:gd name="connsiteX4012" fmla="*/ 8227617 w 12192528"/>
              <a:gd name="connsiteY4012" fmla="*/ 475797 h 3912503"/>
              <a:gd name="connsiteX4013" fmla="*/ 8223523 w 12192528"/>
              <a:gd name="connsiteY4013" fmla="*/ 473140 h 3912503"/>
              <a:gd name="connsiteX4014" fmla="*/ 8228027 w 12192528"/>
              <a:gd name="connsiteY4014" fmla="*/ 461491 h 3912503"/>
              <a:gd name="connsiteX4015" fmla="*/ 8228027 w 12192528"/>
              <a:gd name="connsiteY4015" fmla="*/ 450250 h 3912503"/>
              <a:gd name="connsiteX4016" fmla="*/ 8223932 w 12192528"/>
              <a:gd name="connsiteY4016" fmla="*/ 445754 h 3912503"/>
              <a:gd name="connsiteX4017" fmla="*/ 8222710 w 12192528"/>
              <a:gd name="connsiteY4017" fmla="*/ 443506 h 3912503"/>
              <a:gd name="connsiteX4018" fmla="*/ 8224957 w 12192528"/>
              <a:gd name="connsiteY4018" fmla="*/ 442279 h 3912503"/>
              <a:gd name="connsiteX4019" fmla="*/ 8229252 w 12192528"/>
              <a:gd name="connsiteY4019" fmla="*/ 438192 h 3912503"/>
              <a:gd name="connsiteX4020" fmla="*/ 8234571 w 12192528"/>
              <a:gd name="connsiteY4020" fmla="*/ 428994 h 3912503"/>
              <a:gd name="connsiteX4021" fmla="*/ 8234774 w 12192528"/>
              <a:gd name="connsiteY4021" fmla="*/ 424089 h 3912503"/>
              <a:gd name="connsiteX4022" fmla="*/ 8233137 w 12192528"/>
              <a:gd name="connsiteY4022" fmla="*/ 420819 h 3912503"/>
              <a:gd name="connsiteX4023" fmla="*/ 8236613 w 12192528"/>
              <a:gd name="connsiteY4023" fmla="*/ 418571 h 3912503"/>
              <a:gd name="connsiteX4024" fmla="*/ 8239477 w 12192528"/>
              <a:gd name="connsiteY4024" fmla="*/ 418162 h 3912503"/>
              <a:gd name="connsiteX4025" fmla="*/ 8242953 w 12192528"/>
              <a:gd name="connsiteY4025" fmla="*/ 409783 h 3912503"/>
              <a:gd name="connsiteX4026" fmla="*/ 8241931 w 12192528"/>
              <a:gd name="connsiteY4026" fmla="*/ 408148 h 3912503"/>
              <a:gd name="connsiteX4027" fmla="*/ 8242138 w 12192528"/>
              <a:gd name="connsiteY4027" fmla="*/ 404470 h 3912503"/>
              <a:gd name="connsiteX4028" fmla="*/ 8245407 w 12192528"/>
              <a:gd name="connsiteY4028" fmla="*/ 405286 h 3912503"/>
              <a:gd name="connsiteX4029" fmla="*/ 8247451 w 12192528"/>
              <a:gd name="connsiteY4029" fmla="*/ 407944 h 3912503"/>
              <a:gd name="connsiteX4030" fmla="*/ 8251542 w 12192528"/>
              <a:gd name="connsiteY4030" fmla="*/ 408557 h 3912503"/>
              <a:gd name="connsiteX4031" fmla="*/ 8264017 w 12192528"/>
              <a:gd name="connsiteY4031" fmla="*/ 405286 h 3912503"/>
              <a:gd name="connsiteX4032" fmla="*/ 8279557 w 12192528"/>
              <a:gd name="connsiteY4032" fmla="*/ 404265 h 3912503"/>
              <a:gd name="connsiteX4033" fmla="*/ 5434097 w 12192528"/>
              <a:gd name="connsiteY4033" fmla="*/ 377756 h 3912503"/>
              <a:gd name="connsiteX4034" fmla="*/ 5446849 w 12192528"/>
              <a:gd name="connsiteY4034" fmla="*/ 378094 h 3912503"/>
              <a:gd name="connsiteX4035" fmla="*/ 5459212 w 12192528"/>
              <a:gd name="connsiteY4035" fmla="*/ 378480 h 3912503"/>
              <a:gd name="connsiteX4036" fmla="*/ 5478530 w 12192528"/>
              <a:gd name="connsiteY4036" fmla="*/ 393529 h 3912503"/>
              <a:gd name="connsiteX4037" fmla="*/ 5479690 w 12192528"/>
              <a:gd name="connsiteY4037" fmla="*/ 402789 h 3912503"/>
              <a:gd name="connsiteX4038" fmla="*/ 5480075 w 12192528"/>
              <a:gd name="connsiteY4038" fmla="*/ 406648 h 3912503"/>
              <a:gd name="connsiteX4039" fmla="*/ 5482008 w 12192528"/>
              <a:gd name="connsiteY4039" fmla="*/ 417067 h 3912503"/>
              <a:gd name="connsiteX4040" fmla="*/ 5483166 w 12192528"/>
              <a:gd name="connsiteY4040" fmla="*/ 422084 h 3912503"/>
              <a:gd name="connsiteX4041" fmla="*/ 5482780 w 12192528"/>
              <a:gd name="connsiteY4041" fmla="*/ 428643 h 3912503"/>
              <a:gd name="connsiteX4042" fmla="*/ 5480075 w 12192528"/>
              <a:gd name="connsiteY4042" fmla="*/ 435204 h 3912503"/>
              <a:gd name="connsiteX4043" fmla="*/ 5471575 w 12192528"/>
              <a:gd name="connsiteY4043" fmla="*/ 451024 h 3912503"/>
              <a:gd name="connsiteX4044" fmla="*/ 5444142 w 12192528"/>
              <a:gd name="connsiteY4044" fmla="*/ 468389 h 3912503"/>
              <a:gd name="connsiteX4045" fmla="*/ 5441439 w 12192528"/>
              <a:gd name="connsiteY4045" fmla="*/ 467617 h 3912503"/>
              <a:gd name="connsiteX4046" fmla="*/ 5429074 w 12192528"/>
              <a:gd name="connsiteY4046" fmla="*/ 466074 h 3912503"/>
              <a:gd name="connsiteX4047" fmla="*/ 5425985 w 12192528"/>
              <a:gd name="connsiteY4047" fmla="*/ 464530 h 3912503"/>
              <a:gd name="connsiteX4048" fmla="*/ 5417098 w 12192528"/>
              <a:gd name="connsiteY4048" fmla="*/ 461829 h 3912503"/>
              <a:gd name="connsiteX4049" fmla="*/ 5412461 w 12192528"/>
              <a:gd name="connsiteY4049" fmla="*/ 459900 h 3912503"/>
              <a:gd name="connsiteX4050" fmla="*/ 5409756 w 12192528"/>
              <a:gd name="connsiteY4050" fmla="*/ 454497 h 3912503"/>
              <a:gd name="connsiteX4051" fmla="*/ 5399325 w 12192528"/>
              <a:gd name="connsiteY4051" fmla="*/ 440606 h 3912503"/>
              <a:gd name="connsiteX4052" fmla="*/ 5394689 w 12192528"/>
              <a:gd name="connsiteY4052" fmla="*/ 431345 h 3912503"/>
              <a:gd name="connsiteX4053" fmla="*/ 5394689 w 12192528"/>
              <a:gd name="connsiteY4053" fmla="*/ 426714 h 3912503"/>
              <a:gd name="connsiteX4054" fmla="*/ 5398552 w 12192528"/>
              <a:gd name="connsiteY4054" fmla="*/ 416295 h 3912503"/>
              <a:gd name="connsiteX4055" fmla="*/ 5403961 w 12192528"/>
              <a:gd name="connsiteY4055" fmla="*/ 399317 h 3912503"/>
              <a:gd name="connsiteX4056" fmla="*/ 5408596 w 12192528"/>
              <a:gd name="connsiteY4056" fmla="*/ 393143 h 3912503"/>
              <a:gd name="connsiteX4057" fmla="*/ 5415940 w 12192528"/>
              <a:gd name="connsiteY4057" fmla="*/ 386969 h 3912503"/>
              <a:gd name="connsiteX4058" fmla="*/ 5422507 w 12192528"/>
              <a:gd name="connsiteY4058" fmla="*/ 383496 h 3912503"/>
              <a:gd name="connsiteX4059" fmla="*/ 5434097 w 12192528"/>
              <a:gd name="connsiteY4059" fmla="*/ 377756 h 3912503"/>
              <a:gd name="connsiteX4060" fmla="*/ 6212256 w 12192528"/>
              <a:gd name="connsiteY4060" fmla="*/ 376863 h 3912503"/>
              <a:gd name="connsiteX4061" fmla="*/ 6220907 w 12192528"/>
              <a:gd name="connsiteY4061" fmla="*/ 381148 h 3912503"/>
              <a:gd name="connsiteX4062" fmla="*/ 6225813 w 12192528"/>
              <a:gd name="connsiteY4062" fmla="*/ 383740 h 3912503"/>
              <a:gd name="connsiteX4063" fmla="*/ 6231291 w 12192528"/>
              <a:gd name="connsiteY4063" fmla="*/ 388348 h 3912503"/>
              <a:gd name="connsiteX4064" fmla="*/ 6234751 w 12192528"/>
              <a:gd name="connsiteY4064" fmla="*/ 392957 h 3912503"/>
              <a:gd name="connsiteX4065" fmla="*/ 6238787 w 12192528"/>
              <a:gd name="connsiteY4065" fmla="*/ 405630 h 3912503"/>
              <a:gd name="connsiteX4066" fmla="*/ 6241671 w 12192528"/>
              <a:gd name="connsiteY4066" fmla="*/ 413406 h 3912503"/>
              <a:gd name="connsiteX4067" fmla="*/ 6241671 w 12192528"/>
              <a:gd name="connsiteY4067" fmla="*/ 416863 h 3912503"/>
              <a:gd name="connsiteX4068" fmla="*/ 6238210 w 12192528"/>
              <a:gd name="connsiteY4068" fmla="*/ 423775 h 3912503"/>
              <a:gd name="connsiteX4069" fmla="*/ 6230425 w 12192528"/>
              <a:gd name="connsiteY4069" fmla="*/ 434143 h 3912503"/>
              <a:gd name="connsiteX4070" fmla="*/ 6228406 w 12192528"/>
              <a:gd name="connsiteY4070" fmla="*/ 438176 h 3912503"/>
              <a:gd name="connsiteX4071" fmla="*/ 6224946 w 12192528"/>
              <a:gd name="connsiteY4071" fmla="*/ 439616 h 3912503"/>
              <a:gd name="connsiteX4072" fmla="*/ 6218313 w 12192528"/>
              <a:gd name="connsiteY4072" fmla="*/ 441632 h 3912503"/>
              <a:gd name="connsiteX4073" fmla="*/ 6216005 w 12192528"/>
              <a:gd name="connsiteY4073" fmla="*/ 442784 h 3912503"/>
              <a:gd name="connsiteX4074" fmla="*/ 6206777 w 12192528"/>
              <a:gd name="connsiteY4074" fmla="*/ 443937 h 3912503"/>
              <a:gd name="connsiteX4075" fmla="*/ 6204758 w 12192528"/>
              <a:gd name="connsiteY4075" fmla="*/ 444513 h 3912503"/>
              <a:gd name="connsiteX4076" fmla="*/ 6184282 w 12192528"/>
              <a:gd name="connsiteY4076" fmla="*/ 431551 h 3912503"/>
              <a:gd name="connsiteX4077" fmla="*/ 6177939 w 12192528"/>
              <a:gd name="connsiteY4077" fmla="*/ 419742 h 3912503"/>
              <a:gd name="connsiteX4078" fmla="*/ 6175922 w 12192528"/>
              <a:gd name="connsiteY4078" fmla="*/ 414847 h 3912503"/>
              <a:gd name="connsiteX4079" fmla="*/ 6175631 w 12192528"/>
              <a:gd name="connsiteY4079" fmla="*/ 409950 h 3912503"/>
              <a:gd name="connsiteX4080" fmla="*/ 6176498 w 12192528"/>
              <a:gd name="connsiteY4080" fmla="*/ 406206 h 3912503"/>
              <a:gd name="connsiteX4081" fmla="*/ 6177939 w 12192528"/>
              <a:gd name="connsiteY4081" fmla="*/ 398428 h 3912503"/>
              <a:gd name="connsiteX4082" fmla="*/ 6178227 w 12192528"/>
              <a:gd name="connsiteY4082" fmla="*/ 395549 h 3912503"/>
              <a:gd name="connsiteX4083" fmla="*/ 6179092 w 12192528"/>
              <a:gd name="connsiteY4083" fmla="*/ 388636 h 3912503"/>
              <a:gd name="connsiteX4084" fmla="*/ 6193512 w 12192528"/>
              <a:gd name="connsiteY4084" fmla="*/ 377403 h 3912503"/>
              <a:gd name="connsiteX4085" fmla="*/ 6202740 w 12192528"/>
              <a:gd name="connsiteY4085" fmla="*/ 377115 h 3912503"/>
              <a:gd name="connsiteX4086" fmla="*/ 6212256 w 12192528"/>
              <a:gd name="connsiteY4086" fmla="*/ 376863 h 3912503"/>
              <a:gd name="connsiteX4087" fmla="*/ 10320459 w 12192528"/>
              <a:gd name="connsiteY4087" fmla="*/ 369493 h 3912503"/>
              <a:gd name="connsiteX4088" fmla="*/ 10324706 w 12192528"/>
              <a:gd name="connsiteY4088" fmla="*/ 371616 h 3912503"/>
              <a:gd name="connsiteX4089" fmla="*/ 10336976 w 12192528"/>
              <a:gd name="connsiteY4089" fmla="*/ 377275 h 3912503"/>
              <a:gd name="connsiteX4090" fmla="*/ 10339336 w 12192528"/>
              <a:gd name="connsiteY4090" fmla="*/ 378926 h 3912503"/>
              <a:gd name="connsiteX4091" fmla="*/ 10349717 w 12192528"/>
              <a:gd name="connsiteY4091" fmla="*/ 391425 h 3912503"/>
              <a:gd name="connsiteX4092" fmla="*/ 10356089 w 12192528"/>
              <a:gd name="connsiteY4092" fmla="*/ 412650 h 3912503"/>
              <a:gd name="connsiteX4093" fmla="*/ 10359156 w 12192528"/>
              <a:gd name="connsiteY4093" fmla="*/ 419961 h 3912503"/>
              <a:gd name="connsiteX4094" fmla="*/ 10358449 w 12192528"/>
              <a:gd name="connsiteY4094" fmla="*/ 430338 h 3912503"/>
              <a:gd name="connsiteX4095" fmla="*/ 10357506 w 12192528"/>
              <a:gd name="connsiteY4095" fmla="*/ 439063 h 3912503"/>
              <a:gd name="connsiteX4096" fmla="*/ 10357740 w 12192528"/>
              <a:gd name="connsiteY4096" fmla="*/ 442601 h 3912503"/>
              <a:gd name="connsiteX4097" fmla="*/ 10343818 w 12192528"/>
              <a:gd name="connsiteY4097" fmla="*/ 458637 h 3912503"/>
              <a:gd name="connsiteX4098" fmla="*/ 10330605 w 12192528"/>
              <a:gd name="connsiteY4098" fmla="*/ 466419 h 3912503"/>
              <a:gd name="connsiteX4099" fmla="*/ 10320694 w 12192528"/>
              <a:gd name="connsiteY4099" fmla="*/ 479390 h 3912503"/>
              <a:gd name="connsiteX4100" fmla="*/ 10322111 w 12192528"/>
              <a:gd name="connsiteY4100" fmla="*/ 481985 h 3912503"/>
              <a:gd name="connsiteX4101" fmla="*/ 10336032 w 12192528"/>
              <a:gd name="connsiteY4101" fmla="*/ 498493 h 3912503"/>
              <a:gd name="connsiteX4102" fmla="*/ 10337920 w 12192528"/>
              <a:gd name="connsiteY4102" fmla="*/ 502265 h 3912503"/>
              <a:gd name="connsiteX4103" fmla="*/ 10339807 w 12192528"/>
              <a:gd name="connsiteY4103" fmla="*/ 514057 h 3912503"/>
              <a:gd name="connsiteX4104" fmla="*/ 10343111 w 12192528"/>
              <a:gd name="connsiteY4104" fmla="*/ 527736 h 3912503"/>
              <a:gd name="connsiteX4105" fmla="*/ 10342875 w 12192528"/>
              <a:gd name="connsiteY4105" fmla="*/ 533395 h 3912503"/>
              <a:gd name="connsiteX4106" fmla="*/ 10330369 w 12192528"/>
              <a:gd name="connsiteY4106" fmla="*/ 563818 h 3912503"/>
              <a:gd name="connsiteX4107" fmla="*/ 10328010 w 12192528"/>
              <a:gd name="connsiteY4107" fmla="*/ 565705 h 3912503"/>
              <a:gd name="connsiteX4108" fmla="*/ 10313616 w 12192528"/>
              <a:gd name="connsiteY4108" fmla="*/ 572543 h 3912503"/>
              <a:gd name="connsiteX4109" fmla="*/ 10307482 w 12192528"/>
              <a:gd name="connsiteY4109" fmla="*/ 574430 h 3912503"/>
              <a:gd name="connsiteX4110" fmla="*/ 10297100 w 12192528"/>
              <a:gd name="connsiteY4110" fmla="*/ 576788 h 3912503"/>
              <a:gd name="connsiteX4111" fmla="*/ 10289314 w 12192528"/>
              <a:gd name="connsiteY4111" fmla="*/ 583628 h 3912503"/>
              <a:gd name="connsiteX4112" fmla="*/ 10285775 w 12192528"/>
              <a:gd name="connsiteY4112" fmla="*/ 584896 h 3912503"/>
              <a:gd name="connsiteX4113" fmla="*/ 10283651 w 12192528"/>
              <a:gd name="connsiteY4113" fmla="*/ 581741 h 3912503"/>
              <a:gd name="connsiteX4114" fmla="*/ 10282944 w 12192528"/>
              <a:gd name="connsiteY4114" fmla="*/ 578912 h 3912503"/>
              <a:gd name="connsiteX4115" fmla="*/ 10280819 w 12192528"/>
              <a:gd name="connsiteY4115" fmla="*/ 575610 h 3912503"/>
              <a:gd name="connsiteX4116" fmla="*/ 10277753 w 12192528"/>
              <a:gd name="connsiteY4116" fmla="*/ 577732 h 3912503"/>
              <a:gd name="connsiteX4117" fmla="*/ 10270673 w 12192528"/>
              <a:gd name="connsiteY4117" fmla="*/ 576553 h 3912503"/>
              <a:gd name="connsiteX4118" fmla="*/ 10269258 w 12192528"/>
              <a:gd name="connsiteY4118" fmla="*/ 573487 h 3912503"/>
              <a:gd name="connsiteX4119" fmla="*/ 10265012 w 12192528"/>
              <a:gd name="connsiteY4119" fmla="*/ 571836 h 3912503"/>
              <a:gd name="connsiteX4120" fmla="*/ 10263358 w 12192528"/>
              <a:gd name="connsiteY4120" fmla="*/ 575845 h 3912503"/>
              <a:gd name="connsiteX4121" fmla="*/ 10263756 w 12192528"/>
              <a:gd name="connsiteY4121" fmla="*/ 579412 h 3912503"/>
              <a:gd name="connsiteX4122" fmla="*/ 10245315 w 12192528"/>
              <a:gd name="connsiteY4122" fmla="*/ 561071 h 3912503"/>
              <a:gd name="connsiteX4123" fmla="*/ 10246370 w 12192528"/>
              <a:gd name="connsiteY4123" fmla="*/ 559573 h 3912503"/>
              <a:gd name="connsiteX4124" fmla="*/ 10244247 w 12192528"/>
              <a:gd name="connsiteY4124" fmla="*/ 555092 h 3912503"/>
              <a:gd name="connsiteX4125" fmla="*/ 10240001 w 12192528"/>
              <a:gd name="connsiteY4125" fmla="*/ 553205 h 3912503"/>
              <a:gd name="connsiteX4126" fmla="*/ 10237170 w 12192528"/>
              <a:gd name="connsiteY4126" fmla="*/ 547545 h 3912503"/>
              <a:gd name="connsiteX4127" fmla="*/ 10227968 w 12192528"/>
              <a:gd name="connsiteY4127" fmla="*/ 529386 h 3912503"/>
              <a:gd name="connsiteX4128" fmla="*/ 10224664 w 12192528"/>
              <a:gd name="connsiteY4128" fmla="*/ 526792 h 3912503"/>
              <a:gd name="connsiteX4129" fmla="*/ 10229147 w 12192528"/>
              <a:gd name="connsiteY4129" fmla="*/ 523962 h 3912503"/>
              <a:gd name="connsiteX4130" fmla="*/ 10229856 w 12192528"/>
              <a:gd name="connsiteY4130" fmla="*/ 523962 h 3912503"/>
              <a:gd name="connsiteX4131" fmla="*/ 10234338 w 12192528"/>
              <a:gd name="connsiteY4131" fmla="*/ 515944 h 3912503"/>
              <a:gd name="connsiteX4132" fmla="*/ 10234809 w 12192528"/>
              <a:gd name="connsiteY4132" fmla="*/ 504860 h 3912503"/>
              <a:gd name="connsiteX4133" fmla="*/ 10238820 w 12192528"/>
              <a:gd name="connsiteY4133" fmla="*/ 489295 h 3912503"/>
              <a:gd name="connsiteX4134" fmla="*/ 10242359 w 12192528"/>
              <a:gd name="connsiteY4134" fmla="*/ 485050 h 3912503"/>
              <a:gd name="connsiteX4135" fmla="*/ 10252033 w 12192528"/>
              <a:gd name="connsiteY4135" fmla="*/ 472787 h 3912503"/>
              <a:gd name="connsiteX4136" fmla="*/ 10257696 w 12192528"/>
              <a:gd name="connsiteY4136" fmla="*/ 470664 h 3912503"/>
              <a:gd name="connsiteX4137" fmla="*/ 10281055 w 12192528"/>
              <a:gd name="connsiteY4137" fmla="*/ 463825 h 3912503"/>
              <a:gd name="connsiteX4138" fmla="*/ 10281055 w 12192528"/>
              <a:gd name="connsiteY4138" fmla="*/ 458637 h 3912503"/>
              <a:gd name="connsiteX4139" fmla="*/ 10274921 w 12192528"/>
              <a:gd name="connsiteY4139" fmla="*/ 457930 h 3912503"/>
              <a:gd name="connsiteX4140" fmla="*/ 10270673 w 12192528"/>
              <a:gd name="connsiteY4140" fmla="*/ 460759 h 3912503"/>
              <a:gd name="connsiteX4141" fmla="*/ 10266662 w 12192528"/>
              <a:gd name="connsiteY4141" fmla="*/ 461232 h 3912503"/>
              <a:gd name="connsiteX4142" fmla="*/ 10267369 w 12192528"/>
              <a:gd name="connsiteY4142" fmla="*/ 456987 h 3912503"/>
              <a:gd name="connsiteX4143" fmla="*/ 10270673 w 12192528"/>
              <a:gd name="connsiteY4143" fmla="*/ 453920 h 3912503"/>
              <a:gd name="connsiteX4144" fmla="*/ 10271852 w 12192528"/>
              <a:gd name="connsiteY4144" fmla="*/ 446610 h 3912503"/>
              <a:gd name="connsiteX4145" fmla="*/ 10265483 w 12192528"/>
              <a:gd name="connsiteY4145" fmla="*/ 448024 h 3912503"/>
              <a:gd name="connsiteX4146" fmla="*/ 10260526 w 12192528"/>
              <a:gd name="connsiteY4146" fmla="*/ 452034 h 3912503"/>
              <a:gd name="connsiteX4147" fmla="*/ 10255809 w 12192528"/>
              <a:gd name="connsiteY4147" fmla="*/ 448968 h 3912503"/>
              <a:gd name="connsiteX4148" fmla="*/ 10260999 w 12192528"/>
              <a:gd name="connsiteY4148" fmla="*/ 435525 h 3912503"/>
              <a:gd name="connsiteX4149" fmla="*/ 10260999 w 12192528"/>
              <a:gd name="connsiteY4149" fmla="*/ 422555 h 3912503"/>
              <a:gd name="connsiteX4150" fmla="*/ 10256279 w 12192528"/>
              <a:gd name="connsiteY4150" fmla="*/ 417367 h 3912503"/>
              <a:gd name="connsiteX4151" fmla="*/ 10254866 w 12192528"/>
              <a:gd name="connsiteY4151" fmla="*/ 414772 h 3912503"/>
              <a:gd name="connsiteX4152" fmla="*/ 10257460 w 12192528"/>
              <a:gd name="connsiteY4152" fmla="*/ 413358 h 3912503"/>
              <a:gd name="connsiteX4153" fmla="*/ 10262414 w 12192528"/>
              <a:gd name="connsiteY4153" fmla="*/ 408641 h 3912503"/>
              <a:gd name="connsiteX4154" fmla="*/ 10268551 w 12192528"/>
              <a:gd name="connsiteY4154" fmla="*/ 398028 h 3912503"/>
              <a:gd name="connsiteX4155" fmla="*/ 10268787 w 12192528"/>
              <a:gd name="connsiteY4155" fmla="*/ 392369 h 3912503"/>
              <a:gd name="connsiteX4156" fmla="*/ 10266898 w 12192528"/>
              <a:gd name="connsiteY4156" fmla="*/ 388596 h 3912503"/>
              <a:gd name="connsiteX4157" fmla="*/ 10270909 w 12192528"/>
              <a:gd name="connsiteY4157" fmla="*/ 386002 h 3912503"/>
              <a:gd name="connsiteX4158" fmla="*/ 10274213 w 12192528"/>
              <a:gd name="connsiteY4158" fmla="*/ 385529 h 3912503"/>
              <a:gd name="connsiteX4159" fmla="*/ 10278224 w 12192528"/>
              <a:gd name="connsiteY4159" fmla="*/ 375861 h 3912503"/>
              <a:gd name="connsiteX4160" fmla="*/ 10277044 w 12192528"/>
              <a:gd name="connsiteY4160" fmla="*/ 373974 h 3912503"/>
              <a:gd name="connsiteX4161" fmla="*/ 10277280 w 12192528"/>
              <a:gd name="connsiteY4161" fmla="*/ 369729 h 3912503"/>
              <a:gd name="connsiteX4162" fmla="*/ 10281055 w 12192528"/>
              <a:gd name="connsiteY4162" fmla="*/ 370672 h 3912503"/>
              <a:gd name="connsiteX4163" fmla="*/ 10283414 w 12192528"/>
              <a:gd name="connsiteY4163" fmla="*/ 373738 h 3912503"/>
              <a:gd name="connsiteX4164" fmla="*/ 10288134 w 12192528"/>
              <a:gd name="connsiteY4164" fmla="*/ 374446 h 3912503"/>
              <a:gd name="connsiteX4165" fmla="*/ 10302528 w 12192528"/>
              <a:gd name="connsiteY4165" fmla="*/ 370672 h 3912503"/>
              <a:gd name="connsiteX4166" fmla="*/ 10320459 w 12192528"/>
              <a:gd name="connsiteY4166" fmla="*/ 369493 h 3912503"/>
              <a:gd name="connsiteX4167" fmla="*/ 3421293 w 12192528"/>
              <a:gd name="connsiteY4167" fmla="*/ 364029 h 3912503"/>
              <a:gd name="connsiteX4168" fmla="*/ 3431446 w 12192528"/>
              <a:gd name="connsiteY4168" fmla="*/ 365583 h 3912503"/>
              <a:gd name="connsiteX4169" fmla="*/ 3440037 w 12192528"/>
              <a:gd name="connsiteY4169" fmla="*/ 371025 h 3912503"/>
              <a:gd name="connsiteX4170" fmla="*/ 3444723 w 12192528"/>
              <a:gd name="connsiteY4170" fmla="*/ 376467 h 3912503"/>
              <a:gd name="connsiteX4171" fmla="*/ 3444723 w 12192528"/>
              <a:gd name="connsiteY4171" fmla="*/ 390462 h 3912503"/>
              <a:gd name="connsiteX4172" fmla="*/ 3436132 w 12192528"/>
              <a:gd name="connsiteY4172" fmla="*/ 399013 h 3912503"/>
              <a:gd name="connsiteX4173" fmla="*/ 3430666 w 12192528"/>
              <a:gd name="connsiteY4173" fmla="*/ 409120 h 3912503"/>
              <a:gd name="connsiteX4174" fmla="*/ 3426370 w 12192528"/>
              <a:gd name="connsiteY4174" fmla="*/ 419615 h 3912503"/>
              <a:gd name="connsiteX4175" fmla="*/ 3420513 w 12192528"/>
              <a:gd name="connsiteY4175" fmla="*/ 426613 h 3912503"/>
              <a:gd name="connsiteX4176" fmla="*/ 3411922 w 12192528"/>
              <a:gd name="connsiteY4176" fmla="*/ 430889 h 3912503"/>
              <a:gd name="connsiteX4177" fmla="*/ 3404113 w 12192528"/>
              <a:gd name="connsiteY4177" fmla="*/ 430889 h 3912503"/>
              <a:gd name="connsiteX4178" fmla="*/ 3402941 w 12192528"/>
              <a:gd name="connsiteY4178" fmla="*/ 429334 h 3912503"/>
              <a:gd name="connsiteX4179" fmla="*/ 3392009 w 12192528"/>
              <a:gd name="connsiteY4179" fmla="*/ 420782 h 3912503"/>
              <a:gd name="connsiteX4180" fmla="*/ 3388494 w 12192528"/>
              <a:gd name="connsiteY4180" fmla="*/ 407566 h 3912503"/>
              <a:gd name="connsiteX4181" fmla="*/ 3393960 w 12192528"/>
              <a:gd name="connsiteY4181" fmla="*/ 392017 h 3912503"/>
              <a:gd name="connsiteX4182" fmla="*/ 3399818 w 12192528"/>
              <a:gd name="connsiteY4182" fmla="*/ 388518 h 3912503"/>
              <a:gd name="connsiteX4183" fmla="*/ 3407237 w 12192528"/>
              <a:gd name="connsiteY4183" fmla="*/ 379189 h 3912503"/>
              <a:gd name="connsiteX4184" fmla="*/ 3409579 w 12192528"/>
              <a:gd name="connsiteY4184" fmla="*/ 374913 h 3912503"/>
              <a:gd name="connsiteX4185" fmla="*/ 3421293 w 12192528"/>
              <a:gd name="connsiteY4185" fmla="*/ 364029 h 3912503"/>
              <a:gd name="connsiteX4186" fmla="*/ 5220801 w 12192528"/>
              <a:gd name="connsiteY4186" fmla="*/ 360716 h 3912503"/>
              <a:gd name="connsiteX4187" fmla="*/ 5236342 w 12192528"/>
              <a:gd name="connsiteY4187" fmla="*/ 361737 h 3912503"/>
              <a:gd name="connsiteX4188" fmla="*/ 5248816 w 12192528"/>
              <a:gd name="connsiteY4188" fmla="*/ 365008 h 3912503"/>
              <a:gd name="connsiteX4189" fmla="*/ 5252907 w 12192528"/>
              <a:gd name="connsiteY4189" fmla="*/ 364395 h 3912503"/>
              <a:gd name="connsiteX4190" fmla="*/ 5254951 w 12192528"/>
              <a:gd name="connsiteY4190" fmla="*/ 361737 h 3912503"/>
              <a:gd name="connsiteX4191" fmla="*/ 5258223 w 12192528"/>
              <a:gd name="connsiteY4191" fmla="*/ 360920 h 3912503"/>
              <a:gd name="connsiteX4192" fmla="*/ 5258426 w 12192528"/>
              <a:gd name="connsiteY4192" fmla="*/ 364599 h 3912503"/>
              <a:gd name="connsiteX4193" fmla="*/ 5257403 w 12192528"/>
              <a:gd name="connsiteY4193" fmla="*/ 366234 h 3912503"/>
              <a:gd name="connsiteX4194" fmla="*/ 5260878 w 12192528"/>
              <a:gd name="connsiteY4194" fmla="*/ 374613 h 3912503"/>
              <a:gd name="connsiteX4195" fmla="*/ 5263742 w 12192528"/>
              <a:gd name="connsiteY4195" fmla="*/ 375022 h 3912503"/>
              <a:gd name="connsiteX4196" fmla="*/ 5267219 w 12192528"/>
              <a:gd name="connsiteY4196" fmla="*/ 377270 h 3912503"/>
              <a:gd name="connsiteX4197" fmla="*/ 5265584 w 12192528"/>
              <a:gd name="connsiteY4197" fmla="*/ 380540 h 3912503"/>
              <a:gd name="connsiteX4198" fmla="*/ 5265788 w 12192528"/>
              <a:gd name="connsiteY4198" fmla="*/ 385445 h 3912503"/>
              <a:gd name="connsiteX4199" fmla="*/ 5271104 w 12192528"/>
              <a:gd name="connsiteY4199" fmla="*/ 394643 h 3912503"/>
              <a:gd name="connsiteX4200" fmla="*/ 5275399 w 12192528"/>
              <a:gd name="connsiteY4200" fmla="*/ 398730 h 3912503"/>
              <a:gd name="connsiteX4201" fmla="*/ 5277648 w 12192528"/>
              <a:gd name="connsiteY4201" fmla="*/ 399957 h 3912503"/>
              <a:gd name="connsiteX4202" fmla="*/ 5276421 w 12192528"/>
              <a:gd name="connsiteY4202" fmla="*/ 402204 h 3912503"/>
              <a:gd name="connsiteX4203" fmla="*/ 5272331 w 12192528"/>
              <a:gd name="connsiteY4203" fmla="*/ 406701 h 3912503"/>
              <a:gd name="connsiteX4204" fmla="*/ 5272331 w 12192528"/>
              <a:gd name="connsiteY4204" fmla="*/ 417942 h 3912503"/>
              <a:gd name="connsiteX4205" fmla="*/ 5276831 w 12192528"/>
              <a:gd name="connsiteY4205" fmla="*/ 429591 h 3912503"/>
              <a:gd name="connsiteX4206" fmla="*/ 5272740 w 12192528"/>
              <a:gd name="connsiteY4206" fmla="*/ 432248 h 3912503"/>
              <a:gd name="connsiteX4207" fmla="*/ 5268445 w 12192528"/>
              <a:gd name="connsiteY4207" fmla="*/ 428773 h 3912503"/>
              <a:gd name="connsiteX4208" fmla="*/ 5262926 w 12192528"/>
              <a:gd name="connsiteY4208" fmla="*/ 427547 h 3912503"/>
              <a:gd name="connsiteX4209" fmla="*/ 5263946 w 12192528"/>
              <a:gd name="connsiteY4209" fmla="*/ 433883 h 3912503"/>
              <a:gd name="connsiteX4210" fmla="*/ 5266810 w 12192528"/>
              <a:gd name="connsiteY4210" fmla="*/ 436540 h 3912503"/>
              <a:gd name="connsiteX4211" fmla="*/ 5267423 w 12192528"/>
              <a:gd name="connsiteY4211" fmla="*/ 440219 h 3912503"/>
              <a:gd name="connsiteX4212" fmla="*/ 5263946 w 12192528"/>
              <a:gd name="connsiteY4212" fmla="*/ 439810 h 3912503"/>
              <a:gd name="connsiteX4213" fmla="*/ 5260265 w 12192528"/>
              <a:gd name="connsiteY4213" fmla="*/ 437358 h 3912503"/>
              <a:gd name="connsiteX4214" fmla="*/ 5254951 w 12192528"/>
              <a:gd name="connsiteY4214" fmla="*/ 437971 h 3912503"/>
              <a:gd name="connsiteX4215" fmla="*/ 5254951 w 12192528"/>
              <a:gd name="connsiteY4215" fmla="*/ 442467 h 3912503"/>
              <a:gd name="connsiteX4216" fmla="*/ 5275195 w 12192528"/>
              <a:gd name="connsiteY4216" fmla="*/ 448394 h 3912503"/>
              <a:gd name="connsiteX4217" fmla="*/ 5280102 w 12192528"/>
              <a:gd name="connsiteY4217" fmla="*/ 450234 h 3912503"/>
              <a:gd name="connsiteX4218" fmla="*/ 5288485 w 12192528"/>
              <a:gd name="connsiteY4218" fmla="*/ 460861 h 3912503"/>
              <a:gd name="connsiteX4219" fmla="*/ 5291553 w 12192528"/>
              <a:gd name="connsiteY4219" fmla="*/ 464540 h 3912503"/>
              <a:gd name="connsiteX4220" fmla="*/ 5295028 w 12192528"/>
              <a:gd name="connsiteY4220" fmla="*/ 478028 h 3912503"/>
              <a:gd name="connsiteX4221" fmla="*/ 5295437 w 12192528"/>
              <a:gd name="connsiteY4221" fmla="*/ 487635 h 3912503"/>
              <a:gd name="connsiteX4222" fmla="*/ 5299323 w 12192528"/>
              <a:gd name="connsiteY4222" fmla="*/ 494583 h 3912503"/>
              <a:gd name="connsiteX4223" fmla="*/ 5299936 w 12192528"/>
              <a:gd name="connsiteY4223" fmla="*/ 494583 h 3912503"/>
              <a:gd name="connsiteX4224" fmla="*/ 5303822 w 12192528"/>
              <a:gd name="connsiteY4224" fmla="*/ 497036 h 3912503"/>
              <a:gd name="connsiteX4225" fmla="*/ 5300959 w 12192528"/>
              <a:gd name="connsiteY4225" fmla="*/ 499284 h 3912503"/>
              <a:gd name="connsiteX4226" fmla="*/ 5292984 w 12192528"/>
              <a:gd name="connsiteY4226" fmla="*/ 515021 h 3912503"/>
              <a:gd name="connsiteX4227" fmla="*/ 5290529 w 12192528"/>
              <a:gd name="connsiteY4227" fmla="*/ 519927 h 3912503"/>
              <a:gd name="connsiteX4228" fmla="*/ 5286851 w 12192528"/>
              <a:gd name="connsiteY4228" fmla="*/ 521561 h 3912503"/>
              <a:gd name="connsiteX4229" fmla="*/ 5285010 w 12192528"/>
              <a:gd name="connsiteY4229" fmla="*/ 525444 h 3912503"/>
              <a:gd name="connsiteX4230" fmla="*/ 5285924 w 12192528"/>
              <a:gd name="connsiteY4230" fmla="*/ 526743 h 3912503"/>
              <a:gd name="connsiteX4231" fmla="*/ 5269943 w 12192528"/>
              <a:gd name="connsiteY4231" fmla="*/ 542638 h 3912503"/>
              <a:gd name="connsiteX4232" fmla="*/ 5270287 w 12192528"/>
              <a:gd name="connsiteY4232" fmla="*/ 539547 h 3912503"/>
              <a:gd name="connsiteX4233" fmla="*/ 5268853 w 12192528"/>
              <a:gd name="connsiteY4233" fmla="*/ 536072 h 3912503"/>
              <a:gd name="connsiteX4234" fmla="*/ 5265175 w 12192528"/>
              <a:gd name="connsiteY4234" fmla="*/ 537503 h 3912503"/>
              <a:gd name="connsiteX4235" fmla="*/ 5263946 w 12192528"/>
              <a:gd name="connsiteY4235" fmla="*/ 540159 h 3912503"/>
              <a:gd name="connsiteX4236" fmla="*/ 5257815 w 12192528"/>
              <a:gd name="connsiteY4236" fmla="*/ 541181 h 3912503"/>
              <a:gd name="connsiteX4237" fmla="*/ 5255155 w 12192528"/>
              <a:gd name="connsiteY4237" fmla="*/ 539343 h 3912503"/>
              <a:gd name="connsiteX4238" fmla="*/ 5253315 w 12192528"/>
              <a:gd name="connsiteY4238" fmla="*/ 542204 h 3912503"/>
              <a:gd name="connsiteX4239" fmla="*/ 5252700 w 12192528"/>
              <a:gd name="connsiteY4239" fmla="*/ 544656 h 3912503"/>
              <a:gd name="connsiteX4240" fmla="*/ 5250860 w 12192528"/>
              <a:gd name="connsiteY4240" fmla="*/ 547390 h 3912503"/>
              <a:gd name="connsiteX4241" fmla="*/ 5247793 w 12192528"/>
              <a:gd name="connsiteY4241" fmla="*/ 546291 h 3912503"/>
              <a:gd name="connsiteX4242" fmla="*/ 5241045 w 12192528"/>
              <a:gd name="connsiteY4242" fmla="*/ 540364 h 3912503"/>
              <a:gd name="connsiteX4243" fmla="*/ 5232047 w 12192528"/>
              <a:gd name="connsiteY4243" fmla="*/ 538320 h 3912503"/>
              <a:gd name="connsiteX4244" fmla="*/ 5226731 w 12192528"/>
              <a:gd name="connsiteY4244" fmla="*/ 536685 h 3912503"/>
              <a:gd name="connsiteX4245" fmla="*/ 5214259 w 12192528"/>
              <a:gd name="connsiteY4245" fmla="*/ 530758 h 3912503"/>
              <a:gd name="connsiteX4246" fmla="*/ 5212214 w 12192528"/>
              <a:gd name="connsiteY4246" fmla="*/ 529123 h 3912503"/>
              <a:gd name="connsiteX4247" fmla="*/ 5201377 w 12192528"/>
              <a:gd name="connsiteY4247" fmla="*/ 502758 h 3912503"/>
              <a:gd name="connsiteX4248" fmla="*/ 5201172 w 12192528"/>
              <a:gd name="connsiteY4248" fmla="*/ 497853 h 3912503"/>
              <a:gd name="connsiteX4249" fmla="*/ 5204034 w 12192528"/>
              <a:gd name="connsiteY4249" fmla="*/ 485999 h 3912503"/>
              <a:gd name="connsiteX4250" fmla="*/ 5205671 w 12192528"/>
              <a:gd name="connsiteY4250" fmla="*/ 475781 h 3912503"/>
              <a:gd name="connsiteX4251" fmla="*/ 5207307 w 12192528"/>
              <a:gd name="connsiteY4251" fmla="*/ 472511 h 3912503"/>
              <a:gd name="connsiteX4252" fmla="*/ 5219370 w 12192528"/>
              <a:gd name="connsiteY4252" fmla="*/ 458205 h 3912503"/>
              <a:gd name="connsiteX4253" fmla="*/ 5220597 w 12192528"/>
              <a:gd name="connsiteY4253" fmla="*/ 455956 h 3912503"/>
              <a:gd name="connsiteX4254" fmla="*/ 5212010 w 12192528"/>
              <a:gd name="connsiteY4254" fmla="*/ 444715 h 3912503"/>
              <a:gd name="connsiteX4255" fmla="*/ 5200559 w 12192528"/>
              <a:gd name="connsiteY4255" fmla="*/ 437971 h 3912503"/>
              <a:gd name="connsiteX4256" fmla="*/ 5188495 w 12192528"/>
              <a:gd name="connsiteY4256" fmla="*/ 424073 h 3912503"/>
              <a:gd name="connsiteX4257" fmla="*/ 5188698 w 12192528"/>
              <a:gd name="connsiteY4257" fmla="*/ 421007 h 3912503"/>
              <a:gd name="connsiteX4258" fmla="*/ 5187879 w 12192528"/>
              <a:gd name="connsiteY4258" fmla="*/ 413445 h 3912503"/>
              <a:gd name="connsiteX4259" fmla="*/ 5187267 w 12192528"/>
              <a:gd name="connsiteY4259" fmla="*/ 404452 h 3912503"/>
              <a:gd name="connsiteX4260" fmla="*/ 5189925 w 12192528"/>
              <a:gd name="connsiteY4260" fmla="*/ 398117 h 3912503"/>
              <a:gd name="connsiteX4261" fmla="*/ 5195447 w 12192528"/>
              <a:gd name="connsiteY4261" fmla="*/ 379723 h 3912503"/>
              <a:gd name="connsiteX4262" fmla="*/ 5204444 w 12192528"/>
              <a:gd name="connsiteY4262" fmla="*/ 368891 h 3912503"/>
              <a:gd name="connsiteX4263" fmla="*/ 5206487 w 12192528"/>
              <a:gd name="connsiteY4263" fmla="*/ 367460 h 3912503"/>
              <a:gd name="connsiteX4264" fmla="*/ 5217121 w 12192528"/>
              <a:gd name="connsiteY4264" fmla="*/ 362555 h 3912503"/>
              <a:gd name="connsiteX4265" fmla="*/ 5220801 w 12192528"/>
              <a:gd name="connsiteY4265" fmla="*/ 360716 h 3912503"/>
              <a:gd name="connsiteX4266" fmla="*/ 8035907 w 12192528"/>
              <a:gd name="connsiteY4266" fmla="*/ 359979 h 3912503"/>
              <a:gd name="connsiteX4267" fmla="*/ 8047622 w 12192528"/>
              <a:gd name="connsiteY4267" fmla="*/ 370863 h 3912503"/>
              <a:gd name="connsiteX4268" fmla="*/ 8049964 w 12192528"/>
              <a:gd name="connsiteY4268" fmla="*/ 375139 h 3912503"/>
              <a:gd name="connsiteX4269" fmla="*/ 8057382 w 12192528"/>
              <a:gd name="connsiteY4269" fmla="*/ 384469 h 3912503"/>
              <a:gd name="connsiteX4270" fmla="*/ 8063241 w 12192528"/>
              <a:gd name="connsiteY4270" fmla="*/ 387967 h 3912503"/>
              <a:gd name="connsiteX4271" fmla="*/ 8068708 w 12192528"/>
              <a:gd name="connsiteY4271" fmla="*/ 403516 h 3912503"/>
              <a:gd name="connsiteX4272" fmla="*/ 8065194 w 12192528"/>
              <a:gd name="connsiteY4272" fmla="*/ 416733 h 3912503"/>
              <a:gd name="connsiteX4273" fmla="*/ 8054258 w 12192528"/>
              <a:gd name="connsiteY4273" fmla="*/ 425285 h 3912503"/>
              <a:gd name="connsiteX4274" fmla="*/ 8053089 w 12192528"/>
              <a:gd name="connsiteY4274" fmla="*/ 426840 h 3912503"/>
              <a:gd name="connsiteX4275" fmla="*/ 8045280 w 12192528"/>
              <a:gd name="connsiteY4275" fmla="*/ 426840 h 3912503"/>
              <a:gd name="connsiteX4276" fmla="*/ 8036690 w 12192528"/>
              <a:gd name="connsiteY4276" fmla="*/ 422564 h 3912503"/>
              <a:gd name="connsiteX4277" fmla="*/ 8030831 w 12192528"/>
              <a:gd name="connsiteY4277" fmla="*/ 415566 h 3912503"/>
              <a:gd name="connsiteX4278" fmla="*/ 8026537 w 12192528"/>
              <a:gd name="connsiteY4278" fmla="*/ 405071 h 3912503"/>
              <a:gd name="connsiteX4279" fmla="*/ 8021067 w 12192528"/>
              <a:gd name="connsiteY4279" fmla="*/ 394964 h 3912503"/>
              <a:gd name="connsiteX4280" fmla="*/ 8012479 w 12192528"/>
              <a:gd name="connsiteY4280" fmla="*/ 386413 h 3912503"/>
              <a:gd name="connsiteX4281" fmla="*/ 8012479 w 12192528"/>
              <a:gd name="connsiteY4281" fmla="*/ 372418 h 3912503"/>
              <a:gd name="connsiteX4282" fmla="*/ 8017162 w 12192528"/>
              <a:gd name="connsiteY4282" fmla="*/ 366976 h 3912503"/>
              <a:gd name="connsiteX4283" fmla="*/ 8025756 w 12192528"/>
              <a:gd name="connsiteY4283" fmla="*/ 361534 h 3912503"/>
              <a:gd name="connsiteX4284" fmla="*/ 8035907 w 12192528"/>
              <a:gd name="connsiteY4284" fmla="*/ 359979 h 3912503"/>
              <a:gd name="connsiteX4285" fmla="*/ 4470161 w 12192528"/>
              <a:gd name="connsiteY4285" fmla="*/ 359479 h 3912503"/>
              <a:gd name="connsiteX4286" fmla="*/ 4478815 w 12192528"/>
              <a:gd name="connsiteY4286" fmla="*/ 363763 h 3912503"/>
              <a:gd name="connsiteX4287" fmla="*/ 4483716 w 12192528"/>
              <a:gd name="connsiteY4287" fmla="*/ 366355 h 3912503"/>
              <a:gd name="connsiteX4288" fmla="*/ 4489194 w 12192528"/>
              <a:gd name="connsiteY4288" fmla="*/ 370963 h 3912503"/>
              <a:gd name="connsiteX4289" fmla="*/ 4492655 w 12192528"/>
              <a:gd name="connsiteY4289" fmla="*/ 375572 h 3912503"/>
              <a:gd name="connsiteX4290" fmla="*/ 4496693 w 12192528"/>
              <a:gd name="connsiteY4290" fmla="*/ 388245 h 3912503"/>
              <a:gd name="connsiteX4291" fmla="*/ 4499578 w 12192528"/>
              <a:gd name="connsiteY4291" fmla="*/ 396021 h 3912503"/>
              <a:gd name="connsiteX4292" fmla="*/ 4499578 w 12192528"/>
              <a:gd name="connsiteY4292" fmla="*/ 399478 h 3912503"/>
              <a:gd name="connsiteX4293" fmla="*/ 4496116 w 12192528"/>
              <a:gd name="connsiteY4293" fmla="*/ 406390 h 3912503"/>
              <a:gd name="connsiteX4294" fmla="*/ 4488332 w 12192528"/>
              <a:gd name="connsiteY4294" fmla="*/ 416759 h 3912503"/>
              <a:gd name="connsiteX4295" fmla="*/ 4486310 w 12192528"/>
              <a:gd name="connsiteY4295" fmla="*/ 420792 h 3912503"/>
              <a:gd name="connsiteX4296" fmla="*/ 4482851 w 12192528"/>
              <a:gd name="connsiteY4296" fmla="*/ 422232 h 3912503"/>
              <a:gd name="connsiteX4297" fmla="*/ 4476216 w 12192528"/>
              <a:gd name="connsiteY4297" fmla="*/ 424247 h 3912503"/>
              <a:gd name="connsiteX4298" fmla="*/ 4473910 w 12192528"/>
              <a:gd name="connsiteY4298" fmla="*/ 425400 h 3912503"/>
              <a:gd name="connsiteX4299" fmla="*/ 4464683 w 12192528"/>
              <a:gd name="connsiteY4299" fmla="*/ 426552 h 3912503"/>
              <a:gd name="connsiteX4300" fmla="*/ 4462661 w 12192528"/>
              <a:gd name="connsiteY4300" fmla="*/ 427128 h 3912503"/>
              <a:gd name="connsiteX4301" fmla="*/ 4442187 w 12192528"/>
              <a:gd name="connsiteY4301" fmla="*/ 414167 h 3912503"/>
              <a:gd name="connsiteX4302" fmla="*/ 4435842 w 12192528"/>
              <a:gd name="connsiteY4302" fmla="*/ 402358 h 3912503"/>
              <a:gd name="connsiteX4303" fmla="*/ 4433825 w 12192528"/>
              <a:gd name="connsiteY4303" fmla="*/ 397462 h 3912503"/>
              <a:gd name="connsiteX4304" fmla="*/ 4433536 w 12192528"/>
              <a:gd name="connsiteY4304" fmla="*/ 392565 h 3912503"/>
              <a:gd name="connsiteX4305" fmla="*/ 4434399 w 12192528"/>
              <a:gd name="connsiteY4305" fmla="*/ 388821 h 3912503"/>
              <a:gd name="connsiteX4306" fmla="*/ 4435842 w 12192528"/>
              <a:gd name="connsiteY4306" fmla="*/ 381044 h 3912503"/>
              <a:gd name="connsiteX4307" fmla="*/ 4436130 w 12192528"/>
              <a:gd name="connsiteY4307" fmla="*/ 378164 h 3912503"/>
              <a:gd name="connsiteX4308" fmla="*/ 4436997 w 12192528"/>
              <a:gd name="connsiteY4308" fmla="*/ 371252 h 3912503"/>
              <a:gd name="connsiteX4309" fmla="*/ 4451414 w 12192528"/>
              <a:gd name="connsiteY4309" fmla="*/ 360019 h 3912503"/>
              <a:gd name="connsiteX4310" fmla="*/ 4460643 w 12192528"/>
              <a:gd name="connsiteY4310" fmla="*/ 359730 h 3912503"/>
              <a:gd name="connsiteX4311" fmla="*/ 4470161 w 12192528"/>
              <a:gd name="connsiteY4311" fmla="*/ 359479 h 3912503"/>
              <a:gd name="connsiteX4312" fmla="*/ 5732626 w 12192528"/>
              <a:gd name="connsiteY4312" fmla="*/ 355434 h 3912503"/>
              <a:gd name="connsiteX4313" fmla="*/ 5740676 w 12192528"/>
              <a:gd name="connsiteY4313" fmla="*/ 359421 h 3912503"/>
              <a:gd name="connsiteX4314" fmla="*/ 5745238 w 12192528"/>
              <a:gd name="connsiteY4314" fmla="*/ 361832 h 3912503"/>
              <a:gd name="connsiteX4315" fmla="*/ 5750337 w 12192528"/>
              <a:gd name="connsiteY4315" fmla="*/ 366121 h 3912503"/>
              <a:gd name="connsiteX4316" fmla="*/ 5753559 w 12192528"/>
              <a:gd name="connsiteY4316" fmla="*/ 370410 h 3912503"/>
              <a:gd name="connsiteX4317" fmla="*/ 5757316 w 12192528"/>
              <a:gd name="connsiteY4317" fmla="*/ 382203 h 3912503"/>
              <a:gd name="connsiteX4318" fmla="*/ 5760000 w 12192528"/>
              <a:gd name="connsiteY4318" fmla="*/ 389440 h 3912503"/>
              <a:gd name="connsiteX4319" fmla="*/ 5760000 w 12192528"/>
              <a:gd name="connsiteY4319" fmla="*/ 392656 h 3912503"/>
              <a:gd name="connsiteX4320" fmla="*/ 5756778 w 12192528"/>
              <a:gd name="connsiteY4320" fmla="*/ 399089 h 3912503"/>
              <a:gd name="connsiteX4321" fmla="*/ 5749532 w 12192528"/>
              <a:gd name="connsiteY4321" fmla="*/ 408738 h 3912503"/>
              <a:gd name="connsiteX4322" fmla="*/ 5747654 w 12192528"/>
              <a:gd name="connsiteY4322" fmla="*/ 412490 h 3912503"/>
              <a:gd name="connsiteX4323" fmla="*/ 5744435 w 12192528"/>
              <a:gd name="connsiteY4323" fmla="*/ 413830 h 3912503"/>
              <a:gd name="connsiteX4324" fmla="*/ 5738261 w 12192528"/>
              <a:gd name="connsiteY4324" fmla="*/ 415706 h 3912503"/>
              <a:gd name="connsiteX4325" fmla="*/ 5736113 w 12192528"/>
              <a:gd name="connsiteY4325" fmla="*/ 416778 h 3912503"/>
              <a:gd name="connsiteX4326" fmla="*/ 5727528 w 12192528"/>
              <a:gd name="connsiteY4326" fmla="*/ 417851 h 3912503"/>
              <a:gd name="connsiteX4327" fmla="*/ 5725646 w 12192528"/>
              <a:gd name="connsiteY4327" fmla="*/ 418387 h 3912503"/>
              <a:gd name="connsiteX4328" fmla="*/ 5706593 w 12192528"/>
              <a:gd name="connsiteY4328" fmla="*/ 406325 h 3912503"/>
              <a:gd name="connsiteX4329" fmla="*/ 5700688 w 12192528"/>
              <a:gd name="connsiteY4329" fmla="*/ 395336 h 3912503"/>
              <a:gd name="connsiteX4330" fmla="*/ 5698810 w 12192528"/>
              <a:gd name="connsiteY4330" fmla="*/ 390780 h 3912503"/>
              <a:gd name="connsiteX4331" fmla="*/ 5698543 w 12192528"/>
              <a:gd name="connsiteY4331" fmla="*/ 386223 h 3912503"/>
              <a:gd name="connsiteX4332" fmla="*/ 5699347 w 12192528"/>
              <a:gd name="connsiteY4332" fmla="*/ 382739 h 3912503"/>
              <a:gd name="connsiteX4333" fmla="*/ 5700688 w 12192528"/>
              <a:gd name="connsiteY4333" fmla="*/ 375502 h 3912503"/>
              <a:gd name="connsiteX4334" fmla="*/ 5700958 w 12192528"/>
              <a:gd name="connsiteY4334" fmla="*/ 372821 h 3912503"/>
              <a:gd name="connsiteX4335" fmla="*/ 5701762 w 12192528"/>
              <a:gd name="connsiteY4335" fmla="*/ 366389 h 3912503"/>
              <a:gd name="connsiteX4336" fmla="*/ 5715181 w 12192528"/>
              <a:gd name="connsiteY4336" fmla="*/ 355936 h 3912503"/>
              <a:gd name="connsiteX4337" fmla="*/ 5723770 w 12192528"/>
              <a:gd name="connsiteY4337" fmla="*/ 355669 h 3912503"/>
              <a:gd name="connsiteX4338" fmla="*/ 5732626 w 12192528"/>
              <a:gd name="connsiteY4338" fmla="*/ 355434 h 3912503"/>
              <a:gd name="connsiteX4339" fmla="*/ 2269712 w 12192528"/>
              <a:gd name="connsiteY4339" fmla="*/ 349840 h 3912503"/>
              <a:gd name="connsiteX4340" fmla="*/ 2275524 w 12192528"/>
              <a:gd name="connsiteY4340" fmla="*/ 351279 h 3912503"/>
              <a:gd name="connsiteX4341" fmla="*/ 2296099 w 12192528"/>
              <a:gd name="connsiteY4341" fmla="*/ 367304 h 3912503"/>
              <a:gd name="connsiteX4342" fmla="*/ 2297333 w 12192528"/>
              <a:gd name="connsiteY4342" fmla="*/ 377168 h 3912503"/>
              <a:gd name="connsiteX4343" fmla="*/ 2297744 w 12192528"/>
              <a:gd name="connsiteY4343" fmla="*/ 381277 h 3912503"/>
              <a:gd name="connsiteX4344" fmla="*/ 2299801 w 12192528"/>
              <a:gd name="connsiteY4344" fmla="*/ 392373 h 3912503"/>
              <a:gd name="connsiteX4345" fmla="*/ 2301036 w 12192528"/>
              <a:gd name="connsiteY4345" fmla="*/ 397716 h 3912503"/>
              <a:gd name="connsiteX4346" fmla="*/ 2300624 w 12192528"/>
              <a:gd name="connsiteY4346" fmla="*/ 404702 h 3912503"/>
              <a:gd name="connsiteX4347" fmla="*/ 2297744 w 12192528"/>
              <a:gd name="connsiteY4347" fmla="*/ 411688 h 3912503"/>
              <a:gd name="connsiteX4348" fmla="*/ 2288692 w 12192528"/>
              <a:gd name="connsiteY4348" fmla="*/ 428537 h 3912503"/>
              <a:gd name="connsiteX4349" fmla="*/ 2259477 w 12192528"/>
              <a:gd name="connsiteY4349" fmla="*/ 447029 h 3912503"/>
              <a:gd name="connsiteX4350" fmla="*/ 2256597 w 12192528"/>
              <a:gd name="connsiteY4350" fmla="*/ 446207 h 3912503"/>
              <a:gd name="connsiteX4351" fmla="*/ 2243429 w 12192528"/>
              <a:gd name="connsiteY4351" fmla="*/ 444563 h 3912503"/>
              <a:gd name="connsiteX4352" fmla="*/ 2240138 w 12192528"/>
              <a:gd name="connsiteY4352" fmla="*/ 442920 h 3912503"/>
              <a:gd name="connsiteX4353" fmla="*/ 2230673 w 12192528"/>
              <a:gd name="connsiteY4353" fmla="*/ 440043 h 3912503"/>
              <a:gd name="connsiteX4354" fmla="*/ 2225736 w 12192528"/>
              <a:gd name="connsiteY4354" fmla="*/ 437989 h 3912503"/>
              <a:gd name="connsiteX4355" fmla="*/ 2222855 w 12192528"/>
              <a:gd name="connsiteY4355" fmla="*/ 432235 h 3912503"/>
              <a:gd name="connsiteX4356" fmla="*/ 2211747 w 12192528"/>
              <a:gd name="connsiteY4356" fmla="*/ 417440 h 3912503"/>
              <a:gd name="connsiteX4357" fmla="*/ 2206808 w 12192528"/>
              <a:gd name="connsiteY4357" fmla="*/ 407577 h 3912503"/>
              <a:gd name="connsiteX4358" fmla="*/ 2206808 w 12192528"/>
              <a:gd name="connsiteY4358" fmla="*/ 402648 h 3912503"/>
              <a:gd name="connsiteX4359" fmla="*/ 2210923 w 12192528"/>
              <a:gd name="connsiteY4359" fmla="*/ 391552 h 3912503"/>
              <a:gd name="connsiteX4360" fmla="*/ 2216684 w 12192528"/>
              <a:gd name="connsiteY4360" fmla="*/ 373470 h 3912503"/>
              <a:gd name="connsiteX4361" fmla="*/ 2221621 w 12192528"/>
              <a:gd name="connsiteY4361" fmla="*/ 366894 h 3912503"/>
              <a:gd name="connsiteX4362" fmla="*/ 2229439 w 12192528"/>
              <a:gd name="connsiteY4362" fmla="*/ 360319 h 3912503"/>
              <a:gd name="connsiteX4363" fmla="*/ 2236435 w 12192528"/>
              <a:gd name="connsiteY4363" fmla="*/ 356621 h 3912503"/>
              <a:gd name="connsiteX4364" fmla="*/ 2248779 w 12192528"/>
              <a:gd name="connsiteY4364" fmla="*/ 350508 h 3912503"/>
              <a:gd name="connsiteX4365" fmla="*/ 2262357 w 12192528"/>
              <a:gd name="connsiteY4365" fmla="*/ 350868 h 3912503"/>
              <a:gd name="connsiteX4366" fmla="*/ 2269712 w 12192528"/>
              <a:gd name="connsiteY4366" fmla="*/ 349840 h 3912503"/>
              <a:gd name="connsiteX4367" fmla="*/ 4750901 w 12192528"/>
              <a:gd name="connsiteY4367" fmla="*/ 309773 h 3912503"/>
              <a:gd name="connsiteX4368" fmla="*/ 4767396 w 12192528"/>
              <a:gd name="connsiteY4368" fmla="*/ 325101 h 3912503"/>
              <a:gd name="connsiteX4369" fmla="*/ 4770696 w 12192528"/>
              <a:gd name="connsiteY4369" fmla="*/ 331122 h 3912503"/>
              <a:gd name="connsiteX4370" fmla="*/ 4781143 w 12192528"/>
              <a:gd name="connsiteY4370" fmla="*/ 344260 h 3912503"/>
              <a:gd name="connsiteX4371" fmla="*/ 4789392 w 12192528"/>
              <a:gd name="connsiteY4371" fmla="*/ 349187 h 3912503"/>
              <a:gd name="connsiteX4372" fmla="*/ 4797092 w 12192528"/>
              <a:gd name="connsiteY4372" fmla="*/ 371083 h 3912503"/>
              <a:gd name="connsiteX4373" fmla="*/ 4792140 w 12192528"/>
              <a:gd name="connsiteY4373" fmla="*/ 389695 h 3912503"/>
              <a:gd name="connsiteX4374" fmla="*/ 4776745 w 12192528"/>
              <a:gd name="connsiteY4374" fmla="*/ 401738 h 3912503"/>
              <a:gd name="connsiteX4375" fmla="*/ 4775094 w 12192528"/>
              <a:gd name="connsiteY4375" fmla="*/ 403927 h 3912503"/>
              <a:gd name="connsiteX4376" fmla="*/ 4764096 w 12192528"/>
              <a:gd name="connsiteY4376" fmla="*/ 403927 h 3912503"/>
              <a:gd name="connsiteX4377" fmla="*/ 4751999 w 12192528"/>
              <a:gd name="connsiteY4377" fmla="*/ 397906 h 3912503"/>
              <a:gd name="connsiteX4378" fmla="*/ 4743752 w 12192528"/>
              <a:gd name="connsiteY4378" fmla="*/ 388052 h 3912503"/>
              <a:gd name="connsiteX4379" fmla="*/ 4737703 w 12192528"/>
              <a:gd name="connsiteY4379" fmla="*/ 373273 h 3912503"/>
              <a:gd name="connsiteX4380" fmla="*/ 4730004 w 12192528"/>
              <a:gd name="connsiteY4380" fmla="*/ 359040 h 3912503"/>
              <a:gd name="connsiteX4381" fmla="*/ 4717908 w 12192528"/>
              <a:gd name="connsiteY4381" fmla="*/ 346997 h 3912503"/>
              <a:gd name="connsiteX4382" fmla="*/ 4717908 w 12192528"/>
              <a:gd name="connsiteY4382" fmla="*/ 327290 h 3912503"/>
              <a:gd name="connsiteX4383" fmla="*/ 4724508 w 12192528"/>
              <a:gd name="connsiteY4383" fmla="*/ 319627 h 3912503"/>
              <a:gd name="connsiteX4384" fmla="*/ 4736603 w 12192528"/>
              <a:gd name="connsiteY4384" fmla="*/ 311963 h 3912503"/>
              <a:gd name="connsiteX4385" fmla="*/ 4750901 w 12192528"/>
              <a:gd name="connsiteY4385" fmla="*/ 309773 h 3912503"/>
              <a:gd name="connsiteX4386" fmla="*/ 4083241 w 12192528"/>
              <a:gd name="connsiteY4386" fmla="*/ 307979 h 3912503"/>
              <a:gd name="connsiteX4387" fmla="*/ 4097537 w 12192528"/>
              <a:gd name="connsiteY4387" fmla="*/ 310169 h 3912503"/>
              <a:gd name="connsiteX4388" fmla="*/ 4109635 w 12192528"/>
              <a:gd name="connsiteY4388" fmla="*/ 317833 h 3912503"/>
              <a:gd name="connsiteX4389" fmla="*/ 4116234 w 12192528"/>
              <a:gd name="connsiteY4389" fmla="*/ 325496 h 3912503"/>
              <a:gd name="connsiteX4390" fmla="*/ 4116234 w 12192528"/>
              <a:gd name="connsiteY4390" fmla="*/ 345203 h 3912503"/>
              <a:gd name="connsiteX4391" fmla="*/ 4104136 w 12192528"/>
              <a:gd name="connsiteY4391" fmla="*/ 357246 h 3912503"/>
              <a:gd name="connsiteX4392" fmla="*/ 4096437 w 12192528"/>
              <a:gd name="connsiteY4392" fmla="*/ 371479 h 3912503"/>
              <a:gd name="connsiteX4393" fmla="*/ 4090390 w 12192528"/>
              <a:gd name="connsiteY4393" fmla="*/ 386258 h 3912503"/>
              <a:gd name="connsiteX4394" fmla="*/ 4082141 w 12192528"/>
              <a:gd name="connsiteY4394" fmla="*/ 396112 h 3912503"/>
              <a:gd name="connsiteX4395" fmla="*/ 4070043 w 12192528"/>
              <a:gd name="connsiteY4395" fmla="*/ 402133 h 3912503"/>
              <a:gd name="connsiteX4396" fmla="*/ 4059046 w 12192528"/>
              <a:gd name="connsiteY4396" fmla="*/ 402133 h 3912503"/>
              <a:gd name="connsiteX4397" fmla="*/ 4057397 w 12192528"/>
              <a:gd name="connsiteY4397" fmla="*/ 399944 h 3912503"/>
              <a:gd name="connsiteX4398" fmla="*/ 4042001 w 12192528"/>
              <a:gd name="connsiteY4398" fmla="*/ 387901 h 3912503"/>
              <a:gd name="connsiteX4399" fmla="*/ 4037052 w 12192528"/>
              <a:gd name="connsiteY4399" fmla="*/ 369289 h 3912503"/>
              <a:gd name="connsiteX4400" fmla="*/ 4044749 w 12192528"/>
              <a:gd name="connsiteY4400" fmla="*/ 347393 h 3912503"/>
              <a:gd name="connsiteX4401" fmla="*/ 4052998 w 12192528"/>
              <a:gd name="connsiteY4401" fmla="*/ 342466 h 3912503"/>
              <a:gd name="connsiteX4402" fmla="*/ 4063446 w 12192528"/>
              <a:gd name="connsiteY4402" fmla="*/ 329328 h 3912503"/>
              <a:gd name="connsiteX4403" fmla="*/ 4066745 w 12192528"/>
              <a:gd name="connsiteY4403" fmla="*/ 323306 h 3912503"/>
              <a:gd name="connsiteX4404" fmla="*/ 4083241 w 12192528"/>
              <a:gd name="connsiteY4404" fmla="*/ 307979 h 3912503"/>
              <a:gd name="connsiteX4405" fmla="*/ 10833001 w 12192528"/>
              <a:gd name="connsiteY4405" fmla="*/ 305092 h 3912503"/>
              <a:gd name="connsiteX4406" fmla="*/ 10848358 w 12192528"/>
              <a:gd name="connsiteY4406" fmla="*/ 308892 h 3912503"/>
              <a:gd name="connsiteX4407" fmla="*/ 10902712 w 12192528"/>
              <a:gd name="connsiteY4407" fmla="*/ 351235 h 3912503"/>
              <a:gd name="connsiteX4408" fmla="*/ 10905974 w 12192528"/>
              <a:gd name="connsiteY4408" fmla="*/ 377294 h 3912503"/>
              <a:gd name="connsiteX4409" fmla="*/ 10907062 w 12192528"/>
              <a:gd name="connsiteY4409" fmla="*/ 388151 h 3912503"/>
              <a:gd name="connsiteX4410" fmla="*/ 10912497 w 12192528"/>
              <a:gd name="connsiteY4410" fmla="*/ 417465 h 3912503"/>
              <a:gd name="connsiteX4411" fmla="*/ 10915758 w 12192528"/>
              <a:gd name="connsiteY4411" fmla="*/ 431580 h 3912503"/>
              <a:gd name="connsiteX4412" fmla="*/ 10914670 w 12192528"/>
              <a:gd name="connsiteY4412" fmla="*/ 450037 h 3912503"/>
              <a:gd name="connsiteX4413" fmla="*/ 10907062 w 12192528"/>
              <a:gd name="connsiteY4413" fmla="*/ 468495 h 3912503"/>
              <a:gd name="connsiteX4414" fmla="*/ 10904160 w 12192528"/>
              <a:gd name="connsiteY4414" fmla="*/ 476276 h 3912503"/>
              <a:gd name="connsiteX4415" fmla="*/ 10909369 w 12192528"/>
              <a:gd name="connsiteY4415" fmla="*/ 475478 h 3912503"/>
              <a:gd name="connsiteX4416" fmla="*/ 10921086 w 12192528"/>
              <a:gd name="connsiteY4416" fmla="*/ 486362 h 3912503"/>
              <a:gd name="connsiteX4417" fmla="*/ 10923427 w 12192528"/>
              <a:gd name="connsiteY4417" fmla="*/ 490638 h 3912503"/>
              <a:gd name="connsiteX4418" fmla="*/ 10930846 w 12192528"/>
              <a:gd name="connsiteY4418" fmla="*/ 499967 h 3912503"/>
              <a:gd name="connsiteX4419" fmla="*/ 10936705 w 12192528"/>
              <a:gd name="connsiteY4419" fmla="*/ 503466 h 3912503"/>
              <a:gd name="connsiteX4420" fmla="*/ 10942170 w 12192528"/>
              <a:gd name="connsiteY4420" fmla="*/ 519015 h 3912503"/>
              <a:gd name="connsiteX4421" fmla="*/ 10938655 w 12192528"/>
              <a:gd name="connsiteY4421" fmla="*/ 532231 h 3912503"/>
              <a:gd name="connsiteX4422" fmla="*/ 10927723 w 12192528"/>
              <a:gd name="connsiteY4422" fmla="*/ 540783 h 3912503"/>
              <a:gd name="connsiteX4423" fmla="*/ 10926551 w 12192528"/>
              <a:gd name="connsiteY4423" fmla="*/ 542338 h 3912503"/>
              <a:gd name="connsiteX4424" fmla="*/ 10918742 w 12192528"/>
              <a:gd name="connsiteY4424" fmla="*/ 542338 h 3912503"/>
              <a:gd name="connsiteX4425" fmla="*/ 10910151 w 12192528"/>
              <a:gd name="connsiteY4425" fmla="*/ 538062 h 3912503"/>
              <a:gd name="connsiteX4426" fmla="*/ 10904294 w 12192528"/>
              <a:gd name="connsiteY4426" fmla="*/ 531065 h 3912503"/>
              <a:gd name="connsiteX4427" fmla="*/ 10899998 w 12192528"/>
              <a:gd name="connsiteY4427" fmla="*/ 520569 h 3912503"/>
              <a:gd name="connsiteX4428" fmla="*/ 10894532 w 12192528"/>
              <a:gd name="connsiteY4428" fmla="*/ 510462 h 3912503"/>
              <a:gd name="connsiteX4429" fmla="*/ 10889142 w 12192528"/>
              <a:gd name="connsiteY4429" fmla="*/ 505098 h 3912503"/>
              <a:gd name="connsiteX4430" fmla="*/ 10883145 w 12192528"/>
              <a:gd name="connsiteY4430" fmla="*/ 513010 h 3912503"/>
              <a:gd name="connsiteX4431" fmla="*/ 10805956 w 12192528"/>
              <a:gd name="connsiteY4431" fmla="*/ 561868 h 3912503"/>
              <a:gd name="connsiteX4432" fmla="*/ 10798346 w 12192528"/>
              <a:gd name="connsiteY4432" fmla="*/ 559696 h 3912503"/>
              <a:gd name="connsiteX4433" fmla="*/ 10763558 w 12192528"/>
              <a:gd name="connsiteY4433" fmla="*/ 555353 h 3912503"/>
              <a:gd name="connsiteX4434" fmla="*/ 10754863 w 12192528"/>
              <a:gd name="connsiteY4434" fmla="*/ 551011 h 3912503"/>
              <a:gd name="connsiteX4435" fmla="*/ 10729857 w 12192528"/>
              <a:gd name="connsiteY4435" fmla="*/ 543410 h 3912503"/>
              <a:gd name="connsiteX4436" fmla="*/ 10716812 w 12192528"/>
              <a:gd name="connsiteY4436" fmla="*/ 537981 h 3912503"/>
              <a:gd name="connsiteX4437" fmla="*/ 10709202 w 12192528"/>
              <a:gd name="connsiteY4437" fmla="*/ 522781 h 3912503"/>
              <a:gd name="connsiteX4438" fmla="*/ 10679850 w 12192528"/>
              <a:gd name="connsiteY4438" fmla="*/ 483694 h 3912503"/>
              <a:gd name="connsiteX4439" fmla="*/ 10666805 w 12192528"/>
              <a:gd name="connsiteY4439" fmla="*/ 457637 h 3912503"/>
              <a:gd name="connsiteX4440" fmla="*/ 10666805 w 12192528"/>
              <a:gd name="connsiteY4440" fmla="*/ 444609 h 3912503"/>
              <a:gd name="connsiteX4441" fmla="*/ 10677677 w 12192528"/>
              <a:gd name="connsiteY4441" fmla="*/ 415294 h 3912503"/>
              <a:gd name="connsiteX4442" fmla="*/ 10692895 w 12192528"/>
              <a:gd name="connsiteY4442" fmla="*/ 367521 h 3912503"/>
              <a:gd name="connsiteX4443" fmla="*/ 10705940 w 12192528"/>
              <a:gd name="connsiteY4443" fmla="*/ 350150 h 3912503"/>
              <a:gd name="connsiteX4444" fmla="*/ 10726596 w 12192528"/>
              <a:gd name="connsiteY4444" fmla="*/ 332778 h 3912503"/>
              <a:gd name="connsiteX4445" fmla="*/ 10745078 w 12192528"/>
              <a:gd name="connsiteY4445" fmla="*/ 323007 h 3912503"/>
              <a:gd name="connsiteX4446" fmla="*/ 10813569 w 12192528"/>
              <a:gd name="connsiteY4446" fmla="*/ 307807 h 3912503"/>
              <a:gd name="connsiteX4447" fmla="*/ 10833001 w 12192528"/>
              <a:gd name="connsiteY4447" fmla="*/ 305092 h 3912503"/>
              <a:gd name="connsiteX4448" fmla="*/ 9079830 w 12192528"/>
              <a:gd name="connsiteY4448" fmla="*/ 266277 h 3912503"/>
              <a:gd name="connsiteX4449" fmla="*/ 9092580 w 12192528"/>
              <a:gd name="connsiteY4449" fmla="*/ 266615 h 3912503"/>
              <a:gd name="connsiteX4450" fmla="*/ 9104944 w 12192528"/>
              <a:gd name="connsiteY4450" fmla="*/ 267001 h 3912503"/>
              <a:gd name="connsiteX4451" fmla="*/ 9124263 w 12192528"/>
              <a:gd name="connsiteY4451" fmla="*/ 282050 h 3912503"/>
              <a:gd name="connsiteX4452" fmla="*/ 9125421 w 12192528"/>
              <a:gd name="connsiteY4452" fmla="*/ 291311 h 3912503"/>
              <a:gd name="connsiteX4453" fmla="*/ 9125807 w 12192528"/>
              <a:gd name="connsiteY4453" fmla="*/ 295170 h 3912503"/>
              <a:gd name="connsiteX4454" fmla="*/ 9127740 w 12192528"/>
              <a:gd name="connsiteY4454" fmla="*/ 305588 h 3912503"/>
              <a:gd name="connsiteX4455" fmla="*/ 9128898 w 12192528"/>
              <a:gd name="connsiteY4455" fmla="*/ 310605 h 3912503"/>
              <a:gd name="connsiteX4456" fmla="*/ 9128509 w 12192528"/>
              <a:gd name="connsiteY4456" fmla="*/ 317165 h 3912503"/>
              <a:gd name="connsiteX4457" fmla="*/ 9125807 w 12192528"/>
              <a:gd name="connsiteY4457" fmla="*/ 323725 h 3912503"/>
              <a:gd name="connsiteX4458" fmla="*/ 9117309 w 12192528"/>
              <a:gd name="connsiteY4458" fmla="*/ 339545 h 3912503"/>
              <a:gd name="connsiteX4459" fmla="*/ 9089875 w 12192528"/>
              <a:gd name="connsiteY4459" fmla="*/ 356910 h 3912503"/>
              <a:gd name="connsiteX4460" fmla="*/ 9087170 w 12192528"/>
              <a:gd name="connsiteY4460" fmla="*/ 356139 h 3912503"/>
              <a:gd name="connsiteX4461" fmla="*/ 9074808 w 12192528"/>
              <a:gd name="connsiteY4461" fmla="*/ 354595 h 3912503"/>
              <a:gd name="connsiteX4462" fmla="*/ 9071716 w 12192528"/>
              <a:gd name="connsiteY4462" fmla="*/ 353051 h 3912503"/>
              <a:gd name="connsiteX4463" fmla="*/ 9062831 w 12192528"/>
              <a:gd name="connsiteY4463" fmla="*/ 350350 h 3912503"/>
              <a:gd name="connsiteX4464" fmla="*/ 9058196 w 12192528"/>
              <a:gd name="connsiteY4464" fmla="*/ 348421 h 3912503"/>
              <a:gd name="connsiteX4465" fmla="*/ 9055488 w 12192528"/>
              <a:gd name="connsiteY4465" fmla="*/ 343019 h 3912503"/>
              <a:gd name="connsiteX4466" fmla="*/ 9045059 w 12192528"/>
              <a:gd name="connsiteY4466" fmla="*/ 329127 h 3912503"/>
              <a:gd name="connsiteX4467" fmla="*/ 9040424 w 12192528"/>
              <a:gd name="connsiteY4467" fmla="*/ 319866 h 3912503"/>
              <a:gd name="connsiteX4468" fmla="*/ 9040424 w 12192528"/>
              <a:gd name="connsiteY4468" fmla="*/ 315235 h 3912503"/>
              <a:gd name="connsiteX4469" fmla="*/ 9044287 w 12192528"/>
              <a:gd name="connsiteY4469" fmla="*/ 304817 h 3912503"/>
              <a:gd name="connsiteX4470" fmla="*/ 9049694 w 12192528"/>
              <a:gd name="connsiteY4470" fmla="*/ 287839 h 3912503"/>
              <a:gd name="connsiteX4471" fmla="*/ 9054332 w 12192528"/>
              <a:gd name="connsiteY4471" fmla="*/ 281664 h 3912503"/>
              <a:gd name="connsiteX4472" fmla="*/ 9061672 w 12192528"/>
              <a:gd name="connsiteY4472" fmla="*/ 275490 h 3912503"/>
              <a:gd name="connsiteX4473" fmla="*/ 9068240 w 12192528"/>
              <a:gd name="connsiteY4473" fmla="*/ 272017 h 3912503"/>
              <a:gd name="connsiteX4474" fmla="*/ 9079830 w 12192528"/>
              <a:gd name="connsiteY4474" fmla="*/ 266277 h 3912503"/>
              <a:gd name="connsiteX4475" fmla="*/ 6762630 w 12192528"/>
              <a:gd name="connsiteY4475" fmla="*/ 248000 h 3912503"/>
              <a:gd name="connsiteX4476" fmla="*/ 6762380 w 12192528"/>
              <a:gd name="connsiteY4476" fmla="*/ 248416 h 3912503"/>
              <a:gd name="connsiteX4477" fmla="*/ 6762093 w 12192528"/>
              <a:gd name="connsiteY4477" fmla="*/ 248128 h 3912503"/>
              <a:gd name="connsiteX4478" fmla="*/ 5353229 w 12192528"/>
              <a:gd name="connsiteY4478" fmla="*/ 221996 h 3912503"/>
              <a:gd name="connsiteX4479" fmla="*/ 5363382 w 12192528"/>
              <a:gd name="connsiteY4479" fmla="*/ 223551 h 3912503"/>
              <a:gd name="connsiteX4480" fmla="*/ 5371975 w 12192528"/>
              <a:gd name="connsiteY4480" fmla="*/ 228993 h 3912503"/>
              <a:gd name="connsiteX4481" fmla="*/ 5376658 w 12192528"/>
              <a:gd name="connsiteY4481" fmla="*/ 234435 h 3912503"/>
              <a:gd name="connsiteX4482" fmla="*/ 5376658 w 12192528"/>
              <a:gd name="connsiteY4482" fmla="*/ 248429 h 3912503"/>
              <a:gd name="connsiteX4483" fmla="*/ 5368067 w 12192528"/>
              <a:gd name="connsiteY4483" fmla="*/ 256981 h 3912503"/>
              <a:gd name="connsiteX4484" fmla="*/ 5362602 w 12192528"/>
              <a:gd name="connsiteY4484" fmla="*/ 267088 h 3912503"/>
              <a:gd name="connsiteX4485" fmla="*/ 5358307 w 12192528"/>
              <a:gd name="connsiteY4485" fmla="*/ 277583 h 3912503"/>
              <a:gd name="connsiteX4486" fmla="*/ 5352449 w 12192528"/>
              <a:gd name="connsiteY4486" fmla="*/ 284581 h 3912503"/>
              <a:gd name="connsiteX4487" fmla="*/ 5343858 w 12192528"/>
              <a:gd name="connsiteY4487" fmla="*/ 288856 h 3912503"/>
              <a:gd name="connsiteX4488" fmla="*/ 5336048 w 12192528"/>
              <a:gd name="connsiteY4488" fmla="*/ 288856 h 3912503"/>
              <a:gd name="connsiteX4489" fmla="*/ 5334878 w 12192528"/>
              <a:gd name="connsiteY4489" fmla="*/ 287302 h 3912503"/>
              <a:gd name="connsiteX4490" fmla="*/ 5323944 w 12192528"/>
              <a:gd name="connsiteY4490" fmla="*/ 278749 h 3912503"/>
              <a:gd name="connsiteX4491" fmla="*/ 5320430 w 12192528"/>
              <a:gd name="connsiteY4491" fmla="*/ 265533 h 3912503"/>
              <a:gd name="connsiteX4492" fmla="*/ 5325897 w 12192528"/>
              <a:gd name="connsiteY4492" fmla="*/ 249984 h 3912503"/>
              <a:gd name="connsiteX4493" fmla="*/ 5331753 w 12192528"/>
              <a:gd name="connsiteY4493" fmla="*/ 246486 h 3912503"/>
              <a:gd name="connsiteX4494" fmla="*/ 5339173 w 12192528"/>
              <a:gd name="connsiteY4494" fmla="*/ 237156 h 3912503"/>
              <a:gd name="connsiteX4495" fmla="*/ 5341514 w 12192528"/>
              <a:gd name="connsiteY4495" fmla="*/ 232880 h 3912503"/>
              <a:gd name="connsiteX4496" fmla="*/ 5353229 w 12192528"/>
              <a:gd name="connsiteY4496" fmla="*/ 221996 h 3912503"/>
              <a:gd name="connsiteX4497" fmla="*/ 6402088 w 12192528"/>
              <a:gd name="connsiteY4497" fmla="*/ 217446 h 3912503"/>
              <a:gd name="connsiteX4498" fmla="*/ 6410741 w 12192528"/>
              <a:gd name="connsiteY4498" fmla="*/ 221730 h 3912503"/>
              <a:gd name="connsiteX4499" fmla="*/ 6415640 w 12192528"/>
              <a:gd name="connsiteY4499" fmla="*/ 224322 h 3912503"/>
              <a:gd name="connsiteX4500" fmla="*/ 6421122 w 12192528"/>
              <a:gd name="connsiteY4500" fmla="*/ 228930 h 3912503"/>
              <a:gd name="connsiteX4501" fmla="*/ 6424584 w 12192528"/>
              <a:gd name="connsiteY4501" fmla="*/ 233540 h 3912503"/>
              <a:gd name="connsiteX4502" fmla="*/ 6428621 w 12192528"/>
              <a:gd name="connsiteY4502" fmla="*/ 246212 h 3912503"/>
              <a:gd name="connsiteX4503" fmla="*/ 6431504 w 12192528"/>
              <a:gd name="connsiteY4503" fmla="*/ 253989 h 3912503"/>
              <a:gd name="connsiteX4504" fmla="*/ 6431504 w 12192528"/>
              <a:gd name="connsiteY4504" fmla="*/ 257445 h 3912503"/>
              <a:gd name="connsiteX4505" fmla="*/ 6428042 w 12192528"/>
              <a:gd name="connsiteY4505" fmla="*/ 264358 h 3912503"/>
              <a:gd name="connsiteX4506" fmla="*/ 6420256 w 12192528"/>
              <a:gd name="connsiteY4506" fmla="*/ 274726 h 3912503"/>
              <a:gd name="connsiteX4507" fmla="*/ 6418238 w 12192528"/>
              <a:gd name="connsiteY4507" fmla="*/ 278759 h 3912503"/>
              <a:gd name="connsiteX4508" fmla="*/ 6414777 w 12192528"/>
              <a:gd name="connsiteY4508" fmla="*/ 280199 h 3912503"/>
              <a:gd name="connsiteX4509" fmla="*/ 6408143 w 12192528"/>
              <a:gd name="connsiteY4509" fmla="*/ 282215 h 3912503"/>
              <a:gd name="connsiteX4510" fmla="*/ 6405836 w 12192528"/>
              <a:gd name="connsiteY4510" fmla="*/ 283367 h 3912503"/>
              <a:gd name="connsiteX4511" fmla="*/ 6396609 w 12192528"/>
              <a:gd name="connsiteY4511" fmla="*/ 284519 h 3912503"/>
              <a:gd name="connsiteX4512" fmla="*/ 6394592 w 12192528"/>
              <a:gd name="connsiteY4512" fmla="*/ 285096 h 3912503"/>
              <a:gd name="connsiteX4513" fmla="*/ 6374113 w 12192528"/>
              <a:gd name="connsiteY4513" fmla="*/ 272134 h 3912503"/>
              <a:gd name="connsiteX4514" fmla="*/ 6367769 w 12192528"/>
              <a:gd name="connsiteY4514" fmla="*/ 260325 h 3912503"/>
              <a:gd name="connsiteX4515" fmla="*/ 6365751 w 12192528"/>
              <a:gd name="connsiteY4515" fmla="*/ 255429 h 3912503"/>
              <a:gd name="connsiteX4516" fmla="*/ 6365462 w 12192528"/>
              <a:gd name="connsiteY4516" fmla="*/ 250533 h 3912503"/>
              <a:gd name="connsiteX4517" fmla="*/ 6366326 w 12192528"/>
              <a:gd name="connsiteY4517" fmla="*/ 246789 h 3912503"/>
              <a:gd name="connsiteX4518" fmla="*/ 6367769 w 12192528"/>
              <a:gd name="connsiteY4518" fmla="*/ 239011 h 3912503"/>
              <a:gd name="connsiteX4519" fmla="*/ 6368057 w 12192528"/>
              <a:gd name="connsiteY4519" fmla="*/ 236132 h 3912503"/>
              <a:gd name="connsiteX4520" fmla="*/ 6368923 w 12192528"/>
              <a:gd name="connsiteY4520" fmla="*/ 229219 h 3912503"/>
              <a:gd name="connsiteX4521" fmla="*/ 6383344 w 12192528"/>
              <a:gd name="connsiteY4521" fmla="*/ 217986 h 3912503"/>
              <a:gd name="connsiteX4522" fmla="*/ 6392572 w 12192528"/>
              <a:gd name="connsiteY4522" fmla="*/ 217697 h 3912503"/>
              <a:gd name="connsiteX4523" fmla="*/ 6402088 w 12192528"/>
              <a:gd name="connsiteY4523" fmla="*/ 217446 h 3912503"/>
              <a:gd name="connsiteX4524" fmla="*/ 4970801 w 12192528"/>
              <a:gd name="connsiteY4524" fmla="*/ 215227 h 3912503"/>
              <a:gd name="connsiteX4525" fmla="*/ 4982015 w 12192528"/>
              <a:gd name="connsiteY4525" fmla="*/ 220831 h 3912503"/>
              <a:gd name="connsiteX4526" fmla="*/ 5014407 w 12192528"/>
              <a:gd name="connsiteY4526" fmla="*/ 235774 h 3912503"/>
              <a:gd name="connsiteX4527" fmla="*/ 5020638 w 12192528"/>
              <a:gd name="connsiteY4527" fmla="*/ 240133 h 3912503"/>
              <a:gd name="connsiteX4528" fmla="*/ 5048047 w 12192528"/>
              <a:gd name="connsiteY4528" fmla="*/ 273133 h 3912503"/>
              <a:gd name="connsiteX4529" fmla="*/ 5064868 w 12192528"/>
              <a:gd name="connsiteY4529" fmla="*/ 329173 h 3912503"/>
              <a:gd name="connsiteX4530" fmla="*/ 5072969 w 12192528"/>
              <a:gd name="connsiteY4530" fmla="*/ 348475 h 3912503"/>
              <a:gd name="connsiteX4531" fmla="*/ 5071098 w 12192528"/>
              <a:gd name="connsiteY4531" fmla="*/ 375872 h 3912503"/>
              <a:gd name="connsiteX4532" fmla="*/ 5068607 w 12192528"/>
              <a:gd name="connsiteY4532" fmla="*/ 398909 h 3912503"/>
              <a:gd name="connsiteX4533" fmla="*/ 5069230 w 12192528"/>
              <a:gd name="connsiteY4533" fmla="*/ 408249 h 3912503"/>
              <a:gd name="connsiteX4534" fmla="*/ 5032474 w 12192528"/>
              <a:gd name="connsiteY4534" fmla="*/ 450590 h 3912503"/>
              <a:gd name="connsiteX4535" fmla="*/ 4997588 w 12192528"/>
              <a:gd name="connsiteY4535" fmla="*/ 471138 h 3912503"/>
              <a:gd name="connsiteX4536" fmla="*/ 4971424 w 12192528"/>
              <a:gd name="connsiteY4536" fmla="*/ 505383 h 3912503"/>
              <a:gd name="connsiteX4537" fmla="*/ 4975163 w 12192528"/>
              <a:gd name="connsiteY4537" fmla="*/ 512232 h 3912503"/>
              <a:gd name="connsiteX4538" fmla="*/ 5011917 w 12192528"/>
              <a:gd name="connsiteY4538" fmla="*/ 555819 h 3912503"/>
              <a:gd name="connsiteX4539" fmla="*/ 5016902 w 12192528"/>
              <a:gd name="connsiteY4539" fmla="*/ 565781 h 3912503"/>
              <a:gd name="connsiteX4540" fmla="*/ 5021883 w 12192528"/>
              <a:gd name="connsiteY4540" fmla="*/ 596915 h 3912503"/>
              <a:gd name="connsiteX4541" fmla="*/ 5030606 w 12192528"/>
              <a:gd name="connsiteY4541" fmla="*/ 633028 h 3912503"/>
              <a:gd name="connsiteX4542" fmla="*/ 5029984 w 12192528"/>
              <a:gd name="connsiteY4542" fmla="*/ 647971 h 3912503"/>
              <a:gd name="connsiteX4543" fmla="*/ 5014537 w 12192528"/>
              <a:gd name="connsiteY4543" fmla="*/ 685550 h 3912503"/>
              <a:gd name="connsiteX4544" fmla="*/ 5084787 w 12192528"/>
              <a:gd name="connsiteY4544" fmla="*/ 676707 h 3912503"/>
              <a:gd name="connsiteX4545" fmla="*/ 5315437 w 12192528"/>
              <a:gd name="connsiteY4545" fmla="*/ 672584 h 3912503"/>
              <a:gd name="connsiteX4546" fmla="*/ 5870643 w 12192528"/>
              <a:gd name="connsiteY4546" fmla="*/ 797194 h 3912503"/>
              <a:gd name="connsiteX4547" fmla="*/ 6737349 w 12192528"/>
              <a:gd name="connsiteY4547" fmla="*/ 1249822 h 3912503"/>
              <a:gd name="connsiteX4548" fmla="*/ 6949760 w 12192528"/>
              <a:gd name="connsiteY4548" fmla="*/ 1437768 h 3912503"/>
              <a:gd name="connsiteX4549" fmla="*/ 7135575 w 12192528"/>
              <a:gd name="connsiteY4549" fmla="*/ 1640186 h 3912503"/>
              <a:gd name="connsiteX4550" fmla="*/ 7155702 w 12192528"/>
              <a:gd name="connsiteY4550" fmla="*/ 1617195 h 3912503"/>
              <a:gd name="connsiteX4551" fmla="*/ 7149127 w 12192528"/>
              <a:gd name="connsiteY4551" fmla="*/ 1606185 h 3912503"/>
              <a:gd name="connsiteX4552" fmla="*/ 7132956 w 12192528"/>
              <a:gd name="connsiteY4552" fmla="*/ 1613378 h 3912503"/>
              <a:gd name="connsiteX4553" fmla="*/ 7119911 w 12192528"/>
              <a:gd name="connsiteY4553" fmla="*/ 1607949 h 3912503"/>
              <a:gd name="connsiteX4554" fmla="*/ 7112301 w 12192528"/>
              <a:gd name="connsiteY4554" fmla="*/ 1592748 h 3912503"/>
              <a:gd name="connsiteX4555" fmla="*/ 7082952 w 12192528"/>
              <a:gd name="connsiteY4555" fmla="*/ 1553663 h 3912503"/>
              <a:gd name="connsiteX4556" fmla="*/ 7069901 w 12192528"/>
              <a:gd name="connsiteY4556" fmla="*/ 1527606 h 3912503"/>
              <a:gd name="connsiteX4557" fmla="*/ 7069901 w 12192528"/>
              <a:gd name="connsiteY4557" fmla="*/ 1514576 h 3912503"/>
              <a:gd name="connsiteX4558" fmla="*/ 7080773 w 12192528"/>
              <a:gd name="connsiteY4558" fmla="*/ 1485261 h 3912503"/>
              <a:gd name="connsiteX4559" fmla="*/ 7095993 w 12192528"/>
              <a:gd name="connsiteY4559" fmla="*/ 1437490 h 3912503"/>
              <a:gd name="connsiteX4560" fmla="*/ 7109038 w 12192528"/>
              <a:gd name="connsiteY4560" fmla="*/ 1420118 h 3912503"/>
              <a:gd name="connsiteX4561" fmla="*/ 7129695 w 12192528"/>
              <a:gd name="connsiteY4561" fmla="*/ 1402746 h 3912503"/>
              <a:gd name="connsiteX4562" fmla="*/ 7132509 w 12192528"/>
              <a:gd name="connsiteY4562" fmla="*/ 1401258 h 3912503"/>
              <a:gd name="connsiteX4563" fmla="*/ 7077965 w 12192528"/>
              <a:gd name="connsiteY4563" fmla="*/ 1343957 h 3912503"/>
              <a:gd name="connsiteX4564" fmla="*/ 7011807 w 12192528"/>
              <a:gd name="connsiteY4564" fmla="*/ 1277298 h 3912503"/>
              <a:gd name="connsiteX4565" fmla="*/ 6990206 w 12192528"/>
              <a:gd name="connsiteY4565" fmla="*/ 1266487 h 3912503"/>
              <a:gd name="connsiteX4566" fmla="*/ 6957804 w 12192528"/>
              <a:gd name="connsiteY4566" fmla="*/ 1226851 h 3912503"/>
              <a:gd name="connsiteX4567" fmla="*/ 6921802 w 12192528"/>
              <a:gd name="connsiteY4567" fmla="*/ 1205231 h 3912503"/>
              <a:gd name="connsiteX4568" fmla="*/ 6889398 w 12192528"/>
              <a:gd name="connsiteY4568" fmla="*/ 1161993 h 3912503"/>
              <a:gd name="connsiteX4569" fmla="*/ 6896598 w 12192528"/>
              <a:gd name="connsiteY4569" fmla="*/ 1154786 h 3912503"/>
              <a:gd name="connsiteX4570" fmla="*/ 6867795 w 12192528"/>
              <a:gd name="connsiteY4570" fmla="*/ 1129563 h 3912503"/>
              <a:gd name="connsiteX4571" fmla="*/ 6867795 w 12192528"/>
              <a:gd name="connsiteY4571" fmla="*/ 1133166 h 3912503"/>
              <a:gd name="connsiteX4572" fmla="*/ 6871396 w 12192528"/>
              <a:gd name="connsiteY4572" fmla="*/ 1136769 h 3912503"/>
              <a:gd name="connsiteX4573" fmla="*/ 6867795 w 12192528"/>
              <a:gd name="connsiteY4573" fmla="*/ 1136769 h 3912503"/>
              <a:gd name="connsiteX4574" fmla="*/ 6871396 w 12192528"/>
              <a:gd name="connsiteY4574" fmla="*/ 1147579 h 3912503"/>
              <a:gd name="connsiteX4575" fmla="*/ 6849795 w 12192528"/>
              <a:gd name="connsiteY4575" fmla="*/ 1129563 h 3912503"/>
              <a:gd name="connsiteX4576" fmla="*/ 6846193 w 12192528"/>
              <a:gd name="connsiteY4576" fmla="*/ 1129563 h 3912503"/>
              <a:gd name="connsiteX4577" fmla="*/ 6846193 w 12192528"/>
              <a:gd name="connsiteY4577" fmla="*/ 1125960 h 3912503"/>
              <a:gd name="connsiteX4578" fmla="*/ 6838994 w 12192528"/>
              <a:gd name="connsiteY4578" fmla="*/ 1122356 h 3912503"/>
              <a:gd name="connsiteX4579" fmla="*/ 6838994 w 12192528"/>
              <a:gd name="connsiteY4579" fmla="*/ 1118753 h 3912503"/>
              <a:gd name="connsiteX4580" fmla="*/ 6795790 w 12192528"/>
              <a:gd name="connsiteY4580" fmla="*/ 1093531 h 3912503"/>
              <a:gd name="connsiteX4581" fmla="*/ 6770588 w 12192528"/>
              <a:gd name="connsiteY4581" fmla="*/ 1061101 h 3912503"/>
              <a:gd name="connsiteX4582" fmla="*/ 6766986 w 12192528"/>
              <a:gd name="connsiteY4582" fmla="*/ 1057497 h 3912503"/>
              <a:gd name="connsiteX4583" fmla="*/ 6759786 w 12192528"/>
              <a:gd name="connsiteY4583" fmla="*/ 1050291 h 3912503"/>
              <a:gd name="connsiteX4584" fmla="*/ 6763386 w 12192528"/>
              <a:gd name="connsiteY4584" fmla="*/ 1050291 h 3912503"/>
              <a:gd name="connsiteX4585" fmla="*/ 6766987 w 12192528"/>
              <a:gd name="connsiteY4585" fmla="*/ 1053894 h 3912503"/>
              <a:gd name="connsiteX4586" fmla="*/ 6770588 w 12192528"/>
              <a:gd name="connsiteY4586" fmla="*/ 1053894 h 3912503"/>
              <a:gd name="connsiteX4587" fmla="*/ 6745385 w 12192528"/>
              <a:gd name="connsiteY4587" fmla="*/ 1039481 h 3912503"/>
              <a:gd name="connsiteX4588" fmla="*/ 6748983 w 12192528"/>
              <a:gd name="connsiteY4588" fmla="*/ 1043084 h 3912503"/>
              <a:gd name="connsiteX4589" fmla="*/ 6745385 w 12192528"/>
              <a:gd name="connsiteY4589" fmla="*/ 1043084 h 3912503"/>
              <a:gd name="connsiteX4590" fmla="*/ 6741784 w 12192528"/>
              <a:gd name="connsiteY4590" fmla="*/ 1043084 h 3912503"/>
              <a:gd name="connsiteX4591" fmla="*/ 6745385 w 12192528"/>
              <a:gd name="connsiteY4591" fmla="*/ 1050291 h 3912503"/>
              <a:gd name="connsiteX4592" fmla="*/ 6727382 w 12192528"/>
              <a:gd name="connsiteY4592" fmla="*/ 1032275 h 3912503"/>
              <a:gd name="connsiteX4593" fmla="*/ 6723785 w 12192528"/>
              <a:gd name="connsiteY4593" fmla="*/ 1028671 h 3912503"/>
              <a:gd name="connsiteX4594" fmla="*/ 6720182 w 12192528"/>
              <a:gd name="connsiteY4594" fmla="*/ 1025068 h 3912503"/>
              <a:gd name="connsiteX4595" fmla="*/ 6719746 w 12192528"/>
              <a:gd name="connsiteY4595" fmla="*/ 1025507 h 3912503"/>
              <a:gd name="connsiteX4596" fmla="*/ 6640974 w 12192528"/>
              <a:gd name="connsiteY4596" fmla="*/ 963812 h 3912503"/>
              <a:gd name="connsiteX4597" fmla="*/ 6637376 w 12192528"/>
              <a:gd name="connsiteY4597" fmla="*/ 960209 h 3912503"/>
              <a:gd name="connsiteX4598" fmla="*/ 6630173 w 12192528"/>
              <a:gd name="connsiteY4598" fmla="*/ 956607 h 3912503"/>
              <a:gd name="connsiteX4599" fmla="*/ 6633772 w 12192528"/>
              <a:gd name="connsiteY4599" fmla="*/ 956607 h 3912503"/>
              <a:gd name="connsiteX4600" fmla="*/ 6597771 w 12192528"/>
              <a:gd name="connsiteY4600" fmla="*/ 945797 h 3912503"/>
              <a:gd name="connsiteX4601" fmla="*/ 6604972 w 12192528"/>
              <a:gd name="connsiteY4601" fmla="*/ 949399 h 3912503"/>
              <a:gd name="connsiteX4602" fmla="*/ 6604972 w 12192528"/>
              <a:gd name="connsiteY4602" fmla="*/ 953002 h 3912503"/>
              <a:gd name="connsiteX4603" fmla="*/ 6597771 w 12192528"/>
              <a:gd name="connsiteY4603" fmla="*/ 949399 h 3912503"/>
              <a:gd name="connsiteX4604" fmla="*/ 6596462 w 12192528"/>
              <a:gd name="connsiteY4604" fmla="*/ 949399 h 3912503"/>
              <a:gd name="connsiteX4605" fmla="*/ 6594621 w 12192528"/>
              <a:gd name="connsiteY4605" fmla="*/ 948048 h 3912503"/>
              <a:gd name="connsiteX4606" fmla="*/ 6590570 w 12192528"/>
              <a:gd name="connsiteY4606" fmla="*/ 945797 h 3912503"/>
              <a:gd name="connsiteX4607" fmla="*/ 6594172 w 12192528"/>
              <a:gd name="connsiteY4607" fmla="*/ 949399 h 3912503"/>
              <a:gd name="connsiteX4608" fmla="*/ 6596462 w 12192528"/>
              <a:gd name="connsiteY4608" fmla="*/ 949399 h 3912503"/>
              <a:gd name="connsiteX4609" fmla="*/ 6601371 w 12192528"/>
              <a:gd name="connsiteY4609" fmla="*/ 953002 h 3912503"/>
              <a:gd name="connsiteX4610" fmla="*/ 6457358 w 12192528"/>
              <a:gd name="connsiteY4610" fmla="*/ 880937 h 3912503"/>
              <a:gd name="connsiteX4611" fmla="*/ 6439357 w 12192528"/>
              <a:gd name="connsiteY4611" fmla="*/ 866524 h 3912503"/>
              <a:gd name="connsiteX4612" fmla="*/ 6432157 w 12192528"/>
              <a:gd name="connsiteY4612" fmla="*/ 870127 h 3912503"/>
              <a:gd name="connsiteX4613" fmla="*/ 6428556 w 12192528"/>
              <a:gd name="connsiteY4613" fmla="*/ 866524 h 3912503"/>
              <a:gd name="connsiteX4614" fmla="*/ 6421355 w 12192528"/>
              <a:gd name="connsiteY4614" fmla="*/ 862922 h 3912503"/>
              <a:gd name="connsiteX4615" fmla="*/ 6360150 w 12192528"/>
              <a:gd name="connsiteY4615" fmla="*/ 826889 h 3912503"/>
              <a:gd name="connsiteX4616" fmla="*/ 6363751 w 12192528"/>
              <a:gd name="connsiteY4616" fmla="*/ 830492 h 3912503"/>
              <a:gd name="connsiteX4617" fmla="*/ 6360149 w 12192528"/>
              <a:gd name="connsiteY4617" fmla="*/ 834095 h 3912503"/>
              <a:gd name="connsiteX4618" fmla="*/ 6356551 w 12192528"/>
              <a:gd name="connsiteY4618" fmla="*/ 830493 h 3912503"/>
              <a:gd name="connsiteX4619" fmla="*/ 6352949 w 12192528"/>
              <a:gd name="connsiteY4619" fmla="*/ 830492 h 3912503"/>
              <a:gd name="connsiteX4620" fmla="*/ 6316047 w 12192528"/>
              <a:gd name="connsiteY4620" fmla="*/ 818331 h 3912503"/>
              <a:gd name="connsiteX4621" fmla="*/ 6310544 w 12192528"/>
              <a:gd name="connsiteY4621" fmla="*/ 812943 h 3912503"/>
              <a:gd name="connsiteX4622" fmla="*/ 6309341 w 12192528"/>
              <a:gd name="connsiteY4622" fmla="*/ 813999 h 3912503"/>
              <a:gd name="connsiteX4623" fmla="*/ 6306727 w 12192528"/>
              <a:gd name="connsiteY4623" fmla="*/ 814935 h 3912503"/>
              <a:gd name="connsiteX4624" fmla="*/ 6305159 w 12192528"/>
              <a:gd name="connsiteY4624" fmla="*/ 812605 h 3912503"/>
              <a:gd name="connsiteX4625" fmla="*/ 6304635 w 12192528"/>
              <a:gd name="connsiteY4625" fmla="*/ 810515 h 3912503"/>
              <a:gd name="connsiteX4626" fmla="*/ 6303065 w 12192528"/>
              <a:gd name="connsiteY4626" fmla="*/ 808076 h 3912503"/>
              <a:gd name="connsiteX4627" fmla="*/ 6300800 w 12192528"/>
              <a:gd name="connsiteY4627" fmla="*/ 809644 h 3912503"/>
              <a:gd name="connsiteX4628" fmla="*/ 6295574 w 12192528"/>
              <a:gd name="connsiteY4628" fmla="*/ 808774 h 3912503"/>
              <a:gd name="connsiteX4629" fmla="*/ 6294527 w 12192528"/>
              <a:gd name="connsiteY4629" fmla="*/ 806508 h 3912503"/>
              <a:gd name="connsiteX4630" fmla="*/ 6291390 w 12192528"/>
              <a:gd name="connsiteY4630" fmla="*/ 805289 h 3912503"/>
              <a:gd name="connsiteX4631" fmla="*/ 6290170 w 12192528"/>
              <a:gd name="connsiteY4631" fmla="*/ 808251 h 3912503"/>
              <a:gd name="connsiteX4632" fmla="*/ 6290462 w 12192528"/>
              <a:gd name="connsiteY4632" fmla="*/ 810886 h 3912503"/>
              <a:gd name="connsiteX4633" fmla="*/ 6276844 w 12192528"/>
              <a:gd name="connsiteY4633" fmla="*/ 797338 h 3912503"/>
              <a:gd name="connsiteX4634" fmla="*/ 6277624 w 12192528"/>
              <a:gd name="connsiteY4634" fmla="*/ 796232 h 3912503"/>
              <a:gd name="connsiteX4635" fmla="*/ 6276056 w 12192528"/>
              <a:gd name="connsiteY4635" fmla="*/ 792923 h 3912503"/>
              <a:gd name="connsiteX4636" fmla="*/ 6272917 w 12192528"/>
              <a:gd name="connsiteY4636" fmla="*/ 791529 h 3912503"/>
              <a:gd name="connsiteX4637" fmla="*/ 6272760 w 12192528"/>
              <a:gd name="connsiteY4637" fmla="*/ 791213 h 3912503"/>
              <a:gd name="connsiteX4638" fmla="*/ 6250789 w 12192528"/>
              <a:gd name="connsiteY4638" fmla="*/ 784550 h 3912503"/>
              <a:gd name="connsiteX4639" fmla="*/ 6208935 w 12192528"/>
              <a:gd name="connsiteY4639" fmla="*/ 765633 h 3912503"/>
              <a:gd name="connsiteX4640" fmla="*/ 6242689 w 12192528"/>
              <a:gd name="connsiteY4640" fmla="*/ 771938 h 3912503"/>
              <a:gd name="connsiteX4641" fmla="*/ 6266377 w 12192528"/>
              <a:gd name="connsiteY4641" fmla="*/ 778566 h 3912503"/>
              <a:gd name="connsiteX4642" fmla="*/ 6264029 w 12192528"/>
              <a:gd name="connsiteY4642" fmla="*/ 773935 h 3912503"/>
              <a:gd name="connsiteX4643" fmla="*/ 6261589 w 12192528"/>
              <a:gd name="connsiteY4643" fmla="*/ 772020 h 3912503"/>
              <a:gd name="connsiteX4644" fmla="*/ 6264902 w 12192528"/>
              <a:gd name="connsiteY4644" fmla="*/ 769930 h 3912503"/>
              <a:gd name="connsiteX4645" fmla="*/ 6265423 w 12192528"/>
              <a:gd name="connsiteY4645" fmla="*/ 769930 h 3912503"/>
              <a:gd name="connsiteX4646" fmla="*/ 6268733 w 12192528"/>
              <a:gd name="connsiteY4646" fmla="*/ 764008 h 3912503"/>
              <a:gd name="connsiteX4647" fmla="*/ 6269085 w 12192528"/>
              <a:gd name="connsiteY4647" fmla="*/ 755820 h 3912503"/>
              <a:gd name="connsiteX4648" fmla="*/ 6272045 w 12192528"/>
              <a:gd name="connsiteY4648" fmla="*/ 744324 h 3912503"/>
              <a:gd name="connsiteX4649" fmla="*/ 6274660 w 12192528"/>
              <a:gd name="connsiteY4649" fmla="*/ 741188 h 3912503"/>
              <a:gd name="connsiteX4650" fmla="*/ 6281805 w 12192528"/>
              <a:gd name="connsiteY4650" fmla="*/ 732131 h 3912503"/>
              <a:gd name="connsiteX4651" fmla="*/ 6285989 w 12192528"/>
              <a:gd name="connsiteY4651" fmla="*/ 730563 h 3912503"/>
              <a:gd name="connsiteX4652" fmla="*/ 6303242 w 12192528"/>
              <a:gd name="connsiteY4652" fmla="*/ 725511 h 3912503"/>
              <a:gd name="connsiteX4653" fmla="*/ 6303242 w 12192528"/>
              <a:gd name="connsiteY4653" fmla="*/ 721680 h 3912503"/>
              <a:gd name="connsiteX4654" fmla="*/ 6298709 w 12192528"/>
              <a:gd name="connsiteY4654" fmla="*/ 721157 h 3912503"/>
              <a:gd name="connsiteX4655" fmla="*/ 6295574 w 12192528"/>
              <a:gd name="connsiteY4655" fmla="*/ 723247 h 3912503"/>
              <a:gd name="connsiteX4656" fmla="*/ 6292608 w 12192528"/>
              <a:gd name="connsiteY4656" fmla="*/ 723596 h 3912503"/>
              <a:gd name="connsiteX4657" fmla="*/ 6293131 w 12192528"/>
              <a:gd name="connsiteY4657" fmla="*/ 720461 h 3912503"/>
              <a:gd name="connsiteX4658" fmla="*/ 6295574 w 12192528"/>
              <a:gd name="connsiteY4658" fmla="*/ 718195 h 3912503"/>
              <a:gd name="connsiteX4659" fmla="*/ 6296444 w 12192528"/>
              <a:gd name="connsiteY4659" fmla="*/ 712796 h 3912503"/>
              <a:gd name="connsiteX4660" fmla="*/ 6291738 w 12192528"/>
              <a:gd name="connsiteY4660" fmla="*/ 713841 h 3912503"/>
              <a:gd name="connsiteX4661" fmla="*/ 6288080 w 12192528"/>
              <a:gd name="connsiteY4661" fmla="*/ 716803 h 3912503"/>
              <a:gd name="connsiteX4662" fmla="*/ 6284594 w 12192528"/>
              <a:gd name="connsiteY4662" fmla="*/ 714537 h 3912503"/>
              <a:gd name="connsiteX4663" fmla="*/ 6288427 w 12192528"/>
              <a:gd name="connsiteY4663" fmla="*/ 704610 h 3912503"/>
              <a:gd name="connsiteX4664" fmla="*/ 6288427 w 12192528"/>
              <a:gd name="connsiteY4664" fmla="*/ 695029 h 3912503"/>
              <a:gd name="connsiteX4665" fmla="*/ 6284943 w 12192528"/>
              <a:gd name="connsiteY4665" fmla="*/ 691197 h 3912503"/>
              <a:gd name="connsiteX4666" fmla="*/ 6283898 w 12192528"/>
              <a:gd name="connsiteY4666" fmla="*/ 689280 h 3912503"/>
              <a:gd name="connsiteX4667" fmla="*/ 6285815 w 12192528"/>
              <a:gd name="connsiteY4667" fmla="*/ 688235 h 3912503"/>
              <a:gd name="connsiteX4668" fmla="*/ 6289475 w 12192528"/>
              <a:gd name="connsiteY4668" fmla="*/ 684752 h 3912503"/>
              <a:gd name="connsiteX4669" fmla="*/ 6294004 w 12192528"/>
              <a:gd name="connsiteY4669" fmla="*/ 676914 h 3912503"/>
              <a:gd name="connsiteX4670" fmla="*/ 6294179 w 12192528"/>
              <a:gd name="connsiteY4670" fmla="*/ 672733 h 3912503"/>
              <a:gd name="connsiteX4671" fmla="*/ 6292785 w 12192528"/>
              <a:gd name="connsiteY4671" fmla="*/ 669946 h 3912503"/>
              <a:gd name="connsiteX4672" fmla="*/ 6295747 w 12192528"/>
              <a:gd name="connsiteY4672" fmla="*/ 668030 h 3912503"/>
              <a:gd name="connsiteX4673" fmla="*/ 6298187 w 12192528"/>
              <a:gd name="connsiteY4673" fmla="*/ 667681 h 3912503"/>
              <a:gd name="connsiteX4674" fmla="*/ 6301149 w 12192528"/>
              <a:gd name="connsiteY4674" fmla="*/ 660540 h 3912503"/>
              <a:gd name="connsiteX4675" fmla="*/ 6300278 w 12192528"/>
              <a:gd name="connsiteY4675" fmla="*/ 659146 h 3912503"/>
              <a:gd name="connsiteX4676" fmla="*/ 6300451 w 12192528"/>
              <a:gd name="connsiteY4676" fmla="*/ 656011 h 3912503"/>
              <a:gd name="connsiteX4677" fmla="*/ 6303242 w 12192528"/>
              <a:gd name="connsiteY4677" fmla="*/ 656707 h 3912503"/>
              <a:gd name="connsiteX4678" fmla="*/ 6304984 w 12192528"/>
              <a:gd name="connsiteY4678" fmla="*/ 658973 h 3912503"/>
              <a:gd name="connsiteX4679" fmla="*/ 6308469 w 12192528"/>
              <a:gd name="connsiteY4679" fmla="*/ 659495 h 3912503"/>
              <a:gd name="connsiteX4680" fmla="*/ 6319100 w 12192528"/>
              <a:gd name="connsiteY4680" fmla="*/ 656707 h 3912503"/>
              <a:gd name="connsiteX4681" fmla="*/ 6332346 w 12192528"/>
              <a:gd name="connsiteY4681" fmla="*/ 655837 h 3912503"/>
              <a:gd name="connsiteX4682" fmla="*/ 6335484 w 12192528"/>
              <a:gd name="connsiteY4682" fmla="*/ 657405 h 3912503"/>
              <a:gd name="connsiteX4683" fmla="*/ 6344544 w 12192528"/>
              <a:gd name="connsiteY4683" fmla="*/ 661585 h 3912503"/>
              <a:gd name="connsiteX4684" fmla="*/ 6346287 w 12192528"/>
              <a:gd name="connsiteY4684" fmla="*/ 662804 h 3912503"/>
              <a:gd name="connsiteX4685" fmla="*/ 6353955 w 12192528"/>
              <a:gd name="connsiteY4685" fmla="*/ 672037 h 3912503"/>
              <a:gd name="connsiteX4686" fmla="*/ 6358662 w 12192528"/>
              <a:gd name="connsiteY4686" fmla="*/ 687713 h 3912503"/>
              <a:gd name="connsiteX4687" fmla="*/ 6360927 w 12192528"/>
              <a:gd name="connsiteY4687" fmla="*/ 693113 h 3912503"/>
              <a:gd name="connsiteX4688" fmla="*/ 6360403 w 12192528"/>
              <a:gd name="connsiteY4688" fmla="*/ 700777 h 3912503"/>
              <a:gd name="connsiteX4689" fmla="*/ 6359706 w 12192528"/>
              <a:gd name="connsiteY4689" fmla="*/ 707223 h 3912503"/>
              <a:gd name="connsiteX4690" fmla="*/ 6359880 w 12192528"/>
              <a:gd name="connsiteY4690" fmla="*/ 709834 h 3912503"/>
              <a:gd name="connsiteX4691" fmla="*/ 6349597 w 12192528"/>
              <a:gd name="connsiteY4691" fmla="*/ 721680 h 3912503"/>
              <a:gd name="connsiteX4692" fmla="*/ 6339838 w 12192528"/>
              <a:gd name="connsiteY4692" fmla="*/ 727428 h 3912503"/>
              <a:gd name="connsiteX4693" fmla="*/ 6332518 w 12192528"/>
              <a:gd name="connsiteY4693" fmla="*/ 737008 h 3912503"/>
              <a:gd name="connsiteX4694" fmla="*/ 6333566 w 12192528"/>
              <a:gd name="connsiteY4694" fmla="*/ 738924 h 3912503"/>
              <a:gd name="connsiteX4695" fmla="*/ 6343847 w 12192528"/>
              <a:gd name="connsiteY4695" fmla="*/ 751117 h 3912503"/>
              <a:gd name="connsiteX4696" fmla="*/ 6345241 w 12192528"/>
              <a:gd name="connsiteY4696" fmla="*/ 753904 h 3912503"/>
              <a:gd name="connsiteX4697" fmla="*/ 6346636 w 12192528"/>
              <a:gd name="connsiteY4697" fmla="*/ 762614 h 3912503"/>
              <a:gd name="connsiteX4698" fmla="*/ 6349076 w 12192528"/>
              <a:gd name="connsiteY4698" fmla="*/ 772716 h 3912503"/>
              <a:gd name="connsiteX4699" fmla="*/ 6348902 w 12192528"/>
              <a:gd name="connsiteY4699" fmla="*/ 776897 h 3912503"/>
              <a:gd name="connsiteX4700" fmla="*/ 6339665 w 12192528"/>
              <a:gd name="connsiteY4700" fmla="*/ 799367 h 3912503"/>
              <a:gd name="connsiteX4701" fmla="*/ 6337921 w 12192528"/>
              <a:gd name="connsiteY4701" fmla="*/ 800761 h 3912503"/>
              <a:gd name="connsiteX4702" fmla="*/ 6327385 w 12192528"/>
              <a:gd name="connsiteY4702" fmla="*/ 805767 h 3912503"/>
              <a:gd name="connsiteX4703" fmla="*/ 6338547 w 12192528"/>
              <a:gd name="connsiteY4703" fmla="*/ 816079 h 3912503"/>
              <a:gd name="connsiteX4704" fmla="*/ 6342149 w 12192528"/>
              <a:gd name="connsiteY4704" fmla="*/ 812475 h 3912503"/>
              <a:gd name="connsiteX4705" fmla="*/ 6352949 w 12192528"/>
              <a:gd name="connsiteY4705" fmla="*/ 819682 h 3912503"/>
              <a:gd name="connsiteX4706" fmla="*/ 6356549 w 12192528"/>
              <a:gd name="connsiteY4706" fmla="*/ 823285 h 3912503"/>
              <a:gd name="connsiteX4707" fmla="*/ 6356551 w 12192528"/>
              <a:gd name="connsiteY4707" fmla="*/ 819683 h 3912503"/>
              <a:gd name="connsiteX4708" fmla="*/ 6410555 w 12192528"/>
              <a:gd name="connsiteY4708" fmla="*/ 841303 h 3912503"/>
              <a:gd name="connsiteX4709" fmla="*/ 6414155 w 12192528"/>
              <a:gd name="connsiteY4709" fmla="*/ 841302 h 3912503"/>
              <a:gd name="connsiteX4710" fmla="*/ 6417757 w 12192528"/>
              <a:gd name="connsiteY4710" fmla="*/ 841302 h 3912503"/>
              <a:gd name="connsiteX4711" fmla="*/ 6421355 w 12192528"/>
              <a:gd name="connsiteY4711" fmla="*/ 841302 h 3912503"/>
              <a:gd name="connsiteX4712" fmla="*/ 6421355 w 12192528"/>
              <a:gd name="connsiteY4712" fmla="*/ 844904 h 3912503"/>
              <a:gd name="connsiteX4713" fmla="*/ 6424958 w 12192528"/>
              <a:gd name="connsiteY4713" fmla="*/ 841302 h 3912503"/>
              <a:gd name="connsiteX4714" fmla="*/ 6453761 w 12192528"/>
              <a:gd name="connsiteY4714" fmla="*/ 848508 h 3912503"/>
              <a:gd name="connsiteX4715" fmla="*/ 6442960 w 12192528"/>
              <a:gd name="connsiteY4715" fmla="*/ 830492 h 3912503"/>
              <a:gd name="connsiteX4716" fmla="*/ 6450159 w 12192528"/>
              <a:gd name="connsiteY4716" fmla="*/ 832294 h 3912503"/>
              <a:gd name="connsiteX4717" fmla="*/ 6453760 w 12192528"/>
              <a:gd name="connsiteY4717" fmla="*/ 833194 h 3912503"/>
              <a:gd name="connsiteX4718" fmla="*/ 6453761 w 12192528"/>
              <a:gd name="connsiteY4718" fmla="*/ 834095 h 3912503"/>
              <a:gd name="connsiteX4719" fmla="*/ 6457356 w 12192528"/>
              <a:gd name="connsiteY4719" fmla="*/ 834095 h 3912503"/>
              <a:gd name="connsiteX4720" fmla="*/ 6453760 w 12192528"/>
              <a:gd name="connsiteY4720" fmla="*/ 833194 h 3912503"/>
              <a:gd name="connsiteX4721" fmla="*/ 6453760 w 12192528"/>
              <a:gd name="connsiteY4721" fmla="*/ 830492 h 3912503"/>
              <a:gd name="connsiteX4722" fmla="*/ 6457358 w 12192528"/>
              <a:gd name="connsiteY4722" fmla="*/ 830492 h 3912503"/>
              <a:gd name="connsiteX4723" fmla="*/ 6460959 w 12192528"/>
              <a:gd name="connsiteY4723" fmla="*/ 830492 h 3912503"/>
              <a:gd name="connsiteX4724" fmla="*/ 6478961 w 12192528"/>
              <a:gd name="connsiteY4724" fmla="*/ 841302 h 3912503"/>
              <a:gd name="connsiteX4725" fmla="*/ 6482560 w 12192528"/>
              <a:gd name="connsiteY4725" fmla="*/ 844904 h 3912503"/>
              <a:gd name="connsiteX4726" fmla="*/ 6489761 w 12192528"/>
              <a:gd name="connsiteY4726" fmla="*/ 848508 h 3912503"/>
              <a:gd name="connsiteX4727" fmla="*/ 6493362 w 12192528"/>
              <a:gd name="connsiteY4727" fmla="*/ 852112 h 3912503"/>
              <a:gd name="connsiteX4728" fmla="*/ 6486162 w 12192528"/>
              <a:gd name="connsiteY4728" fmla="*/ 848508 h 3912503"/>
              <a:gd name="connsiteX4729" fmla="*/ 6478959 w 12192528"/>
              <a:gd name="connsiteY4729" fmla="*/ 844904 h 3912503"/>
              <a:gd name="connsiteX4730" fmla="*/ 6496963 w 12192528"/>
              <a:gd name="connsiteY4730" fmla="*/ 862921 h 3912503"/>
              <a:gd name="connsiteX4731" fmla="*/ 6486164 w 12192528"/>
              <a:gd name="connsiteY4731" fmla="*/ 873731 h 3912503"/>
              <a:gd name="connsiteX4732" fmla="*/ 6633774 w 12192528"/>
              <a:gd name="connsiteY4732" fmla="*/ 953002 h 3912503"/>
              <a:gd name="connsiteX4733" fmla="*/ 6640974 w 12192528"/>
              <a:gd name="connsiteY4733" fmla="*/ 956607 h 3912503"/>
              <a:gd name="connsiteX4734" fmla="*/ 6644573 w 12192528"/>
              <a:gd name="connsiteY4734" fmla="*/ 960209 h 3912503"/>
              <a:gd name="connsiteX4735" fmla="*/ 6702181 w 12192528"/>
              <a:gd name="connsiteY4735" fmla="*/ 996241 h 3912503"/>
              <a:gd name="connsiteX4736" fmla="*/ 6774188 w 12192528"/>
              <a:gd name="connsiteY4736" fmla="*/ 1039481 h 3912503"/>
              <a:gd name="connsiteX4737" fmla="*/ 6842593 w 12192528"/>
              <a:gd name="connsiteY4737" fmla="*/ 1093530 h 3912503"/>
              <a:gd name="connsiteX4738" fmla="*/ 6943402 w 12192528"/>
              <a:gd name="connsiteY4738" fmla="*/ 1172803 h 3912503"/>
              <a:gd name="connsiteX4739" fmla="*/ 6948504 w 12192528"/>
              <a:gd name="connsiteY4739" fmla="*/ 1177734 h 3912503"/>
              <a:gd name="connsiteX4740" fmla="*/ 6951854 w 12192528"/>
              <a:gd name="connsiteY4740" fmla="*/ 1167214 h 3912503"/>
              <a:gd name="connsiteX4741" fmla="*/ 6956495 w 12192528"/>
              <a:gd name="connsiteY4741" fmla="*/ 1161040 h 3912503"/>
              <a:gd name="connsiteX4742" fmla="*/ 6963833 w 12192528"/>
              <a:gd name="connsiteY4742" fmla="*/ 1154866 h 3912503"/>
              <a:gd name="connsiteX4743" fmla="*/ 6970403 w 12192528"/>
              <a:gd name="connsiteY4743" fmla="*/ 1151393 h 3912503"/>
              <a:gd name="connsiteX4744" fmla="*/ 6994748 w 12192528"/>
              <a:gd name="connsiteY4744" fmla="*/ 1145991 h 3912503"/>
              <a:gd name="connsiteX4745" fmla="*/ 7007110 w 12192528"/>
              <a:gd name="connsiteY4745" fmla="*/ 1146377 h 3912503"/>
              <a:gd name="connsiteX4746" fmla="*/ 7026426 w 12192528"/>
              <a:gd name="connsiteY4746" fmla="*/ 1161425 h 3912503"/>
              <a:gd name="connsiteX4747" fmla="*/ 7027586 w 12192528"/>
              <a:gd name="connsiteY4747" fmla="*/ 1170687 h 3912503"/>
              <a:gd name="connsiteX4748" fmla="*/ 7027973 w 12192528"/>
              <a:gd name="connsiteY4748" fmla="*/ 1174545 h 3912503"/>
              <a:gd name="connsiteX4749" fmla="*/ 7029903 w 12192528"/>
              <a:gd name="connsiteY4749" fmla="*/ 1184964 h 3912503"/>
              <a:gd name="connsiteX4750" fmla="*/ 7031062 w 12192528"/>
              <a:gd name="connsiteY4750" fmla="*/ 1189981 h 3912503"/>
              <a:gd name="connsiteX4751" fmla="*/ 7030677 w 12192528"/>
              <a:gd name="connsiteY4751" fmla="*/ 1196541 h 3912503"/>
              <a:gd name="connsiteX4752" fmla="*/ 7027973 w 12192528"/>
              <a:gd name="connsiteY4752" fmla="*/ 1203101 h 3912503"/>
              <a:gd name="connsiteX4753" fmla="*/ 7019470 w 12192528"/>
              <a:gd name="connsiteY4753" fmla="*/ 1218922 h 3912503"/>
              <a:gd name="connsiteX4754" fmla="*/ 6997569 w 12192528"/>
              <a:gd name="connsiteY4754" fmla="*/ 1232784 h 3912503"/>
              <a:gd name="connsiteX4755" fmla="*/ 7008208 w 12192528"/>
              <a:gd name="connsiteY4755" fmla="*/ 1248471 h 3912503"/>
              <a:gd name="connsiteX4756" fmla="*/ 6997405 w 12192528"/>
              <a:gd name="connsiteY4756" fmla="*/ 1237661 h 3912503"/>
              <a:gd name="connsiteX4757" fmla="*/ 7001005 w 12192528"/>
              <a:gd name="connsiteY4757" fmla="*/ 1244867 h 3912503"/>
              <a:gd name="connsiteX4758" fmla="*/ 7004609 w 12192528"/>
              <a:gd name="connsiteY4758" fmla="*/ 1248471 h 3912503"/>
              <a:gd name="connsiteX4759" fmla="*/ 6997406 w 12192528"/>
              <a:gd name="connsiteY4759" fmla="*/ 1244867 h 3912503"/>
              <a:gd name="connsiteX4760" fmla="*/ 6993807 w 12192528"/>
              <a:gd name="connsiteY4760" fmla="*/ 1244867 h 3912503"/>
              <a:gd name="connsiteX4761" fmla="*/ 7076615 w 12192528"/>
              <a:gd name="connsiteY4761" fmla="*/ 1320535 h 3912503"/>
              <a:gd name="connsiteX4762" fmla="*/ 7104966 w 12192528"/>
              <a:gd name="connsiteY4762" fmla="*/ 1362874 h 3912503"/>
              <a:gd name="connsiteX4763" fmla="*/ 7133764 w 12192528"/>
              <a:gd name="connsiteY4763" fmla="*/ 1400593 h 3912503"/>
              <a:gd name="connsiteX4764" fmla="*/ 7148176 w 12192528"/>
              <a:gd name="connsiteY4764" fmla="*/ 1392974 h 3912503"/>
              <a:gd name="connsiteX4765" fmla="*/ 7216664 w 12192528"/>
              <a:gd name="connsiteY4765" fmla="*/ 1377774 h 3912503"/>
              <a:gd name="connsiteX4766" fmla="*/ 7251450 w 12192528"/>
              <a:gd name="connsiteY4766" fmla="*/ 1378861 h 3912503"/>
              <a:gd name="connsiteX4767" fmla="*/ 7305807 w 12192528"/>
              <a:gd name="connsiteY4767" fmla="*/ 1421204 h 3912503"/>
              <a:gd name="connsiteX4768" fmla="*/ 7309068 w 12192528"/>
              <a:gd name="connsiteY4768" fmla="*/ 1447261 h 3912503"/>
              <a:gd name="connsiteX4769" fmla="*/ 7309326 w 12192528"/>
              <a:gd name="connsiteY4769" fmla="*/ 1449835 h 3912503"/>
              <a:gd name="connsiteX4770" fmla="*/ 7350188 w 12192528"/>
              <a:gd name="connsiteY4770" fmla="*/ 1406717 h 3912503"/>
              <a:gd name="connsiteX4771" fmla="*/ 7498986 w 12192528"/>
              <a:gd name="connsiteY4771" fmla="*/ 1279882 h 3912503"/>
              <a:gd name="connsiteX4772" fmla="*/ 7534700 w 12192528"/>
              <a:gd name="connsiteY4772" fmla="*/ 1257005 h 3912503"/>
              <a:gd name="connsiteX4773" fmla="*/ 7527867 w 12192528"/>
              <a:gd name="connsiteY4773" fmla="*/ 1250208 h 3912503"/>
              <a:gd name="connsiteX4774" fmla="*/ 7528782 w 12192528"/>
              <a:gd name="connsiteY4774" fmla="*/ 1248911 h 3912503"/>
              <a:gd name="connsiteX4775" fmla="*/ 7526944 w 12192528"/>
              <a:gd name="connsiteY4775" fmla="*/ 1245027 h 3912503"/>
              <a:gd name="connsiteX4776" fmla="*/ 7523274 w 12192528"/>
              <a:gd name="connsiteY4776" fmla="*/ 1243392 h 3912503"/>
              <a:gd name="connsiteX4777" fmla="*/ 7520810 w 12192528"/>
              <a:gd name="connsiteY4777" fmla="*/ 1238486 h 3912503"/>
              <a:gd name="connsiteX4778" fmla="*/ 7512842 w 12192528"/>
              <a:gd name="connsiteY4778" fmla="*/ 1222749 h 3912503"/>
              <a:gd name="connsiteX4779" fmla="*/ 7509977 w 12192528"/>
              <a:gd name="connsiteY4779" fmla="*/ 1220502 h 3912503"/>
              <a:gd name="connsiteX4780" fmla="*/ 7513857 w 12192528"/>
              <a:gd name="connsiteY4780" fmla="*/ 1218048 h 3912503"/>
              <a:gd name="connsiteX4781" fmla="*/ 7514485 w 12192528"/>
              <a:gd name="connsiteY4781" fmla="*/ 1218048 h 3912503"/>
              <a:gd name="connsiteX4782" fmla="*/ 7518364 w 12192528"/>
              <a:gd name="connsiteY4782" fmla="*/ 1211100 h 3912503"/>
              <a:gd name="connsiteX4783" fmla="*/ 7518766 w 12192528"/>
              <a:gd name="connsiteY4783" fmla="*/ 1201495 h 3912503"/>
              <a:gd name="connsiteX4784" fmla="*/ 7522241 w 12192528"/>
              <a:gd name="connsiteY4784" fmla="*/ 1188005 h 3912503"/>
              <a:gd name="connsiteX4785" fmla="*/ 7525310 w 12192528"/>
              <a:gd name="connsiteY4785" fmla="*/ 1184326 h 3912503"/>
              <a:gd name="connsiteX4786" fmla="*/ 7533699 w 12192528"/>
              <a:gd name="connsiteY4786" fmla="*/ 1173699 h 3912503"/>
              <a:gd name="connsiteX4787" fmla="*/ 7538609 w 12192528"/>
              <a:gd name="connsiteY4787" fmla="*/ 1171859 h 3912503"/>
              <a:gd name="connsiteX4788" fmla="*/ 7558845 w 12192528"/>
              <a:gd name="connsiteY4788" fmla="*/ 1165933 h 3912503"/>
              <a:gd name="connsiteX4789" fmla="*/ 7558845 w 12192528"/>
              <a:gd name="connsiteY4789" fmla="*/ 1161436 h 3912503"/>
              <a:gd name="connsiteX4790" fmla="*/ 7553535 w 12192528"/>
              <a:gd name="connsiteY4790" fmla="*/ 1160823 h 3912503"/>
              <a:gd name="connsiteX4791" fmla="*/ 7549843 w 12192528"/>
              <a:gd name="connsiteY4791" fmla="*/ 1163276 h 3912503"/>
              <a:gd name="connsiteX4792" fmla="*/ 7546376 w 12192528"/>
              <a:gd name="connsiteY4792" fmla="*/ 1163684 h 3912503"/>
              <a:gd name="connsiteX4793" fmla="*/ 7546988 w 12192528"/>
              <a:gd name="connsiteY4793" fmla="*/ 1160005 h 3912503"/>
              <a:gd name="connsiteX4794" fmla="*/ 7549843 w 12192528"/>
              <a:gd name="connsiteY4794" fmla="*/ 1157348 h 3912503"/>
              <a:gd name="connsiteX4795" fmla="*/ 7550877 w 12192528"/>
              <a:gd name="connsiteY4795" fmla="*/ 1151013 h 3912503"/>
              <a:gd name="connsiteX4796" fmla="*/ 7545341 w 12192528"/>
              <a:gd name="connsiteY4796" fmla="*/ 1152239 h 3912503"/>
              <a:gd name="connsiteX4797" fmla="*/ 7541048 w 12192528"/>
              <a:gd name="connsiteY4797" fmla="*/ 1155713 h 3912503"/>
              <a:gd name="connsiteX4798" fmla="*/ 7536967 w 12192528"/>
              <a:gd name="connsiteY4798" fmla="*/ 1153056 h 3912503"/>
              <a:gd name="connsiteX4799" fmla="*/ 7541460 w 12192528"/>
              <a:gd name="connsiteY4799" fmla="*/ 1141407 h 3912503"/>
              <a:gd name="connsiteX4800" fmla="*/ 7541460 w 12192528"/>
              <a:gd name="connsiteY4800" fmla="*/ 1130166 h 3912503"/>
              <a:gd name="connsiteX4801" fmla="*/ 7537376 w 12192528"/>
              <a:gd name="connsiteY4801" fmla="*/ 1125670 h 3912503"/>
              <a:gd name="connsiteX4802" fmla="*/ 7536141 w 12192528"/>
              <a:gd name="connsiteY4802" fmla="*/ 1123422 h 3912503"/>
              <a:gd name="connsiteX4803" fmla="*/ 7538392 w 12192528"/>
              <a:gd name="connsiteY4803" fmla="*/ 1122195 h 3912503"/>
              <a:gd name="connsiteX4804" fmla="*/ 7542687 w 12192528"/>
              <a:gd name="connsiteY4804" fmla="*/ 1118108 h 3912503"/>
              <a:gd name="connsiteX4805" fmla="*/ 7548005 w 12192528"/>
              <a:gd name="connsiteY4805" fmla="*/ 1108910 h 3912503"/>
              <a:gd name="connsiteX4806" fmla="*/ 7548220 w 12192528"/>
              <a:gd name="connsiteY4806" fmla="*/ 1104006 h 3912503"/>
              <a:gd name="connsiteX4807" fmla="*/ 7546575 w 12192528"/>
              <a:gd name="connsiteY4807" fmla="*/ 1100736 h 3912503"/>
              <a:gd name="connsiteX4808" fmla="*/ 7550056 w 12192528"/>
              <a:gd name="connsiteY4808" fmla="*/ 1098487 h 3912503"/>
              <a:gd name="connsiteX4809" fmla="*/ 7552912 w 12192528"/>
              <a:gd name="connsiteY4809" fmla="*/ 1098079 h 3912503"/>
              <a:gd name="connsiteX4810" fmla="*/ 7556386 w 12192528"/>
              <a:gd name="connsiteY4810" fmla="*/ 1089699 h 3912503"/>
              <a:gd name="connsiteX4811" fmla="*/ 7555366 w 12192528"/>
              <a:gd name="connsiteY4811" fmla="*/ 1088064 h 3912503"/>
              <a:gd name="connsiteX4812" fmla="*/ 7555570 w 12192528"/>
              <a:gd name="connsiteY4812" fmla="*/ 1084386 h 3912503"/>
              <a:gd name="connsiteX4813" fmla="*/ 7558845 w 12192528"/>
              <a:gd name="connsiteY4813" fmla="*/ 1085203 h 3912503"/>
              <a:gd name="connsiteX4814" fmla="*/ 7560900 w 12192528"/>
              <a:gd name="connsiteY4814" fmla="*/ 1087860 h 3912503"/>
              <a:gd name="connsiteX4815" fmla="*/ 7564981 w 12192528"/>
              <a:gd name="connsiteY4815" fmla="*/ 1088473 h 3912503"/>
              <a:gd name="connsiteX4816" fmla="*/ 7577466 w 12192528"/>
              <a:gd name="connsiteY4816" fmla="*/ 1085203 h 3912503"/>
              <a:gd name="connsiteX4817" fmla="*/ 7592997 w 12192528"/>
              <a:gd name="connsiteY4817" fmla="*/ 1084181 h 3912503"/>
              <a:gd name="connsiteX4818" fmla="*/ 7596671 w 12192528"/>
              <a:gd name="connsiteY4818" fmla="*/ 1086020 h 3912503"/>
              <a:gd name="connsiteX4819" fmla="*/ 7607318 w 12192528"/>
              <a:gd name="connsiteY4819" fmla="*/ 1090925 h 3912503"/>
              <a:gd name="connsiteX4820" fmla="*/ 7609352 w 12192528"/>
              <a:gd name="connsiteY4820" fmla="*/ 1092357 h 3912503"/>
              <a:gd name="connsiteX4821" fmla="*/ 7618364 w 12192528"/>
              <a:gd name="connsiteY4821" fmla="*/ 1103188 h 3912503"/>
              <a:gd name="connsiteX4822" fmla="*/ 7623885 w 12192528"/>
              <a:gd name="connsiteY4822" fmla="*/ 1121582 h 3912503"/>
              <a:gd name="connsiteX4823" fmla="*/ 7626549 w 12192528"/>
              <a:gd name="connsiteY4823" fmla="*/ 1127918 h 3912503"/>
              <a:gd name="connsiteX4824" fmla="*/ 7625918 w 12192528"/>
              <a:gd name="connsiteY4824" fmla="*/ 1136910 h 3912503"/>
              <a:gd name="connsiteX4825" fmla="*/ 7625103 w 12192528"/>
              <a:gd name="connsiteY4825" fmla="*/ 1144472 h 3912503"/>
              <a:gd name="connsiteX4826" fmla="*/ 7625317 w 12192528"/>
              <a:gd name="connsiteY4826" fmla="*/ 1147539 h 3912503"/>
              <a:gd name="connsiteX4827" fmla="*/ 7613239 w 12192528"/>
              <a:gd name="connsiteY4827" fmla="*/ 1161436 h 3912503"/>
              <a:gd name="connsiteX4828" fmla="*/ 7601786 w 12192528"/>
              <a:gd name="connsiteY4828" fmla="*/ 1168180 h 3912503"/>
              <a:gd name="connsiteX4829" fmla="*/ 7593194 w 12192528"/>
              <a:gd name="connsiteY4829" fmla="*/ 1179421 h 3912503"/>
              <a:gd name="connsiteX4830" fmla="*/ 7594422 w 12192528"/>
              <a:gd name="connsiteY4830" fmla="*/ 1181670 h 3912503"/>
              <a:gd name="connsiteX4831" fmla="*/ 7606502 w 12192528"/>
              <a:gd name="connsiteY4831" fmla="*/ 1195976 h 3912503"/>
              <a:gd name="connsiteX4832" fmla="*/ 7608139 w 12192528"/>
              <a:gd name="connsiteY4832" fmla="*/ 1199246 h 3912503"/>
              <a:gd name="connsiteX4833" fmla="*/ 7609682 w 12192528"/>
              <a:gd name="connsiteY4833" fmla="*/ 1208978 h 3912503"/>
              <a:gd name="connsiteX4834" fmla="*/ 7711936 w 12192528"/>
              <a:gd name="connsiteY4834" fmla="*/ 1143485 h 3912503"/>
              <a:gd name="connsiteX4835" fmla="*/ 8386838 w 12192528"/>
              <a:gd name="connsiteY4835" fmla="*/ 800356 h 3912503"/>
              <a:gd name="connsiteX4836" fmla="*/ 8642502 w 12192528"/>
              <a:gd name="connsiteY4836" fmla="*/ 723473 h 3912503"/>
              <a:gd name="connsiteX4837" fmla="*/ 8655782 w 12192528"/>
              <a:gd name="connsiteY4837" fmla="*/ 720746 h 3912503"/>
              <a:gd name="connsiteX4838" fmla="*/ 8652892 w 12192528"/>
              <a:gd name="connsiteY4838" fmla="*/ 715079 h 3912503"/>
              <a:gd name="connsiteX4839" fmla="*/ 8647600 w 12192528"/>
              <a:gd name="connsiteY4839" fmla="*/ 710301 h 3912503"/>
              <a:gd name="connsiteX4840" fmla="*/ 8636152 w 12192528"/>
              <a:gd name="connsiteY4840" fmla="*/ 703557 h 3912503"/>
              <a:gd name="connsiteX4841" fmla="*/ 8624086 w 12192528"/>
              <a:gd name="connsiteY4841" fmla="*/ 689660 h 3912503"/>
              <a:gd name="connsiteX4842" fmla="*/ 8624289 w 12192528"/>
              <a:gd name="connsiteY4842" fmla="*/ 686593 h 3912503"/>
              <a:gd name="connsiteX4843" fmla="*/ 8623472 w 12192528"/>
              <a:gd name="connsiteY4843" fmla="*/ 679031 h 3912503"/>
              <a:gd name="connsiteX4844" fmla="*/ 8622859 w 12192528"/>
              <a:gd name="connsiteY4844" fmla="*/ 670039 h 3912503"/>
              <a:gd name="connsiteX4845" fmla="*/ 8625520 w 12192528"/>
              <a:gd name="connsiteY4845" fmla="*/ 663703 h 3912503"/>
              <a:gd name="connsiteX4846" fmla="*/ 8631040 w 12192528"/>
              <a:gd name="connsiteY4846" fmla="*/ 645309 h 3912503"/>
              <a:gd name="connsiteX4847" fmla="*/ 8640035 w 12192528"/>
              <a:gd name="connsiteY4847" fmla="*/ 634477 h 3912503"/>
              <a:gd name="connsiteX4848" fmla="*/ 8642079 w 12192528"/>
              <a:gd name="connsiteY4848" fmla="*/ 633046 h 3912503"/>
              <a:gd name="connsiteX4849" fmla="*/ 8652713 w 12192528"/>
              <a:gd name="connsiteY4849" fmla="*/ 628141 h 3912503"/>
              <a:gd name="connsiteX4850" fmla="*/ 8656393 w 12192528"/>
              <a:gd name="connsiteY4850" fmla="*/ 626302 h 3912503"/>
              <a:gd name="connsiteX4851" fmla="*/ 8671936 w 12192528"/>
              <a:gd name="connsiteY4851" fmla="*/ 627324 h 3912503"/>
              <a:gd name="connsiteX4852" fmla="*/ 8684410 w 12192528"/>
              <a:gd name="connsiteY4852" fmla="*/ 630594 h 3912503"/>
              <a:gd name="connsiteX4853" fmla="*/ 8688500 w 12192528"/>
              <a:gd name="connsiteY4853" fmla="*/ 629981 h 3912503"/>
              <a:gd name="connsiteX4854" fmla="*/ 8690544 w 12192528"/>
              <a:gd name="connsiteY4854" fmla="*/ 627324 h 3912503"/>
              <a:gd name="connsiteX4855" fmla="*/ 8693816 w 12192528"/>
              <a:gd name="connsiteY4855" fmla="*/ 626507 h 3912503"/>
              <a:gd name="connsiteX4856" fmla="*/ 8694021 w 12192528"/>
              <a:gd name="connsiteY4856" fmla="*/ 630185 h 3912503"/>
              <a:gd name="connsiteX4857" fmla="*/ 8692999 w 12192528"/>
              <a:gd name="connsiteY4857" fmla="*/ 631820 h 3912503"/>
              <a:gd name="connsiteX4858" fmla="*/ 8696476 w 12192528"/>
              <a:gd name="connsiteY4858" fmla="*/ 640199 h 3912503"/>
              <a:gd name="connsiteX4859" fmla="*/ 8699338 w 12192528"/>
              <a:gd name="connsiteY4859" fmla="*/ 640608 h 3912503"/>
              <a:gd name="connsiteX4860" fmla="*/ 8702815 w 12192528"/>
              <a:gd name="connsiteY4860" fmla="*/ 642857 h 3912503"/>
              <a:gd name="connsiteX4861" fmla="*/ 8701178 w 12192528"/>
              <a:gd name="connsiteY4861" fmla="*/ 646127 h 3912503"/>
              <a:gd name="connsiteX4862" fmla="*/ 8701383 w 12192528"/>
              <a:gd name="connsiteY4862" fmla="*/ 651031 h 3912503"/>
              <a:gd name="connsiteX4863" fmla="*/ 8706698 w 12192528"/>
              <a:gd name="connsiteY4863" fmla="*/ 660229 h 3912503"/>
              <a:gd name="connsiteX4864" fmla="*/ 8710994 w 12192528"/>
              <a:gd name="connsiteY4864" fmla="*/ 664316 h 3912503"/>
              <a:gd name="connsiteX4865" fmla="*/ 8713242 w 12192528"/>
              <a:gd name="connsiteY4865" fmla="*/ 665543 h 3912503"/>
              <a:gd name="connsiteX4866" fmla="*/ 8712016 w 12192528"/>
              <a:gd name="connsiteY4866" fmla="*/ 667791 h 3912503"/>
              <a:gd name="connsiteX4867" fmla="*/ 8707926 w 12192528"/>
              <a:gd name="connsiteY4867" fmla="*/ 672287 h 3912503"/>
              <a:gd name="connsiteX4868" fmla="*/ 8707926 w 12192528"/>
              <a:gd name="connsiteY4868" fmla="*/ 683528 h 3912503"/>
              <a:gd name="connsiteX4869" fmla="*/ 8712426 w 12192528"/>
              <a:gd name="connsiteY4869" fmla="*/ 695177 h 3912503"/>
              <a:gd name="connsiteX4870" fmla="*/ 8708336 w 12192528"/>
              <a:gd name="connsiteY4870" fmla="*/ 697834 h 3912503"/>
              <a:gd name="connsiteX4871" fmla="*/ 8704040 w 12192528"/>
              <a:gd name="connsiteY4871" fmla="*/ 694360 h 3912503"/>
              <a:gd name="connsiteX4872" fmla="*/ 8698520 w 12192528"/>
              <a:gd name="connsiteY4872" fmla="*/ 693134 h 3912503"/>
              <a:gd name="connsiteX4873" fmla="*/ 8699543 w 12192528"/>
              <a:gd name="connsiteY4873" fmla="*/ 699469 h 3912503"/>
              <a:gd name="connsiteX4874" fmla="*/ 8702406 w 12192528"/>
              <a:gd name="connsiteY4874" fmla="*/ 702126 h 3912503"/>
              <a:gd name="connsiteX4875" fmla="*/ 8703020 w 12192528"/>
              <a:gd name="connsiteY4875" fmla="*/ 705805 h 3912503"/>
              <a:gd name="connsiteX4876" fmla="*/ 8699543 w 12192528"/>
              <a:gd name="connsiteY4876" fmla="*/ 705397 h 3912503"/>
              <a:gd name="connsiteX4877" fmla="*/ 8695861 w 12192528"/>
              <a:gd name="connsiteY4877" fmla="*/ 702944 h 3912503"/>
              <a:gd name="connsiteX4878" fmla="*/ 8690544 w 12192528"/>
              <a:gd name="connsiteY4878" fmla="*/ 703557 h 3912503"/>
              <a:gd name="connsiteX4879" fmla="*/ 8690544 w 12192528"/>
              <a:gd name="connsiteY4879" fmla="*/ 708053 h 3912503"/>
              <a:gd name="connsiteX4880" fmla="*/ 8695871 w 12192528"/>
              <a:gd name="connsiteY4880" fmla="*/ 712514 h 3912503"/>
              <a:gd name="connsiteX4881" fmla="*/ 8833254 w 12192528"/>
              <a:gd name="connsiteY4881" fmla="*/ 684302 h 3912503"/>
              <a:gd name="connsiteX4882" fmla="*/ 8834152 w 12192528"/>
              <a:gd name="connsiteY4882" fmla="*/ 681882 h 3912503"/>
              <a:gd name="connsiteX4883" fmla="*/ 8839562 w 12192528"/>
              <a:gd name="connsiteY4883" fmla="*/ 664903 h 3912503"/>
              <a:gd name="connsiteX4884" fmla="*/ 8844197 w 12192528"/>
              <a:gd name="connsiteY4884" fmla="*/ 658730 h 3912503"/>
              <a:gd name="connsiteX4885" fmla="*/ 8851540 w 12192528"/>
              <a:gd name="connsiteY4885" fmla="*/ 652555 h 3912503"/>
              <a:gd name="connsiteX4886" fmla="*/ 8858108 w 12192528"/>
              <a:gd name="connsiteY4886" fmla="*/ 649082 h 3912503"/>
              <a:gd name="connsiteX4887" fmla="*/ 8882448 w 12192528"/>
              <a:gd name="connsiteY4887" fmla="*/ 643680 h 3912503"/>
              <a:gd name="connsiteX4888" fmla="*/ 8894812 w 12192528"/>
              <a:gd name="connsiteY4888" fmla="*/ 644066 h 3912503"/>
              <a:gd name="connsiteX4889" fmla="*/ 8914130 w 12192528"/>
              <a:gd name="connsiteY4889" fmla="*/ 659115 h 3912503"/>
              <a:gd name="connsiteX4890" fmla="*/ 8915251 w 12192528"/>
              <a:gd name="connsiteY4890" fmla="*/ 668076 h 3912503"/>
              <a:gd name="connsiteX4891" fmla="*/ 9085203 w 12192528"/>
              <a:gd name="connsiteY4891" fmla="*/ 642648 h 3912503"/>
              <a:gd name="connsiteX4892" fmla="*/ 9124174 w 12192528"/>
              <a:gd name="connsiteY4892" fmla="*/ 640237 h 3912503"/>
              <a:gd name="connsiteX4893" fmla="*/ 9136268 w 12192528"/>
              <a:gd name="connsiteY4893" fmla="*/ 641172 h 3912503"/>
              <a:gd name="connsiteX4894" fmla="*/ 9136283 w 12192528"/>
              <a:gd name="connsiteY4894" fmla="*/ 641088 h 3912503"/>
              <a:gd name="connsiteX4895" fmla="*/ 9136550 w 12192528"/>
              <a:gd name="connsiteY4895" fmla="*/ 638409 h 3912503"/>
              <a:gd name="connsiteX4896" fmla="*/ 9137356 w 12192528"/>
              <a:gd name="connsiteY4896" fmla="*/ 631976 h 3912503"/>
              <a:gd name="connsiteX4897" fmla="*/ 9150774 w 12192528"/>
              <a:gd name="connsiteY4897" fmla="*/ 621523 h 3912503"/>
              <a:gd name="connsiteX4898" fmla="*/ 9159363 w 12192528"/>
              <a:gd name="connsiteY4898" fmla="*/ 621255 h 3912503"/>
              <a:gd name="connsiteX4899" fmla="*/ 9168217 w 12192528"/>
              <a:gd name="connsiteY4899" fmla="*/ 621020 h 3912503"/>
              <a:gd name="connsiteX4900" fmla="*/ 9168219 w 12192528"/>
              <a:gd name="connsiteY4900" fmla="*/ 621020 h 3912503"/>
              <a:gd name="connsiteX4901" fmla="*/ 9176268 w 12192528"/>
              <a:gd name="connsiteY4901" fmla="*/ 625007 h 3912503"/>
              <a:gd name="connsiteX4902" fmla="*/ 9180830 w 12192528"/>
              <a:gd name="connsiteY4902" fmla="*/ 627419 h 3912503"/>
              <a:gd name="connsiteX4903" fmla="*/ 9185932 w 12192528"/>
              <a:gd name="connsiteY4903" fmla="*/ 631707 h 3912503"/>
              <a:gd name="connsiteX4904" fmla="*/ 9189150 w 12192528"/>
              <a:gd name="connsiteY4904" fmla="*/ 635996 h 3912503"/>
              <a:gd name="connsiteX4905" fmla="*/ 9191804 w 12192528"/>
              <a:gd name="connsiteY4905" fmla="*/ 644325 h 3912503"/>
              <a:gd name="connsiteX4906" fmla="*/ 9216932 w 12192528"/>
              <a:gd name="connsiteY4906" fmla="*/ 645251 h 3912503"/>
              <a:gd name="connsiteX4907" fmla="*/ 9268811 w 12192528"/>
              <a:gd name="connsiteY4907" fmla="*/ 629588 h 3912503"/>
              <a:gd name="connsiteX4908" fmla="*/ 9319660 w 12192528"/>
              <a:gd name="connsiteY4908" fmla="*/ 637272 h 3912503"/>
              <a:gd name="connsiteX4909" fmla="*/ 9384428 w 12192528"/>
              <a:gd name="connsiteY4909" fmla="*/ 653459 h 3912503"/>
              <a:gd name="connsiteX4910" fmla="*/ 9502498 w 12192528"/>
              <a:gd name="connsiteY4910" fmla="*/ 650498 h 3912503"/>
              <a:gd name="connsiteX4911" fmla="*/ 9606748 w 12192528"/>
              <a:gd name="connsiteY4911" fmla="*/ 670152 h 3912503"/>
              <a:gd name="connsiteX4912" fmla="*/ 9612232 w 12192528"/>
              <a:gd name="connsiteY4912" fmla="*/ 671028 h 3912503"/>
              <a:gd name="connsiteX4913" fmla="*/ 9613534 w 12192528"/>
              <a:gd name="connsiteY4913" fmla="*/ 664016 h 3912503"/>
              <a:gd name="connsiteX4914" fmla="*/ 9613823 w 12192528"/>
              <a:gd name="connsiteY4914" fmla="*/ 661135 h 3912503"/>
              <a:gd name="connsiteX4915" fmla="*/ 9614688 w 12192528"/>
              <a:gd name="connsiteY4915" fmla="*/ 654223 h 3912503"/>
              <a:gd name="connsiteX4916" fmla="*/ 9629108 w 12192528"/>
              <a:gd name="connsiteY4916" fmla="*/ 642990 h 3912503"/>
              <a:gd name="connsiteX4917" fmla="*/ 9638335 w 12192528"/>
              <a:gd name="connsiteY4917" fmla="*/ 642702 h 3912503"/>
              <a:gd name="connsiteX4918" fmla="*/ 9656506 w 12192528"/>
              <a:gd name="connsiteY4918" fmla="*/ 646734 h 3912503"/>
              <a:gd name="connsiteX4919" fmla="*/ 9661408 w 12192528"/>
              <a:gd name="connsiteY4919" fmla="*/ 649326 h 3912503"/>
              <a:gd name="connsiteX4920" fmla="*/ 9666888 w 12192528"/>
              <a:gd name="connsiteY4920" fmla="*/ 653935 h 3912503"/>
              <a:gd name="connsiteX4921" fmla="*/ 9670348 w 12192528"/>
              <a:gd name="connsiteY4921" fmla="*/ 658543 h 3912503"/>
              <a:gd name="connsiteX4922" fmla="*/ 9674385 w 12192528"/>
              <a:gd name="connsiteY4922" fmla="*/ 671216 h 3912503"/>
              <a:gd name="connsiteX4923" fmla="*/ 9677270 w 12192528"/>
              <a:gd name="connsiteY4923" fmla="*/ 678993 h 3912503"/>
              <a:gd name="connsiteX4924" fmla="*/ 9677270 w 12192528"/>
              <a:gd name="connsiteY4924" fmla="*/ 681415 h 3912503"/>
              <a:gd name="connsiteX4925" fmla="*/ 9711442 w 12192528"/>
              <a:gd name="connsiteY4925" fmla="*/ 686872 h 3912503"/>
              <a:gd name="connsiteX4926" fmla="*/ 9824543 w 12192528"/>
              <a:gd name="connsiteY4926" fmla="*/ 708328 h 3912503"/>
              <a:gd name="connsiteX4927" fmla="*/ 9827713 w 12192528"/>
              <a:gd name="connsiteY4927" fmla="*/ 698989 h 3912503"/>
              <a:gd name="connsiteX4928" fmla="*/ 9815752 w 12192528"/>
              <a:gd name="connsiteY4928" fmla="*/ 624202 h 3912503"/>
              <a:gd name="connsiteX4929" fmla="*/ 9804912 w 12192528"/>
              <a:gd name="connsiteY4929" fmla="*/ 572226 h 3912503"/>
              <a:gd name="connsiteX4930" fmla="*/ 9813791 w 12192528"/>
              <a:gd name="connsiteY4930" fmla="*/ 540299 h 3912503"/>
              <a:gd name="connsiteX4931" fmla="*/ 9809715 w 12192528"/>
              <a:gd name="connsiteY4931" fmla="*/ 537720 h 3912503"/>
              <a:gd name="connsiteX4932" fmla="*/ 9803372 w 12192528"/>
              <a:gd name="connsiteY4932" fmla="*/ 525911 h 3912503"/>
              <a:gd name="connsiteX4933" fmla="*/ 9801352 w 12192528"/>
              <a:gd name="connsiteY4933" fmla="*/ 521015 h 3912503"/>
              <a:gd name="connsiteX4934" fmla="*/ 9801066 w 12192528"/>
              <a:gd name="connsiteY4934" fmla="*/ 516119 h 3912503"/>
              <a:gd name="connsiteX4935" fmla="*/ 9801928 w 12192528"/>
              <a:gd name="connsiteY4935" fmla="*/ 512375 h 3912503"/>
              <a:gd name="connsiteX4936" fmla="*/ 9803372 w 12192528"/>
              <a:gd name="connsiteY4936" fmla="*/ 504597 h 3912503"/>
              <a:gd name="connsiteX4937" fmla="*/ 9803659 w 12192528"/>
              <a:gd name="connsiteY4937" fmla="*/ 501718 h 3912503"/>
              <a:gd name="connsiteX4938" fmla="*/ 9804527 w 12192528"/>
              <a:gd name="connsiteY4938" fmla="*/ 494805 h 3912503"/>
              <a:gd name="connsiteX4939" fmla="*/ 9818944 w 12192528"/>
              <a:gd name="connsiteY4939" fmla="*/ 483572 h 3912503"/>
              <a:gd name="connsiteX4940" fmla="*/ 9828174 w 12192528"/>
              <a:gd name="connsiteY4940" fmla="*/ 483283 h 3912503"/>
              <a:gd name="connsiteX4941" fmla="*/ 9846342 w 12192528"/>
              <a:gd name="connsiteY4941" fmla="*/ 487316 h 3912503"/>
              <a:gd name="connsiteX4942" fmla="*/ 9851245 w 12192528"/>
              <a:gd name="connsiteY4942" fmla="*/ 489908 h 3912503"/>
              <a:gd name="connsiteX4943" fmla="*/ 9856724 w 12192528"/>
              <a:gd name="connsiteY4943" fmla="*/ 494516 h 3912503"/>
              <a:gd name="connsiteX4944" fmla="*/ 9860184 w 12192528"/>
              <a:gd name="connsiteY4944" fmla="*/ 499126 h 3912503"/>
              <a:gd name="connsiteX4945" fmla="*/ 9864224 w 12192528"/>
              <a:gd name="connsiteY4945" fmla="*/ 511798 h 3912503"/>
              <a:gd name="connsiteX4946" fmla="*/ 9867106 w 12192528"/>
              <a:gd name="connsiteY4946" fmla="*/ 519575 h 3912503"/>
              <a:gd name="connsiteX4947" fmla="*/ 9867106 w 12192528"/>
              <a:gd name="connsiteY4947" fmla="*/ 523031 h 3912503"/>
              <a:gd name="connsiteX4948" fmla="*/ 9863647 w 12192528"/>
              <a:gd name="connsiteY4948" fmla="*/ 529944 h 3912503"/>
              <a:gd name="connsiteX4949" fmla="*/ 9855860 w 12192528"/>
              <a:gd name="connsiteY4949" fmla="*/ 540312 h 3912503"/>
              <a:gd name="connsiteX4950" fmla="*/ 9854626 w 12192528"/>
              <a:gd name="connsiteY4950" fmla="*/ 542774 h 3912503"/>
              <a:gd name="connsiteX4951" fmla="*/ 9854626 w 12192528"/>
              <a:gd name="connsiteY4951" fmla="*/ 588306 h 3912503"/>
              <a:gd name="connsiteX4952" fmla="*/ 9857618 w 12192528"/>
              <a:gd name="connsiteY4952" fmla="*/ 639160 h 3912503"/>
              <a:gd name="connsiteX4953" fmla="*/ 9893130 w 12192528"/>
              <a:gd name="connsiteY4953" fmla="*/ 698241 h 3912503"/>
              <a:gd name="connsiteX4954" fmla="*/ 9893504 w 12192528"/>
              <a:gd name="connsiteY4954" fmla="*/ 698290 h 3912503"/>
              <a:gd name="connsiteX4955" fmla="*/ 9896644 w 12192528"/>
              <a:gd name="connsiteY4955" fmla="*/ 696735 h 3912503"/>
              <a:gd name="connsiteX4956" fmla="*/ 9909397 w 12192528"/>
              <a:gd name="connsiteY4956" fmla="*/ 697073 h 3912503"/>
              <a:gd name="connsiteX4957" fmla="*/ 9921764 w 12192528"/>
              <a:gd name="connsiteY4957" fmla="*/ 697459 h 3912503"/>
              <a:gd name="connsiteX4958" fmla="*/ 9927482 w 12192528"/>
              <a:gd name="connsiteY4958" fmla="*/ 701044 h 3912503"/>
              <a:gd name="connsiteX4959" fmla="*/ 9962283 w 12192528"/>
              <a:gd name="connsiteY4959" fmla="*/ 690014 h 3912503"/>
              <a:gd name="connsiteX4960" fmla="*/ 10037044 w 12192528"/>
              <a:gd name="connsiteY4960" fmla="*/ 698989 h 3912503"/>
              <a:gd name="connsiteX4961" fmla="*/ 10114796 w 12192528"/>
              <a:gd name="connsiteY4961" fmla="*/ 695998 h 3912503"/>
              <a:gd name="connsiteX4962" fmla="*/ 10123768 w 12192528"/>
              <a:gd name="connsiteY4962" fmla="*/ 675058 h 3912503"/>
              <a:gd name="connsiteX4963" fmla="*/ 10216470 w 12192528"/>
              <a:gd name="connsiteY4963" fmla="*/ 663092 h 3912503"/>
              <a:gd name="connsiteX4964" fmla="*/ 10243384 w 12192528"/>
              <a:gd name="connsiteY4964" fmla="*/ 701981 h 3912503"/>
              <a:gd name="connsiteX4965" fmla="*/ 10330107 w 12192528"/>
              <a:gd name="connsiteY4965" fmla="*/ 857536 h 3912503"/>
              <a:gd name="connsiteX4966" fmla="*/ 10343144 w 12192528"/>
              <a:gd name="connsiteY4966" fmla="*/ 884365 h 3912503"/>
              <a:gd name="connsiteX4967" fmla="*/ 10358962 w 12192528"/>
              <a:gd name="connsiteY4967" fmla="*/ 900231 h 3912503"/>
              <a:gd name="connsiteX4968" fmla="*/ 10368416 w 12192528"/>
              <a:gd name="connsiteY4968" fmla="*/ 904253 h 3912503"/>
              <a:gd name="connsiteX4969" fmla="*/ 10382674 w 12192528"/>
              <a:gd name="connsiteY4969" fmla="*/ 908858 h 3912503"/>
              <a:gd name="connsiteX4970" fmla="*/ 10410849 w 12192528"/>
              <a:gd name="connsiteY4970" fmla="*/ 905399 h 3912503"/>
              <a:gd name="connsiteX4971" fmla="*/ 10428792 w 12192528"/>
              <a:gd name="connsiteY4971" fmla="*/ 905399 h 3912503"/>
              <a:gd name="connsiteX4972" fmla="*/ 10462061 w 12192528"/>
              <a:gd name="connsiteY4972" fmla="*/ 920355 h 3912503"/>
              <a:gd name="connsiteX4973" fmla="*/ 10461792 w 12192528"/>
              <a:gd name="connsiteY4973" fmla="*/ 943976 h 3912503"/>
              <a:gd name="connsiteX4974" fmla="*/ 10463990 w 12192528"/>
              <a:gd name="connsiteY4974" fmla="*/ 944911 h 3912503"/>
              <a:gd name="connsiteX4975" fmla="*/ 10501548 w 12192528"/>
              <a:gd name="connsiteY4975" fmla="*/ 964264 h 3912503"/>
              <a:gd name="connsiteX4976" fmla="*/ 10507371 w 12192528"/>
              <a:gd name="connsiteY4976" fmla="*/ 939192 h 3912503"/>
              <a:gd name="connsiteX4977" fmla="*/ 10518746 w 12192528"/>
              <a:gd name="connsiteY4977" fmla="*/ 880720 h 3912503"/>
              <a:gd name="connsiteX4978" fmla="*/ 10536623 w 12192528"/>
              <a:gd name="connsiteY4978" fmla="*/ 863665 h 3912503"/>
              <a:gd name="connsiteX4979" fmla="*/ 10634124 w 12192528"/>
              <a:gd name="connsiteY4979" fmla="*/ 872599 h 3912503"/>
              <a:gd name="connsiteX4980" fmla="*/ 10651186 w 12192528"/>
              <a:gd name="connsiteY4980" fmla="*/ 905084 h 3912503"/>
              <a:gd name="connsiteX4981" fmla="*/ 10670686 w 12192528"/>
              <a:gd name="connsiteY4981" fmla="*/ 967616 h 3912503"/>
              <a:gd name="connsiteX4982" fmla="*/ 10683686 w 12192528"/>
              <a:gd name="connsiteY4982" fmla="*/ 974924 h 3912503"/>
              <a:gd name="connsiteX4983" fmla="*/ 10742187 w 12192528"/>
              <a:gd name="connsiteY4983" fmla="*/ 978173 h 3912503"/>
              <a:gd name="connsiteX4984" fmla="*/ 10769814 w 12192528"/>
              <a:gd name="connsiteY4984" fmla="*/ 991167 h 3912503"/>
              <a:gd name="connsiteX4985" fmla="*/ 10794189 w 12192528"/>
              <a:gd name="connsiteY4985" fmla="*/ 1013094 h 3912503"/>
              <a:gd name="connsiteX4986" fmla="*/ 10827506 w 12192528"/>
              <a:gd name="connsiteY4986" fmla="*/ 1011469 h 3912503"/>
              <a:gd name="connsiteX4987" fmla="*/ 10860818 w 12192528"/>
              <a:gd name="connsiteY4987" fmla="*/ 1023651 h 3912503"/>
              <a:gd name="connsiteX4988" fmla="*/ 10911193 w 12192528"/>
              <a:gd name="connsiteY4988" fmla="*/ 1035021 h 3912503"/>
              <a:gd name="connsiteX4989" fmla="*/ 10946132 w 12192528"/>
              <a:gd name="connsiteY4989" fmla="*/ 995227 h 3912503"/>
              <a:gd name="connsiteX4990" fmla="*/ 10984320 w 12192528"/>
              <a:gd name="connsiteY4990" fmla="*/ 974112 h 3912503"/>
              <a:gd name="connsiteX4991" fmla="*/ 10942069 w 12192528"/>
              <a:gd name="connsiteY4991" fmla="*/ 1043954 h 3912503"/>
              <a:gd name="connsiteX4992" fmla="*/ 10975382 w 12192528"/>
              <a:gd name="connsiteY4992" fmla="*/ 1112171 h 3912503"/>
              <a:gd name="connsiteX4993" fmla="*/ 11025758 w 12192528"/>
              <a:gd name="connsiteY4993" fmla="*/ 1154400 h 3912503"/>
              <a:gd name="connsiteX4994" fmla="*/ 11029820 w 12192528"/>
              <a:gd name="connsiteY4994" fmla="*/ 1166582 h 3912503"/>
              <a:gd name="connsiteX4995" fmla="*/ 11052572 w 12192528"/>
              <a:gd name="connsiteY4995" fmla="*/ 1176327 h 3912503"/>
              <a:gd name="connsiteX4996" fmla="*/ 11086698 w 12192528"/>
              <a:gd name="connsiteY4996" fmla="*/ 1143843 h 3912503"/>
              <a:gd name="connsiteX4997" fmla="*/ 11107822 w 12192528"/>
              <a:gd name="connsiteY4997" fmla="*/ 1136535 h 3912503"/>
              <a:gd name="connsiteX4998" fmla="*/ 11136260 w 12192528"/>
              <a:gd name="connsiteY4998" fmla="*/ 1141407 h 3912503"/>
              <a:gd name="connsiteX4999" fmla="*/ 11150072 w 12192528"/>
              <a:gd name="connsiteY4999" fmla="*/ 1132473 h 3912503"/>
              <a:gd name="connsiteX5000" fmla="*/ 11142760 w 12192528"/>
              <a:gd name="connsiteY5000" fmla="*/ 1117043 h 3912503"/>
              <a:gd name="connsiteX5001" fmla="*/ 11128134 w 12192528"/>
              <a:gd name="connsiteY5001" fmla="*/ 1110547 h 3912503"/>
              <a:gd name="connsiteX5002" fmla="*/ 11118385 w 12192528"/>
              <a:gd name="connsiteY5002" fmla="*/ 1091056 h 3912503"/>
              <a:gd name="connsiteX5003" fmla="*/ 11086698 w 12192528"/>
              <a:gd name="connsiteY5003" fmla="*/ 1028524 h 3912503"/>
              <a:gd name="connsiteX5004" fmla="*/ 11075321 w 12192528"/>
              <a:gd name="connsiteY5004" fmla="*/ 1019591 h 3912503"/>
              <a:gd name="connsiteX5005" fmla="*/ 11090760 w 12192528"/>
              <a:gd name="connsiteY5005" fmla="*/ 1009846 h 3912503"/>
              <a:gd name="connsiteX5006" fmla="*/ 11093196 w 12192528"/>
              <a:gd name="connsiteY5006" fmla="*/ 1009846 h 3912503"/>
              <a:gd name="connsiteX5007" fmla="*/ 11108634 w 12192528"/>
              <a:gd name="connsiteY5007" fmla="*/ 982234 h 3912503"/>
              <a:gd name="connsiteX5008" fmla="*/ 11110260 w 12192528"/>
              <a:gd name="connsiteY5008" fmla="*/ 944064 h 3912503"/>
              <a:gd name="connsiteX5009" fmla="*/ 11124072 w 12192528"/>
              <a:gd name="connsiteY5009" fmla="*/ 890465 h 3912503"/>
              <a:gd name="connsiteX5010" fmla="*/ 11136260 w 12192528"/>
              <a:gd name="connsiteY5010" fmla="*/ 875847 h 3912503"/>
              <a:gd name="connsiteX5011" fmla="*/ 11169572 w 12192528"/>
              <a:gd name="connsiteY5011" fmla="*/ 833618 h 3912503"/>
              <a:gd name="connsiteX5012" fmla="*/ 11189073 w 12192528"/>
              <a:gd name="connsiteY5012" fmla="*/ 826309 h 3912503"/>
              <a:gd name="connsiteX5013" fmla="*/ 11269512 w 12192528"/>
              <a:gd name="connsiteY5013" fmla="*/ 802758 h 3912503"/>
              <a:gd name="connsiteX5014" fmla="*/ 11269512 w 12192528"/>
              <a:gd name="connsiteY5014" fmla="*/ 784891 h 3912503"/>
              <a:gd name="connsiteX5015" fmla="*/ 11248387 w 12192528"/>
              <a:gd name="connsiteY5015" fmla="*/ 782455 h 3912503"/>
              <a:gd name="connsiteX5016" fmla="*/ 11233763 w 12192528"/>
              <a:gd name="connsiteY5016" fmla="*/ 792200 h 3912503"/>
              <a:gd name="connsiteX5017" fmla="*/ 11219949 w 12192528"/>
              <a:gd name="connsiteY5017" fmla="*/ 793825 h 3912503"/>
              <a:gd name="connsiteX5018" fmla="*/ 11222388 w 12192528"/>
              <a:gd name="connsiteY5018" fmla="*/ 779206 h 3912503"/>
              <a:gd name="connsiteX5019" fmla="*/ 11233763 w 12192528"/>
              <a:gd name="connsiteY5019" fmla="*/ 768649 h 3912503"/>
              <a:gd name="connsiteX5020" fmla="*/ 11237824 w 12192528"/>
              <a:gd name="connsiteY5020" fmla="*/ 743474 h 3912503"/>
              <a:gd name="connsiteX5021" fmla="*/ 11215886 w 12192528"/>
              <a:gd name="connsiteY5021" fmla="*/ 748346 h 3912503"/>
              <a:gd name="connsiteX5022" fmla="*/ 11198824 w 12192528"/>
              <a:gd name="connsiteY5022" fmla="*/ 762153 h 3912503"/>
              <a:gd name="connsiteX5023" fmla="*/ 11182573 w 12192528"/>
              <a:gd name="connsiteY5023" fmla="*/ 751595 h 3912503"/>
              <a:gd name="connsiteX5024" fmla="*/ 11200449 w 12192528"/>
              <a:gd name="connsiteY5024" fmla="*/ 705304 h 3912503"/>
              <a:gd name="connsiteX5025" fmla="*/ 11200449 w 12192528"/>
              <a:gd name="connsiteY5025" fmla="*/ 660639 h 3912503"/>
              <a:gd name="connsiteX5026" fmla="*/ 11184198 w 12192528"/>
              <a:gd name="connsiteY5026" fmla="*/ 642772 h 3912503"/>
              <a:gd name="connsiteX5027" fmla="*/ 11179324 w 12192528"/>
              <a:gd name="connsiteY5027" fmla="*/ 633839 h 3912503"/>
              <a:gd name="connsiteX5028" fmla="*/ 11188261 w 12192528"/>
              <a:gd name="connsiteY5028" fmla="*/ 628967 h 3912503"/>
              <a:gd name="connsiteX5029" fmla="*/ 11205323 w 12192528"/>
              <a:gd name="connsiteY5029" fmla="*/ 612724 h 3912503"/>
              <a:gd name="connsiteX5030" fmla="*/ 11226449 w 12192528"/>
              <a:gd name="connsiteY5030" fmla="*/ 576179 h 3912503"/>
              <a:gd name="connsiteX5031" fmla="*/ 11227261 w 12192528"/>
              <a:gd name="connsiteY5031" fmla="*/ 556688 h 3912503"/>
              <a:gd name="connsiteX5032" fmla="*/ 11220761 w 12192528"/>
              <a:gd name="connsiteY5032" fmla="*/ 543695 h 3912503"/>
              <a:gd name="connsiteX5033" fmla="*/ 11234574 w 12192528"/>
              <a:gd name="connsiteY5033" fmla="*/ 534762 h 3912503"/>
              <a:gd name="connsiteX5034" fmla="*/ 11245949 w 12192528"/>
              <a:gd name="connsiteY5034" fmla="*/ 533137 h 3912503"/>
              <a:gd name="connsiteX5035" fmla="*/ 11259762 w 12192528"/>
              <a:gd name="connsiteY5035" fmla="*/ 499841 h 3912503"/>
              <a:gd name="connsiteX5036" fmla="*/ 11255700 w 12192528"/>
              <a:gd name="connsiteY5036" fmla="*/ 493343 h 3912503"/>
              <a:gd name="connsiteX5037" fmla="*/ 11256512 w 12192528"/>
              <a:gd name="connsiteY5037" fmla="*/ 478726 h 3912503"/>
              <a:gd name="connsiteX5038" fmla="*/ 11269512 w 12192528"/>
              <a:gd name="connsiteY5038" fmla="*/ 481975 h 3912503"/>
              <a:gd name="connsiteX5039" fmla="*/ 11277637 w 12192528"/>
              <a:gd name="connsiteY5039" fmla="*/ 492532 h 3912503"/>
              <a:gd name="connsiteX5040" fmla="*/ 11293888 w 12192528"/>
              <a:gd name="connsiteY5040" fmla="*/ 494968 h 3912503"/>
              <a:gd name="connsiteX5041" fmla="*/ 11343451 w 12192528"/>
              <a:gd name="connsiteY5041" fmla="*/ 481975 h 3912503"/>
              <a:gd name="connsiteX5042" fmla="*/ 11405201 w 12192528"/>
              <a:gd name="connsiteY5042" fmla="*/ 477913 h 3912503"/>
              <a:gd name="connsiteX5043" fmla="*/ 11419828 w 12192528"/>
              <a:gd name="connsiteY5043" fmla="*/ 485223 h 3912503"/>
              <a:gd name="connsiteX5044" fmla="*/ 11462078 w 12192528"/>
              <a:gd name="connsiteY5044" fmla="*/ 504713 h 3912503"/>
              <a:gd name="connsiteX5045" fmla="*/ 11470203 w 12192528"/>
              <a:gd name="connsiteY5045" fmla="*/ 510398 h 3912503"/>
              <a:gd name="connsiteX5046" fmla="*/ 11505953 w 12192528"/>
              <a:gd name="connsiteY5046" fmla="*/ 553440 h 3912503"/>
              <a:gd name="connsiteX5047" fmla="*/ 11527892 w 12192528"/>
              <a:gd name="connsiteY5047" fmla="*/ 626530 h 3912503"/>
              <a:gd name="connsiteX5048" fmla="*/ 11538454 w 12192528"/>
              <a:gd name="connsiteY5048" fmla="*/ 651706 h 3912503"/>
              <a:gd name="connsiteX5049" fmla="*/ 11536017 w 12192528"/>
              <a:gd name="connsiteY5049" fmla="*/ 687439 h 3912503"/>
              <a:gd name="connsiteX5050" fmla="*/ 11532766 w 12192528"/>
              <a:gd name="connsiteY5050" fmla="*/ 717486 h 3912503"/>
              <a:gd name="connsiteX5051" fmla="*/ 11533579 w 12192528"/>
              <a:gd name="connsiteY5051" fmla="*/ 729668 h 3912503"/>
              <a:gd name="connsiteX5052" fmla="*/ 11485642 w 12192528"/>
              <a:gd name="connsiteY5052" fmla="*/ 784891 h 3912503"/>
              <a:gd name="connsiteX5053" fmla="*/ 11440140 w 12192528"/>
              <a:gd name="connsiteY5053" fmla="*/ 811691 h 3912503"/>
              <a:gd name="connsiteX5054" fmla="*/ 11406015 w 12192528"/>
              <a:gd name="connsiteY5054" fmla="*/ 856357 h 3912503"/>
              <a:gd name="connsiteX5055" fmla="*/ 11410890 w 12192528"/>
              <a:gd name="connsiteY5055" fmla="*/ 865290 h 3912503"/>
              <a:gd name="connsiteX5056" fmla="*/ 11458828 w 12192528"/>
              <a:gd name="connsiteY5056" fmla="*/ 922137 h 3912503"/>
              <a:gd name="connsiteX5057" fmla="*/ 11465328 w 12192528"/>
              <a:gd name="connsiteY5057" fmla="*/ 935132 h 3912503"/>
              <a:gd name="connsiteX5058" fmla="*/ 11471828 w 12192528"/>
              <a:gd name="connsiteY5058" fmla="*/ 975737 h 3912503"/>
              <a:gd name="connsiteX5059" fmla="*/ 11481872 w 12192528"/>
              <a:gd name="connsiteY5059" fmla="*/ 1017329 h 3912503"/>
              <a:gd name="connsiteX5060" fmla="*/ 11491053 w 12192528"/>
              <a:gd name="connsiteY5060" fmla="*/ 1017615 h 3912503"/>
              <a:gd name="connsiteX5061" fmla="*/ 11510371 w 12192528"/>
              <a:gd name="connsiteY5061" fmla="*/ 1032664 h 3912503"/>
              <a:gd name="connsiteX5062" fmla="*/ 11511530 w 12192528"/>
              <a:gd name="connsiteY5062" fmla="*/ 1041926 h 3912503"/>
              <a:gd name="connsiteX5063" fmla="*/ 11511917 w 12192528"/>
              <a:gd name="connsiteY5063" fmla="*/ 1045784 h 3912503"/>
              <a:gd name="connsiteX5064" fmla="*/ 11513848 w 12192528"/>
              <a:gd name="connsiteY5064" fmla="*/ 1056202 h 3912503"/>
              <a:gd name="connsiteX5065" fmla="*/ 11515007 w 12192528"/>
              <a:gd name="connsiteY5065" fmla="*/ 1061219 h 3912503"/>
              <a:gd name="connsiteX5066" fmla="*/ 11514621 w 12192528"/>
              <a:gd name="connsiteY5066" fmla="*/ 1067780 h 3912503"/>
              <a:gd name="connsiteX5067" fmla="*/ 11511917 w 12192528"/>
              <a:gd name="connsiteY5067" fmla="*/ 1074339 h 3912503"/>
              <a:gd name="connsiteX5068" fmla="*/ 11503417 w 12192528"/>
              <a:gd name="connsiteY5068" fmla="*/ 1090160 h 3912503"/>
              <a:gd name="connsiteX5069" fmla="*/ 11475984 w 12192528"/>
              <a:gd name="connsiteY5069" fmla="*/ 1107524 h 3912503"/>
              <a:gd name="connsiteX5070" fmla="*/ 11473280 w 12192528"/>
              <a:gd name="connsiteY5070" fmla="*/ 1106753 h 3912503"/>
              <a:gd name="connsiteX5071" fmla="*/ 11460917 w 12192528"/>
              <a:gd name="connsiteY5071" fmla="*/ 1105209 h 3912503"/>
              <a:gd name="connsiteX5072" fmla="*/ 11457826 w 12192528"/>
              <a:gd name="connsiteY5072" fmla="*/ 1103665 h 3912503"/>
              <a:gd name="connsiteX5073" fmla="*/ 11454686 w 12192528"/>
              <a:gd name="connsiteY5073" fmla="*/ 1098408 h 3912503"/>
              <a:gd name="connsiteX5074" fmla="*/ 11451372 w 12192528"/>
              <a:gd name="connsiteY5074" fmla="*/ 1099882 h 3912503"/>
              <a:gd name="connsiteX5075" fmla="*/ 11439328 w 12192528"/>
              <a:gd name="connsiteY5075" fmla="*/ 1147092 h 3912503"/>
              <a:gd name="connsiteX5076" fmla="*/ 11431203 w 12192528"/>
              <a:gd name="connsiteY5076" fmla="*/ 1153588 h 3912503"/>
              <a:gd name="connsiteX5077" fmla="*/ 11381639 w 12192528"/>
              <a:gd name="connsiteY5077" fmla="*/ 1177140 h 3912503"/>
              <a:gd name="connsiteX5078" fmla="*/ 11360513 w 12192528"/>
              <a:gd name="connsiteY5078" fmla="*/ 1183637 h 3912503"/>
              <a:gd name="connsiteX5079" fmla="*/ 11324763 w 12192528"/>
              <a:gd name="connsiteY5079" fmla="*/ 1191757 h 3912503"/>
              <a:gd name="connsiteX5080" fmla="*/ 11297950 w 12192528"/>
              <a:gd name="connsiteY5080" fmla="*/ 1215309 h 3912503"/>
              <a:gd name="connsiteX5081" fmla="*/ 11278450 w 12192528"/>
              <a:gd name="connsiteY5081" fmla="*/ 1208812 h 3912503"/>
              <a:gd name="connsiteX5082" fmla="*/ 11276013 w 12192528"/>
              <a:gd name="connsiteY5082" fmla="*/ 1199067 h 3912503"/>
              <a:gd name="connsiteX5083" fmla="*/ 11268700 w 12192528"/>
              <a:gd name="connsiteY5083" fmla="*/ 1187697 h 3912503"/>
              <a:gd name="connsiteX5084" fmla="*/ 11258137 w 12192528"/>
              <a:gd name="connsiteY5084" fmla="*/ 1195006 h 3912503"/>
              <a:gd name="connsiteX5085" fmla="*/ 11233763 w 12192528"/>
              <a:gd name="connsiteY5085" fmla="*/ 1190945 h 3912503"/>
              <a:gd name="connsiteX5086" fmla="*/ 11228886 w 12192528"/>
              <a:gd name="connsiteY5086" fmla="*/ 1180388 h 3912503"/>
              <a:gd name="connsiteX5087" fmla="*/ 11214263 w 12192528"/>
              <a:gd name="connsiteY5087" fmla="*/ 1174703 h 3912503"/>
              <a:gd name="connsiteX5088" fmla="*/ 11208574 w 12192528"/>
              <a:gd name="connsiteY5088" fmla="*/ 1188509 h 3912503"/>
              <a:gd name="connsiteX5089" fmla="*/ 11185823 w 12192528"/>
              <a:gd name="connsiteY5089" fmla="*/ 1286774 h 3912503"/>
              <a:gd name="connsiteX5090" fmla="*/ 11133822 w 12192528"/>
              <a:gd name="connsiteY5090" fmla="*/ 1319258 h 3912503"/>
              <a:gd name="connsiteX5091" fmla="*/ 11125698 w 12192528"/>
              <a:gd name="connsiteY5091" fmla="*/ 1333064 h 3912503"/>
              <a:gd name="connsiteX5092" fmla="*/ 11140324 w 12192528"/>
              <a:gd name="connsiteY5092" fmla="*/ 1364736 h 3912503"/>
              <a:gd name="connsiteX5093" fmla="*/ 11139266 w 12192528"/>
              <a:gd name="connsiteY5093" fmla="*/ 1369228 h 3912503"/>
              <a:gd name="connsiteX5094" fmla="*/ 11297806 w 12192528"/>
              <a:gd name="connsiteY5094" fmla="*/ 1320298 h 3912503"/>
              <a:gd name="connsiteX5095" fmla="*/ 11446716 w 12192528"/>
              <a:gd name="connsiteY5095" fmla="*/ 1297193 h 3912503"/>
              <a:gd name="connsiteX5096" fmla="*/ 11458695 w 12192528"/>
              <a:gd name="connsiteY5096" fmla="*/ 1297294 h 3912503"/>
              <a:gd name="connsiteX5097" fmla="*/ 11471267 w 12192528"/>
              <a:gd name="connsiteY5097" fmla="*/ 1305334 h 3912503"/>
              <a:gd name="connsiteX5098" fmla="*/ 11461171 w 12192528"/>
              <a:gd name="connsiteY5098" fmla="*/ 1317063 h 3912503"/>
              <a:gd name="connsiteX5099" fmla="*/ 11419876 w 12192528"/>
              <a:gd name="connsiteY5099" fmla="*/ 1325139 h 3912503"/>
              <a:gd name="connsiteX5100" fmla="*/ 11405440 w 12192528"/>
              <a:gd name="connsiteY5100" fmla="*/ 1332204 h 3912503"/>
              <a:gd name="connsiteX5101" fmla="*/ 11456257 w 12192528"/>
              <a:gd name="connsiteY5101" fmla="*/ 1331398 h 3912503"/>
              <a:gd name="connsiteX5102" fmla="*/ 11703928 w 12192528"/>
              <a:gd name="connsiteY5102" fmla="*/ 1294923 h 3912503"/>
              <a:gd name="connsiteX5103" fmla="*/ 12009562 w 12192528"/>
              <a:gd name="connsiteY5103" fmla="*/ 1339913 h 3912503"/>
              <a:gd name="connsiteX5104" fmla="*/ 12145400 w 12192528"/>
              <a:gd name="connsiteY5104" fmla="*/ 1382661 h 3912503"/>
              <a:gd name="connsiteX5105" fmla="*/ 12141852 w 12192528"/>
              <a:gd name="connsiteY5105" fmla="*/ 1377822 h 3912503"/>
              <a:gd name="connsiteX5106" fmla="*/ 12137943 w 12192528"/>
              <a:gd name="connsiteY5106" fmla="*/ 1369063 h 3912503"/>
              <a:gd name="connsiteX5107" fmla="*/ 12136466 w 12192528"/>
              <a:gd name="connsiteY5107" fmla="*/ 1361485 h 3912503"/>
              <a:gd name="connsiteX5108" fmla="*/ 12139010 w 12192528"/>
              <a:gd name="connsiteY5108" fmla="*/ 1343848 h 3912503"/>
              <a:gd name="connsiteX5109" fmla="*/ 12140082 w 12192528"/>
              <a:gd name="connsiteY5109" fmla="*/ 1332787 h 3912503"/>
              <a:gd name="connsiteX5110" fmla="*/ 12142101 w 12192528"/>
              <a:gd name="connsiteY5110" fmla="*/ 1328622 h 3912503"/>
              <a:gd name="connsiteX5111" fmla="*/ 12150316 w 12192528"/>
              <a:gd name="connsiteY5111" fmla="*/ 1322313 h 3912503"/>
              <a:gd name="connsiteX5112" fmla="*/ 12165766 w 12192528"/>
              <a:gd name="connsiteY5112" fmla="*/ 1314368 h 3912503"/>
              <a:gd name="connsiteX5113" fmla="*/ 12170557 w 12192528"/>
              <a:gd name="connsiteY5113" fmla="*/ 1310688 h 3912503"/>
              <a:gd name="connsiteX5114" fmla="*/ 12175571 w 12192528"/>
              <a:gd name="connsiteY5114" fmla="*/ 1310976 h 3912503"/>
              <a:gd name="connsiteX5115" fmla="*/ 12184744 w 12192528"/>
              <a:gd name="connsiteY5115" fmla="*/ 1312425 h 3912503"/>
              <a:gd name="connsiteX5116" fmla="*/ 12188199 w 12192528"/>
              <a:gd name="connsiteY5116" fmla="*/ 1312384 h 3912503"/>
              <a:gd name="connsiteX5117" fmla="*/ 12192528 w 12192528"/>
              <a:gd name="connsiteY5117" fmla="*/ 1316854 h 3912503"/>
              <a:gd name="connsiteX5118" fmla="*/ 12192528 w 12192528"/>
              <a:gd name="connsiteY5118" fmla="*/ 1502417 h 3912503"/>
              <a:gd name="connsiteX5119" fmla="*/ 12172292 w 12192528"/>
              <a:gd name="connsiteY5119" fmla="*/ 1494365 h 3912503"/>
              <a:gd name="connsiteX5120" fmla="*/ 12055557 w 12192528"/>
              <a:gd name="connsiteY5120" fmla="*/ 1459253 h 3912503"/>
              <a:gd name="connsiteX5121" fmla="*/ 12041903 w 12192528"/>
              <a:gd name="connsiteY5121" fmla="*/ 1456628 h 3912503"/>
              <a:gd name="connsiteX5122" fmla="*/ 12041538 w 12192528"/>
              <a:gd name="connsiteY5122" fmla="*/ 1462401 h 3912503"/>
              <a:gd name="connsiteX5123" fmla="*/ 12042045 w 12192528"/>
              <a:gd name="connsiteY5123" fmla="*/ 1473880 h 3912503"/>
              <a:gd name="connsiteX5124" fmla="*/ 12045528 w 12192528"/>
              <a:gd name="connsiteY5124" fmla="*/ 1483851 h 3912503"/>
              <a:gd name="connsiteX5125" fmla="*/ 12181815 w 12192528"/>
              <a:gd name="connsiteY5125" fmla="*/ 1525576 h 3912503"/>
              <a:gd name="connsiteX5126" fmla="*/ 12192528 w 12192528"/>
              <a:gd name="connsiteY5126" fmla="*/ 1530531 h 3912503"/>
              <a:gd name="connsiteX5127" fmla="*/ 12192528 w 12192528"/>
              <a:gd name="connsiteY5127" fmla="*/ 1654878 h 3912503"/>
              <a:gd name="connsiteX5128" fmla="*/ 12189630 w 12192528"/>
              <a:gd name="connsiteY5128" fmla="*/ 1653690 h 3912503"/>
              <a:gd name="connsiteX5129" fmla="*/ 12176969 w 12192528"/>
              <a:gd name="connsiteY5129" fmla="*/ 1645025 h 3912503"/>
              <a:gd name="connsiteX5130" fmla="*/ 12174400 w 12192528"/>
              <a:gd name="connsiteY5130" fmla="*/ 1642814 h 3912503"/>
              <a:gd name="connsiteX5131" fmla="*/ 12172010 w 12192528"/>
              <a:gd name="connsiteY5131" fmla="*/ 1642993 h 3912503"/>
              <a:gd name="connsiteX5132" fmla="*/ 12172189 w 12192528"/>
              <a:gd name="connsiteY5132" fmla="*/ 1645382 h 3912503"/>
              <a:gd name="connsiteX5133" fmla="*/ 12167232 w 12192528"/>
              <a:gd name="connsiteY5133" fmla="*/ 1643350 h 3912503"/>
              <a:gd name="connsiteX5134" fmla="*/ 12169620 w 12192528"/>
              <a:gd name="connsiteY5134" fmla="*/ 1643171 h 3912503"/>
              <a:gd name="connsiteX5135" fmla="*/ 12169442 w 12192528"/>
              <a:gd name="connsiteY5135" fmla="*/ 1640781 h 3912503"/>
              <a:gd name="connsiteX5136" fmla="*/ 12164664 w 12192528"/>
              <a:gd name="connsiteY5136" fmla="*/ 1641139 h 3912503"/>
              <a:gd name="connsiteX5137" fmla="*/ 12162096 w 12192528"/>
              <a:gd name="connsiteY5137" fmla="*/ 1638928 h 3912503"/>
              <a:gd name="connsiteX5138" fmla="*/ 12154927 w 12192528"/>
              <a:gd name="connsiteY5138" fmla="*/ 1639464 h 3912503"/>
              <a:gd name="connsiteX5139" fmla="*/ 12149969 w 12192528"/>
              <a:gd name="connsiteY5139" fmla="*/ 1637432 h 3912503"/>
              <a:gd name="connsiteX5140" fmla="*/ 12152538 w 12192528"/>
              <a:gd name="connsiteY5140" fmla="*/ 1639642 h 3912503"/>
              <a:gd name="connsiteX5141" fmla="*/ 12155105 w 12192528"/>
              <a:gd name="connsiteY5141" fmla="*/ 1641854 h 3912503"/>
              <a:gd name="connsiteX5142" fmla="*/ 12150327 w 12192528"/>
              <a:gd name="connsiteY5142" fmla="*/ 1642211 h 3912503"/>
              <a:gd name="connsiteX5143" fmla="*/ 12135455 w 12192528"/>
              <a:gd name="connsiteY5143" fmla="*/ 1636114 h 3912503"/>
              <a:gd name="connsiteX5144" fmla="*/ 12108279 w 12192528"/>
              <a:gd name="connsiteY5144" fmla="*/ 1626133 h 3912503"/>
              <a:gd name="connsiteX5145" fmla="*/ 12105711 w 12192528"/>
              <a:gd name="connsiteY5145" fmla="*/ 1623922 h 3912503"/>
              <a:gd name="connsiteX5146" fmla="*/ 12103321 w 12192528"/>
              <a:gd name="connsiteY5146" fmla="*/ 1624101 h 3912503"/>
              <a:gd name="connsiteX5147" fmla="*/ 12091016 w 12192528"/>
              <a:gd name="connsiteY5147" fmla="*/ 1620214 h 3912503"/>
              <a:gd name="connsiteX5148" fmla="*/ 12081281 w 12192528"/>
              <a:gd name="connsiteY5148" fmla="*/ 1618540 h 3912503"/>
              <a:gd name="connsiteX5149" fmla="*/ 12063841 w 12192528"/>
              <a:gd name="connsiteY5149" fmla="*/ 1610233 h 3912503"/>
              <a:gd name="connsiteX5150" fmla="*/ 12063662 w 12192528"/>
              <a:gd name="connsiteY5150" fmla="*/ 1607843 h 3912503"/>
              <a:gd name="connsiteX5151" fmla="*/ 12058883 w 12192528"/>
              <a:gd name="connsiteY5151" fmla="*/ 1608200 h 3912503"/>
              <a:gd name="connsiteX5152" fmla="*/ 12056494 w 12192528"/>
              <a:gd name="connsiteY5152" fmla="*/ 1608380 h 3912503"/>
              <a:gd name="connsiteX5153" fmla="*/ 12059062 w 12192528"/>
              <a:gd name="connsiteY5153" fmla="*/ 1610589 h 3912503"/>
              <a:gd name="connsiteX5154" fmla="*/ 12041800 w 12192528"/>
              <a:gd name="connsiteY5154" fmla="*/ 1604673 h 3912503"/>
              <a:gd name="connsiteX5155" fmla="*/ 12039231 w 12192528"/>
              <a:gd name="connsiteY5155" fmla="*/ 1602462 h 3912503"/>
              <a:gd name="connsiteX5156" fmla="*/ 12036842 w 12192528"/>
              <a:gd name="connsiteY5156" fmla="*/ 1602640 h 3912503"/>
              <a:gd name="connsiteX5157" fmla="*/ 12019759 w 12192528"/>
              <a:gd name="connsiteY5157" fmla="*/ 1599111 h 3912503"/>
              <a:gd name="connsiteX5158" fmla="*/ 12022149 w 12192528"/>
              <a:gd name="connsiteY5158" fmla="*/ 1598933 h 3912503"/>
              <a:gd name="connsiteX5159" fmla="*/ 12029317 w 12192528"/>
              <a:gd name="connsiteY5159" fmla="*/ 1598396 h 3912503"/>
              <a:gd name="connsiteX5160" fmla="*/ 12024359 w 12192528"/>
              <a:gd name="connsiteY5160" fmla="*/ 1596365 h 3912503"/>
              <a:gd name="connsiteX5161" fmla="*/ 12021792 w 12192528"/>
              <a:gd name="connsiteY5161" fmla="*/ 1594155 h 3912503"/>
              <a:gd name="connsiteX5162" fmla="*/ 12031528 w 12192528"/>
              <a:gd name="connsiteY5162" fmla="*/ 1595829 h 3912503"/>
              <a:gd name="connsiteX5163" fmla="*/ 12033559 w 12192528"/>
              <a:gd name="connsiteY5163" fmla="*/ 1590872 h 3912503"/>
              <a:gd name="connsiteX5164" fmla="*/ 12016298 w 12192528"/>
              <a:gd name="connsiteY5164" fmla="*/ 1584954 h 3912503"/>
              <a:gd name="connsiteX5165" fmla="*/ 12013730 w 12192528"/>
              <a:gd name="connsiteY5165" fmla="*/ 1582743 h 3912503"/>
              <a:gd name="connsiteX5166" fmla="*/ 12011341 w 12192528"/>
              <a:gd name="connsiteY5166" fmla="*/ 1582922 h 3912503"/>
              <a:gd name="connsiteX5167" fmla="*/ 12008951 w 12192528"/>
              <a:gd name="connsiteY5167" fmla="*/ 1583101 h 3912503"/>
              <a:gd name="connsiteX5168" fmla="*/ 12011519 w 12192528"/>
              <a:gd name="connsiteY5168" fmla="*/ 1585311 h 3912503"/>
              <a:gd name="connsiteX5169" fmla="*/ 12004351 w 12192528"/>
              <a:gd name="connsiteY5169" fmla="*/ 1585847 h 3912503"/>
              <a:gd name="connsiteX5170" fmla="*/ 12002139 w 12192528"/>
              <a:gd name="connsiteY5170" fmla="*/ 1588415 h 3912503"/>
              <a:gd name="connsiteX5171" fmla="*/ 12014444 w 12192528"/>
              <a:gd name="connsiteY5171" fmla="*/ 1592300 h 3912503"/>
              <a:gd name="connsiteX5172" fmla="*/ 12012055 w 12192528"/>
              <a:gd name="connsiteY5172" fmla="*/ 1592480 h 3912503"/>
              <a:gd name="connsiteX5173" fmla="*/ 12007456 w 12192528"/>
              <a:gd name="connsiteY5173" fmla="*/ 1595226 h 3912503"/>
              <a:gd name="connsiteX5174" fmla="*/ 12011728 w 12192528"/>
              <a:gd name="connsiteY5174" fmla="*/ 1596978 h 3912503"/>
              <a:gd name="connsiteX5175" fmla="*/ 12007291 w 12192528"/>
              <a:gd name="connsiteY5175" fmla="*/ 1597041 h 3912503"/>
              <a:gd name="connsiteX5176" fmla="*/ 11995331 w 12192528"/>
              <a:gd name="connsiteY5176" fmla="*/ 1593730 h 3912503"/>
              <a:gd name="connsiteX5177" fmla="*/ 11988697 w 12192528"/>
              <a:gd name="connsiteY5177" fmla="*/ 1601434 h 3912503"/>
              <a:gd name="connsiteX5178" fmla="*/ 11990908 w 12192528"/>
              <a:gd name="connsiteY5178" fmla="*/ 1598866 h 3912503"/>
              <a:gd name="connsiteX5179" fmla="*/ 11990730 w 12192528"/>
              <a:gd name="connsiteY5179" fmla="*/ 1596477 h 3912503"/>
              <a:gd name="connsiteX5180" fmla="*/ 11990551 w 12192528"/>
              <a:gd name="connsiteY5180" fmla="*/ 1594088 h 3912503"/>
              <a:gd name="connsiteX5181" fmla="*/ 11985771 w 12192528"/>
              <a:gd name="connsiteY5181" fmla="*/ 1594444 h 3912503"/>
              <a:gd name="connsiteX5182" fmla="*/ 11983384 w 12192528"/>
              <a:gd name="connsiteY5182" fmla="*/ 1594622 h 3912503"/>
              <a:gd name="connsiteX5183" fmla="*/ 11978246 w 12192528"/>
              <a:gd name="connsiteY5183" fmla="*/ 1590202 h 3912503"/>
              <a:gd name="connsiteX5184" fmla="*/ 11983024 w 12192528"/>
              <a:gd name="connsiteY5184" fmla="*/ 1589845 h 3912503"/>
              <a:gd name="connsiteX5185" fmla="*/ 11982847 w 12192528"/>
              <a:gd name="connsiteY5185" fmla="*/ 1587455 h 3912503"/>
              <a:gd name="connsiteX5186" fmla="*/ 11977889 w 12192528"/>
              <a:gd name="connsiteY5186" fmla="*/ 1585423 h 3912503"/>
              <a:gd name="connsiteX5187" fmla="*/ 11973110 w 12192528"/>
              <a:gd name="connsiteY5187" fmla="*/ 1585780 h 3912503"/>
              <a:gd name="connsiteX5188" fmla="*/ 11968688 w 12192528"/>
              <a:gd name="connsiteY5188" fmla="*/ 1590916 h 3912503"/>
              <a:gd name="connsiteX5189" fmla="*/ 11966478 w 12192528"/>
              <a:gd name="connsiteY5189" fmla="*/ 1593484 h 3912503"/>
              <a:gd name="connsiteX5190" fmla="*/ 11969047 w 12192528"/>
              <a:gd name="connsiteY5190" fmla="*/ 1595695 h 3912503"/>
              <a:gd name="connsiteX5191" fmla="*/ 11956920 w 12192528"/>
              <a:gd name="connsiteY5191" fmla="*/ 1594199 h 3912503"/>
              <a:gd name="connsiteX5192" fmla="*/ 11964088 w 12192528"/>
              <a:gd name="connsiteY5192" fmla="*/ 1593664 h 3912503"/>
              <a:gd name="connsiteX5193" fmla="*/ 11954174 w 12192528"/>
              <a:gd name="connsiteY5193" fmla="*/ 1589599 h 3912503"/>
              <a:gd name="connsiteX5194" fmla="*/ 11953994 w 12192528"/>
              <a:gd name="connsiteY5194" fmla="*/ 1587209 h 3912503"/>
              <a:gd name="connsiteX5195" fmla="*/ 11951606 w 12192528"/>
              <a:gd name="connsiteY5195" fmla="*/ 1587387 h 3912503"/>
              <a:gd name="connsiteX5196" fmla="*/ 11949216 w 12192528"/>
              <a:gd name="connsiteY5196" fmla="*/ 1587567 h 3912503"/>
              <a:gd name="connsiteX5197" fmla="*/ 11949395 w 12192528"/>
              <a:gd name="connsiteY5197" fmla="*/ 1589957 h 3912503"/>
              <a:gd name="connsiteX5198" fmla="*/ 11944259 w 12192528"/>
              <a:gd name="connsiteY5198" fmla="*/ 1585534 h 3912503"/>
              <a:gd name="connsiteX5199" fmla="*/ 11934701 w 12192528"/>
              <a:gd name="connsiteY5199" fmla="*/ 1586249 h 3912503"/>
              <a:gd name="connsiteX5200" fmla="*/ 11926526 w 12192528"/>
              <a:gd name="connsiteY5200" fmla="*/ 1585359 h 3912503"/>
              <a:gd name="connsiteX5201" fmla="*/ 11920008 w 12192528"/>
              <a:gd name="connsiteY5201" fmla="*/ 1582542 h 3912503"/>
              <a:gd name="connsiteX5202" fmla="*/ 11922218 w 12192528"/>
              <a:gd name="connsiteY5202" fmla="*/ 1579974 h 3912503"/>
              <a:gd name="connsiteX5203" fmla="*/ 11919829 w 12192528"/>
              <a:gd name="connsiteY5203" fmla="*/ 1580152 h 3912503"/>
              <a:gd name="connsiteX5204" fmla="*/ 11919651 w 12192528"/>
              <a:gd name="connsiteY5204" fmla="*/ 1577764 h 3912503"/>
              <a:gd name="connsiteX5205" fmla="*/ 11921861 w 12192528"/>
              <a:gd name="connsiteY5205" fmla="*/ 1575196 h 3912503"/>
              <a:gd name="connsiteX5206" fmla="*/ 11943723 w 12192528"/>
              <a:gd name="connsiteY5206" fmla="*/ 1578366 h 3912503"/>
              <a:gd name="connsiteX5207" fmla="*/ 11943901 w 12192528"/>
              <a:gd name="connsiteY5207" fmla="*/ 1580756 h 3912503"/>
              <a:gd name="connsiteX5208" fmla="*/ 11953637 w 12192528"/>
              <a:gd name="connsiteY5208" fmla="*/ 1582431 h 3912503"/>
              <a:gd name="connsiteX5209" fmla="*/ 11946112 w 12192528"/>
              <a:gd name="connsiteY5209" fmla="*/ 1578188 h 3912503"/>
              <a:gd name="connsiteX5210" fmla="*/ 11958237 w 12192528"/>
              <a:gd name="connsiteY5210" fmla="*/ 1579684 h 3912503"/>
              <a:gd name="connsiteX5211" fmla="*/ 11960807 w 12192528"/>
              <a:gd name="connsiteY5211" fmla="*/ 1581895 h 3912503"/>
              <a:gd name="connsiteX5212" fmla="*/ 11963195 w 12192528"/>
              <a:gd name="connsiteY5212" fmla="*/ 1581716 h 3912503"/>
              <a:gd name="connsiteX5213" fmla="*/ 11965405 w 12192528"/>
              <a:gd name="connsiteY5213" fmla="*/ 1579148 h 3912503"/>
              <a:gd name="connsiteX5214" fmla="*/ 11962837 w 12192528"/>
              <a:gd name="connsiteY5214" fmla="*/ 1576937 h 3912503"/>
              <a:gd name="connsiteX5215" fmla="*/ 11957881 w 12192528"/>
              <a:gd name="connsiteY5215" fmla="*/ 1574905 h 3912503"/>
              <a:gd name="connsiteX5216" fmla="*/ 11955491 w 12192528"/>
              <a:gd name="connsiteY5216" fmla="*/ 1575084 h 3912503"/>
              <a:gd name="connsiteX5217" fmla="*/ 11955670 w 12192528"/>
              <a:gd name="connsiteY5217" fmla="*/ 1577473 h 3912503"/>
              <a:gd name="connsiteX5218" fmla="*/ 11921682 w 12192528"/>
              <a:gd name="connsiteY5218" fmla="*/ 1572806 h 3912503"/>
              <a:gd name="connsiteX5219" fmla="*/ 11919114 w 12192528"/>
              <a:gd name="connsiteY5219" fmla="*/ 1570595 h 3912503"/>
              <a:gd name="connsiteX5220" fmla="*/ 11916724 w 12192528"/>
              <a:gd name="connsiteY5220" fmla="*/ 1570775 h 3912503"/>
              <a:gd name="connsiteX5221" fmla="*/ 11914336 w 12192528"/>
              <a:gd name="connsiteY5221" fmla="*/ 1570953 h 3912503"/>
              <a:gd name="connsiteX5222" fmla="*/ 11899642 w 12192528"/>
              <a:gd name="connsiteY5222" fmla="*/ 1567246 h 3912503"/>
              <a:gd name="connsiteX5223" fmla="*/ 11899820 w 12192528"/>
              <a:gd name="connsiteY5223" fmla="*/ 1569635 h 3912503"/>
              <a:gd name="connsiteX5224" fmla="*/ 11897253 w 12192528"/>
              <a:gd name="connsiteY5224" fmla="*/ 1567424 h 3912503"/>
              <a:gd name="connsiteX5225" fmla="*/ 11892295 w 12192528"/>
              <a:gd name="connsiteY5225" fmla="*/ 1565391 h 3912503"/>
              <a:gd name="connsiteX5226" fmla="*/ 11890083 w 12192528"/>
              <a:gd name="connsiteY5226" fmla="*/ 1567961 h 3912503"/>
              <a:gd name="connsiteX5227" fmla="*/ 11836982 w 12192528"/>
              <a:gd name="connsiteY5227" fmla="*/ 1564722 h 3912503"/>
              <a:gd name="connsiteX5228" fmla="*/ 11832026 w 12192528"/>
              <a:gd name="connsiteY5228" fmla="*/ 1562690 h 3912503"/>
              <a:gd name="connsiteX5229" fmla="*/ 11829635 w 12192528"/>
              <a:gd name="connsiteY5229" fmla="*/ 1562868 h 3912503"/>
              <a:gd name="connsiteX5230" fmla="*/ 11829813 w 12192528"/>
              <a:gd name="connsiteY5230" fmla="*/ 1565258 h 3912503"/>
              <a:gd name="connsiteX5231" fmla="*/ 11815120 w 12192528"/>
              <a:gd name="connsiteY5231" fmla="*/ 1561551 h 3912503"/>
              <a:gd name="connsiteX5232" fmla="*/ 11812730 w 12192528"/>
              <a:gd name="connsiteY5232" fmla="*/ 1561730 h 3912503"/>
              <a:gd name="connsiteX5233" fmla="*/ 11807953 w 12192528"/>
              <a:gd name="connsiteY5233" fmla="*/ 1562088 h 3912503"/>
              <a:gd name="connsiteX5234" fmla="*/ 11805563 w 12192528"/>
              <a:gd name="connsiteY5234" fmla="*/ 1562266 h 3912503"/>
              <a:gd name="connsiteX5235" fmla="*/ 11802995 w 12192528"/>
              <a:gd name="connsiteY5235" fmla="*/ 1560055 h 3912503"/>
              <a:gd name="connsiteX5236" fmla="*/ 11800605 w 12192528"/>
              <a:gd name="connsiteY5236" fmla="*/ 1560235 h 3912503"/>
              <a:gd name="connsiteX5237" fmla="*/ 11786270 w 12192528"/>
              <a:gd name="connsiteY5237" fmla="*/ 1561305 h 3912503"/>
              <a:gd name="connsiteX5238" fmla="*/ 11783880 w 12192528"/>
              <a:gd name="connsiteY5238" fmla="*/ 1561484 h 3912503"/>
              <a:gd name="connsiteX5239" fmla="*/ 11779101 w 12192528"/>
              <a:gd name="connsiteY5239" fmla="*/ 1561842 h 3912503"/>
              <a:gd name="connsiteX5240" fmla="*/ 11776711 w 12192528"/>
              <a:gd name="connsiteY5240" fmla="*/ 1562020 h 3912503"/>
              <a:gd name="connsiteX5241" fmla="*/ 11759986 w 12192528"/>
              <a:gd name="connsiteY5241" fmla="*/ 1563271 h 3912503"/>
              <a:gd name="connsiteX5242" fmla="*/ 11750071 w 12192528"/>
              <a:gd name="connsiteY5242" fmla="*/ 1559207 h 3912503"/>
              <a:gd name="connsiteX5243" fmla="*/ 11747503 w 12192528"/>
              <a:gd name="connsiteY5243" fmla="*/ 1556995 h 3912503"/>
              <a:gd name="connsiteX5244" fmla="*/ 11745114 w 12192528"/>
              <a:gd name="connsiteY5244" fmla="*/ 1557175 h 3912503"/>
              <a:gd name="connsiteX5245" fmla="*/ 11745293 w 12192528"/>
              <a:gd name="connsiteY5245" fmla="*/ 1559563 h 3912503"/>
              <a:gd name="connsiteX5246" fmla="*/ 11747681 w 12192528"/>
              <a:gd name="connsiteY5246" fmla="*/ 1559384 h 3912503"/>
              <a:gd name="connsiteX5247" fmla="*/ 11738304 w 12192528"/>
              <a:gd name="connsiteY5247" fmla="*/ 1562489 h 3912503"/>
              <a:gd name="connsiteX5248" fmla="*/ 11737946 w 12192528"/>
              <a:gd name="connsiteY5248" fmla="*/ 1557710 h 3912503"/>
              <a:gd name="connsiteX5249" fmla="*/ 11740023 w 12192528"/>
              <a:gd name="connsiteY5249" fmla="*/ 1555298 h 3912503"/>
              <a:gd name="connsiteX5250" fmla="*/ 11753411 w 12192528"/>
              <a:gd name="connsiteY5250" fmla="*/ 1555164 h 3912503"/>
              <a:gd name="connsiteX5251" fmla="*/ 11787943 w 12192528"/>
              <a:gd name="connsiteY5251" fmla="*/ 1551570 h 3912503"/>
              <a:gd name="connsiteX5252" fmla="*/ 11790511 w 12192528"/>
              <a:gd name="connsiteY5252" fmla="*/ 1553780 h 3912503"/>
              <a:gd name="connsiteX5253" fmla="*/ 11792903 w 12192528"/>
              <a:gd name="connsiteY5253" fmla="*/ 1553602 h 3912503"/>
              <a:gd name="connsiteX5254" fmla="*/ 11804670 w 12192528"/>
              <a:gd name="connsiteY5254" fmla="*/ 1550319 h 3912503"/>
              <a:gd name="connsiteX5255" fmla="*/ 11795112 w 12192528"/>
              <a:gd name="connsiteY5255" fmla="*/ 1551033 h 3912503"/>
              <a:gd name="connsiteX5256" fmla="*/ 11797322 w 12192528"/>
              <a:gd name="connsiteY5256" fmla="*/ 1548465 h 3912503"/>
              <a:gd name="connsiteX5257" fmla="*/ 11794933 w 12192528"/>
              <a:gd name="connsiteY5257" fmla="*/ 1548644 h 3912503"/>
              <a:gd name="connsiteX5258" fmla="*/ 11792544 w 12192528"/>
              <a:gd name="connsiteY5258" fmla="*/ 1548822 h 3912503"/>
              <a:gd name="connsiteX5259" fmla="*/ 11790155 w 12192528"/>
              <a:gd name="connsiteY5259" fmla="*/ 1549000 h 3912503"/>
              <a:gd name="connsiteX5260" fmla="*/ 11765367 w 12192528"/>
              <a:gd name="connsiteY5260" fmla="*/ 1538841 h 3912503"/>
              <a:gd name="connsiteX5261" fmla="*/ 11711194 w 12192528"/>
              <a:gd name="connsiteY5261" fmla="*/ 1521266 h 3912503"/>
              <a:gd name="connsiteX5262" fmla="*/ 11708625 w 12192528"/>
              <a:gd name="connsiteY5262" fmla="*/ 1519056 h 3912503"/>
              <a:gd name="connsiteX5263" fmla="*/ 11706058 w 12192528"/>
              <a:gd name="connsiteY5263" fmla="*/ 1516845 h 3912503"/>
              <a:gd name="connsiteX5264" fmla="*/ 11708268 w 12192528"/>
              <a:gd name="connsiteY5264" fmla="*/ 1514276 h 3912503"/>
              <a:gd name="connsiteX5265" fmla="*/ 11701100 w 12192528"/>
              <a:gd name="connsiteY5265" fmla="*/ 1514813 h 3912503"/>
              <a:gd name="connsiteX5266" fmla="*/ 11654987 w 12192528"/>
              <a:gd name="connsiteY5266" fmla="*/ 1508649 h 3912503"/>
              <a:gd name="connsiteX5267" fmla="*/ 11659587 w 12192528"/>
              <a:gd name="connsiteY5267" fmla="*/ 1505903 h 3912503"/>
              <a:gd name="connsiteX5268" fmla="*/ 11629842 w 12192528"/>
              <a:gd name="connsiteY5268" fmla="*/ 1493709 h 3912503"/>
              <a:gd name="connsiteX5269" fmla="*/ 11634621 w 12192528"/>
              <a:gd name="connsiteY5269" fmla="*/ 1493352 h 3912503"/>
              <a:gd name="connsiteX5270" fmla="*/ 11637011 w 12192528"/>
              <a:gd name="connsiteY5270" fmla="*/ 1493173 h 3912503"/>
              <a:gd name="connsiteX5271" fmla="*/ 11634444 w 12192528"/>
              <a:gd name="connsiteY5271" fmla="*/ 1490964 h 3912503"/>
              <a:gd name="connsiteX5272" fmla="*/ 11629664 w 12192528"/>
              <a:gd name="connsiteY5272" fmla="*/ 1491320 h 3912503"/>
              <a:gd name="connsiteX5273" fmla="*/ 11667895 w 12192528"/>
              <a:gd name="connsiteY5273" fmla="*/ 1488462 h 3912503"/>
              <a:gd name="connsiteX5274" fmla="*/ 11603984 w 12192528"/>
              <a:gd name="connsiteY5274" fmla="*/ 1469213 h 3912503"/>
              <a:gd name="connsiteX5275" fmla="*/ 11596100 w 12192528"/>
              <a:gd name="connsiteY5275" fmla="*/ 1460191 h 3912503"/>
              <a:gd name="connsiteX5276" fmla="*/ 11603090 w 12192528"/>
              <a:gd name="connsiteY5276" fmla="*/ 1457266 h 3912503"/>
              <a:gd name="connsiteX5277" fmla="*/ 11660615 w 12192528"/>
              <a:gd name="connsiteY5277" fmla="*/ 1455368 h 3912503"/>
              <a:gd name="connsiteX5278" fmla="*/ 11669457 w 12192528"/>
              <a:gd name="connsiteY5278" fmla="*/ 1445095 h 3912503"/>
              <a:gd name="connsiteX5279" fmla="*/ 11700698 w 12192528"/>
              <a:gd name="connsiteY5279" fmla="*/ 1445162 h 3912503"/>
              <a:gd name="connsiteX5280" fmla="*/ 11686004 w 12192528"/>
              <a:gd name="connsiteY5280" fmla="*/ 1441455 h 3912503"/>
              <a:gd name="connsiteX5281" fmla="*/ 11705119 w 12192528"/>
              <a:gd name="connsiteY5281" fmla="*/ 1440026 h 3912503"/>
              <a:gd name="connsiteX5282" fmla="*/ 11695026 w 12192528"/>
              <a:gd name="connsiteY5282" fmla="*/ 1433573 h 3912503"/>
              <a:gd name="connsiteX5283" fmla="*/ 11818135 w 12192528"/>
              <a:gd name="connsiteY5283" fmla="*/ 1441187 h 3912503"/>
              <a:gd name="connsiteX5284" fmla="*/ 11830260 w 12192528"/>
              <a:gd name="connsiteY5284" fmla="*/ 1442684 h 3912503"/>
              <a:gd name="connsiteX5285" fmla="*/ 12005870 w 12192528"/>
              <a:gd name="connsiteY5285" fmla="*/ 1472296 h 3912503"/>
              <a:gd name="connsiteX5286" fmla="*/ 12004793 w 12192528"/>
              <a:gd name="connsiteY5286" fmla="*/ 1467472 h 3912503"/>
              <a:gd name="connsiteX5287" fmla="*/ 12001048 w 12192528"/>
              <a:gd name="connsiteY5287" fmla="*/ 1461769 h 3912503"/>
              <a:gd name="connsiteX5288" fmla="*/ 12002499 w 12192528"/>
              <a:gd name="connsiteY5288" fmla="*/ 1449052 h 3912503"/>
              <a:gd name="connsiteX5289" fmla="*/ 11894890 w 12192528"/>
              <a:gd name="connsiteY5289" fmla="*/ 1428363 h 3912503"/>
              <a:gd name="connsiteX5290" fmla="*/ 11729796 w 12192528"/>
              <a:gd name="connsiteY5290" fmla="*/ 1416557 h 3912503"/>
              <a:gd name="connsiteX5291" fmla="*/ 11638642 w 12192528"/>
              <a:gd name="connsiteY5291" fmla="*/ 1418566 h 3912503"/>
              <a:gd name="connsiteX5292" fmla="*/ 11636073 w 12192528"/>
              <a:gd name="connsiteY5292" fmla="*/ 1416356 h 3912503"/>
              <a:gd name="connsiteX5293" fmla="*/ 11628904 w 12192528"/>
              <a:gd name="connsiteY5293" fmla="*/ 1416891 h 3912503"/>
              <a:gd name="connsiteX5294" fmla="*/ 11626695 w 12192528"/>
              <a:gd name="connsiteY5294" fmla="*/ 1419459 h 3912503"/>
              <a:gd name="connsiteX5295" fmla="*/ 11559791 w 12192528"/>
              <a:gd name="connsiteY5295" fmla="*/ 1424462 h 3912503"/>
              <a:gd name="connsiteX5296" fmla="*/ 11405552 w 12192528"/>
              <a:gd name="connsiteY5296" fmla="*/ 1450408 h 3912503"/>
              <a:gd name="connsiteX5297" fmla="*/ 11281960 w 12192528"/>
              <a:gd name="connsiteY5297" fmla="*/ 1483039 h 3912503"/>
              <a:gd name="connsiteX5298" fmla="*/ 11235063 w 12192528"/>
              <a:gd name="connsiteY5298" fmla="*/ 1499986 h 3912503"/>
              <a:gd name="connsiteX5299" fmla="*/ 11239348 w 12192528"/>
              <a:gd name="connsiteY5299" fmla="*/ 1504926 h 3912503"/>
              <a:gd name="connsiteX5300" fmla="*/ 11386016 w 12192528"/>
              <a:gd name="connsiteY5300" fmla="*/ 1464785 h 3912503"/>
              <a:gd name="connsiteX5301" fmla="*/ 11548916 w 12192528"/>
              <a:gd name="connsiteY5301" fmla="*/ 1439691 h 3912503"/>
              <a:gd name="connsiteX5302" fmla="*/ 11549274 w 12192528"/>
              <a:gd name="connsiteY5302" fmla="*/ 1444469 h 3912503"/>
              <a:gd name="connsiteX5303" fmla="*/ 11481946 w 12192528"/>
              <a:gd name="connsiteY5303" fmla="*/ 1475934 h 3912503"/>
              <a:gd name="connsiteX5304" fmla="*/ 11491682 w 12192528"/>
              <a:gd name="connsiteY5304" fmla="*/ 1477609 h 3912503"/>
              <a:gd name="connsiteX5305" fmla="*/ 11449030 w 12192528"/>
              <a:gd name="connsiteY5305" fmla="*/ 1485604 h 3912503"/>
              <a:gd name="connsiteX5306" fmla="*/ 11418862 w 12192528"/>
              <a:gd name="connsiteY5306" fmla="*/ 1499873 h 3912503"/>
              <a:gd name="connsiteX5307" fmla="*/ 11443113 w 12192528"/>
              <a:gd name="connsiteY5307" fmla="*/ 1502865 h 3912503"/>
              <a:gd name="connsiteX5308" fmla="*/ 11440902 w 12192528"/>
              <a:gd name="connsiteY5308" fmla="*/ 1505433 h 3912503"/>
              <a:gd name="connsiteX5309" fmla="*/ 11438513 w 12192528"/>
              <a:gd name="connsiteY5309" fmla="*/ 1505612 h 3912503"/>
              <a:gd name="connsiteX5310" fmla="*/ 11436122 w 12192528"/>
              <a:gd name="connsiteY5310" fmla="*/ 1505790 h 3912503"/>
              <a:gd name="connsiteX5311" fmla="*/ 11431345 w 12192528"/>
              <a:gd name="connsiteY5311" fmla="*/ 1506148 h 3912503"/>
              <a:gd name="connsiteX5312" fmla="*/ 11433912 w 12192528"/>
              <a:gd name="connsiteY5312" fmla="*/ 1508358 h 3912503"/>
              <a:gd name="connsiteX5313" fmla="*/ 11436303 w 12192528"/>
              <a:gd name="connsiteY5313" fmla="*/ 1508179 h 3912503"/>
              <a:gd name="connsiteX5314" fmla="*/ 11438692 w 12192528"/>
              <a:gd name="connsiteY5314" fmla="*/ 1508001 h 3912503"/>
              <a:gd name="connsiteX5315" fmla="*/ 11446038 w 12192528"/>
              <a:gd name="connsiteY5315" fmla="*/ 1509855 h 3912503"/>
              <a:gd name="connsiteX5316" fmla="*/ 11448248 w 12192528"/>
              <a:gd name="connsiteY5316" fmla="*/ 1507286 h 3912503"/>
              <a:gd name="connsiteX5317" fmla="*/ 11445861 w 12192528"/>
              <a:gd name="connsiteY5317" fmla="*/ 1507465 h 3912503"/>
              <a:gd name="connsiteX5318" fmla="*/ 11443292 w 12192528"/>
              <a:gd name="connsiteY5318" fmla="*/ 1505255 h 3912503"/>
              <a:gd name="connsiteX5319" fmla="*/ 11450459 w 12192528"/>
              <a:gd name="connsiteY5319" fmla="*/ 1504719 h 3912503"/>
              <a:gd name="connsiteX5320" fmla="*/ 11452849 w 12192528"/>
              <a:gd name="connsiteY5320" fmla="*/ 1504540 h 3912503"/>
              <a:gd name="connsiteX5321" fmla="*/ 11472858 w 12192528"/>
              <a:gd name="connsiteY5321" fmla="*/ 1515058 h 3912503"/>
              <a:gd name="connsiteX5322" fmla="*/ 11444363 w 12192528"/>
              <a:gd name="connsiteY5322" fmla="*/ 1519591 h 3912503"/>
              <a:gd name="connsiteX5323" fmla="*/ 11454635 w 12192528"/>
              <a:gd name="connsiteY5323" fmla="*/ 1528433 h 3912503"/>
              <a:gd name="connsiteX5324" fmla="*/ 11399077 w 12192528"/>
              <a:gd name="connsiteY5324" fmla="*/ 1556614 h 3912503"/>
              <a:gd name="connsiteX5325" fmla="*/ 11396686 w 12192528"/>
              <a:gd name="connsiteY5325" fmla="*/ 1556794 h 3912503"/>
              <a:gd name="connsiteX5326" fmla="*/ 11391909 w 12192528"/>
              <a:gd name="connsiteY5326" fmla="*/ 1557151 h 3912503"/>
              <a:gd name="connsiteX5327" fmla="*/ 11389698 w 12192528"/>
              <a:gd name="connsiteY5327" fmla="*/ 1559718 h 3912503"/>
              <a:gd name="connsiteX5328" fmla="*/ 11363950 w 12192528"/>
              <a:gd name="connsiteY5328" fmla="*/ 1568852 h 3912503"/>
              <a:gd name="connsiteX5329" fmla="*/ 11354572 w 12192528"/>
              <a:gd name="connsiteY5329" fmla="*/ 1571956 h 3912503"/>
              <a:gd name="connsiteX5330" fmla="*/ 11352361 w 12192528"/>
              <a:gd name="connsiteY5330" fmla="*/ 1574524 h 3912503"/>
              <a:gd name="connsiteX5331" fmla="*/ 11349972 w 12192528"/>
              <a:gd name="connsiteY5331" fmla="*/ 1574703 h 3912503"/>
              <a:gd name="connsiteX5332" fmla="*/ 11350150 w 12192528"/>
              <a:gd name="connsiteY5332" fmla="*/ 1577092 h 3912503"/>
              <a:gd name="connsiteX5333" fmla="*/ 11347760 w 12192528"/>
              <a:gd name="connsiteY5333" fmla="*/ 1577271 h 3912503"/>
              <a:gd name="connsiteX5334" fmla="*/ 11338560 w 12192528"/>
              <a:gd name="connsiteY5334" fmla="*/ 1582765 h 3912503"/>
              <a:gd name="connsiteX5335" fmla="*/ 11345908 w 12192528"/>
              <a:gd name="connsiteY5335" fmla="*/ 1584618 h 3912503"/>
              <a:gd name="connsiteX5336" fmla="*/ 11341485 w 12192528"/>
              <a:gd name="connsiteY5336" fmla="*/ 1589754 h 3912503"/>
              <a:gd name="connsiteX5337" fmla="*/ 11320159 w 12192528"/>
              <a:gd name="connsiteY5337" fmla="*/ 1593751 h 3912503"/>
              <a:gd name="connsiteX5338" fmla="*/ 11317664 w 12192528"/>
              <a:gd name="connsiteY5338" fmla="*/ 1595200 h 3912503"/>
              <a:gd name="connsiteX5339" fmla="*/ 11333078 w 12192528"/>
              <a:gd name="connsiteY5339" fmla="*/ 1612970 h 3912503"/>
              <a:gd name="connsiteX5340" fmla="*/ 11388303 w 12192528"/>
              <a:gd name="connsiteY5340" fmla="*/ 1598219 h 3912503"/>
              <a:gd name="connsiteX5341" fmla="*/ 11447717 w 12192528"/>
              <a:gd name="connsiteY5341" fmla="*/ 1588132 h 3912503"/>
              <a:gd name="connsiteX5342" fmla="*/ 11458791 w 12192528"/>
              <a:gd name="connsiteY5342" fmla="*/ 1590064 h 3912503"/>
              <a:gd name="connsiteX5343" fmla="*/ 11454672 w 12192528"/>
              <a:gd name="connsiteY5343" fmla="*/ 1595329 h 3912503"/>
              <a:gd name="connsiteX5344" fmla="*/ 11359640 w 12192528"/>
              <a:gd name="connsiteY5344" fmla="*/ 1616676 h 3912503"/>
              <a:gd name="connsiteX5345" fmla="*/ 11341256 w 12192528"/>
              <a:gd name="connsiteY5345" fmla="*/ 1622396 h 3912503"/>
              <a:gd name="connsiteX5346" fmla="*/ 11347775 w 12192528"/>
              <a:gd name="connsiteY5346" fmla="*/ 1629910 h 3912503"/>
              <a:gd name="connsiteX5347" fmla="*/ 11365669 w 12192528"/>
              <a:gd name="connsiteY5347" fmla="*/ 1623987 h 3912503"/>
              <a:gd name="connsiteX5348" fmla="*/ 11382038 w 12192528"/>
              <a:gd name="connsiteY5348" fmla="*/ 1617958 h 3912503"/>
              <a:gd name="connsiteX5349" fmla="*/ 11389028 w 12192528"/>
              <a:gd name="connsiteY5349" fmla="*/ 1615033 h 3912503"/>
              <a:gd name="connsiteX5350" fmla="*/ 11391417 w 12192528"/>
              <a:gd name="connsiteY5350" fmla="*/ 1614853 h 3912503"/>
              <a:gd name="connsiteX5351" fmla="*/ 11398764 w 12192528"/>
              <a:gd name="connsiteY5351" fmla="*/ 1616708 h 3912503"/>
              <a:gd name="connsiteX5352" fmla="*/ 11401153 w 12192528"/>
              <a:gd name="connsiteY5352" fmla="*/ 1616528 h 3912503"/>
              <a:gd name="connsiteX5353" fmla="*/ 11405753 w 12192528"/>
              <a:gd name="connsiteY5353" fmla="*/ 1613782 h 3912503"/>
              <a:gd name="connsiteX5354" fmla="*/ 11405575 w 12192528"/>
              <a:gd name="connsiteY5354" fmla="*/ 1611392 h 3912503"/>
              <a:gd name="connsiteX5355" fmla="*/ 11417521 w 12192528"/>
              <a:gd name="connsiteY5355" fmla="*/ 1610500 h 3912503"/>
              <a:gd name="connsiteX5356" fmla="*/ 11419733 w 12192528"/>
              <a:gd name="connsiteY5356" fmla="*/ 1607932 h 3912503"/>
              <a:gd name="connsiteX5357" fmla="*/ 11417343 w 12192528"/>
              <a:gd name="connsiteY5357" fmla="*/ 1608111 h 3912503"/>
              <a:gd name="connsiteX5358" fmla="*/ 11405575 w 12192528"/>
              <a:gd name="connsiteY5358" fmla="*/ 1611392 h 3912503"/>
              <a:gd name="connsiteX5359" fmla="*/ 11405396 w 12192528"/>
              <a:gd name="connsiteY5359" fmla="*/ 1609004 h 3912503"/>
              <a:gd name="connsiteX5360" fmla="*/ 11410174 w 12192528"/>
              <a:gd name="connsiteY5360" fmla="*/ 1608647 h 3912503"/>
              <a:gd name="connsiteX5361" fmla="*/ 11412564 w 12192528"/>
              <a:gd name="connsiteY5361" fmla="*/ 1608468 h 3912503"/>
              <a:gd name="connsiteX5362" fmla="*/ 11419553 w 12192528"/>
              <a:gd name="connsiteY5362" fmla="*/ 1605542 h 3912503"/>
              <a:gd name="connsiteX5363" fmla="*/ 11429110 w 12192528"/>
              <a:gd name="connsiteY5363" fmla="*/ 1604828 h 3912503"/>
              <a:gd name="connsiteX5364" fmla="*/ 11426900 w 12192528"/>
              <a:gd name="connsiteY5364" fmla="*/ 1607397 h 3912503"/>
              <a:gd name="connsiteX5365" fmla="*/ 11431680 w 12192528"/>
              <a:gd name="connsiteY5365" fmla="*/ 1607038 h 3912503"/>
              <a:gd name="connsiteX5366" fmla="*/ 11436458 w 12192528"/>
              <a:gd name="connsiteY5366" fmla="*/ 1606682 h 3912503"/>
              <a:gd name="connsiteX5367" fmla="*/ 11443448 w 12192528"/>
              <a:gd name="connsiteY5367" fmla="*/ 1603755 h 3912503"/>
              <a:gd name="connsiteX5368" fmla="*/ 11448226 w 12192528"/>
              <a:gd name="connsiteY5368" fmla="*/ 1603399 h 3912503"/>
              <a:gd name="connsiteX5369" fmla="*/ 11450437 w 12192528"/>
              <a:gd name="connsiteY5369" fmla="*/ 1600831 h 3912503"/>
              <a:gd name="connsiteX5370" fmla="*/ 11457426 w 12192528"/>
              <a:gd name="connsiteY5370" fmla="*/ 1597904 h 3912503"/>
              <a:gd name="connsiteX5371" fmla="*/ 11462206 w 12192528"/>
              <a:gd name="connsiteY5371" fmla="*/ 1597548 h 3912503"/>
              <a:gd name="connsiteX5372" fmla="*/ 11464774 w 12192528"/>
              <a:gd name="connsiteY5372" fmla="*/ 1599758 h 3912503"/>
              <a:gd name="connsiteX5373" fmla="*/ 11466984 w 12192528"/>
              <a:gd name="connsiteY5373" fmla="*/ 1597190 h 3912503"/>
              <a:gd name="connsiteX5374" fmla="*/ 11471942 w 12192528"/>
              <a:gd name="connsiteY5374" fmla="*/ 1599223 h 3912503"/>
              <a:gd name="connsiteX5375" fmla="*/ 11476542 w 12192528"/>
              <a:gd name="connsiteY5375" fmla="*/ 1596475 h 3912503"/>
              <a:gd name="connsiteX5376" fmla="*/ 11473974 w 12192528"/>
              <a:gd name="connsiteY5376" fmla="*/ 1594265 h 3912503"/>
              <a:gd name="connsiteX5377" fmla="*/ 11481142 w 12192528"/>
              <a:gd name="connsiteY5377" fmla="*/ 1593729 h 3912503"/>
              <a:gd name="connsiteX5378" fmla="*/ 11483532 w 12192528"/>
              <a:gd name="connsiteY5378" fmla="*/ 1593551 h 3912503"/>
              <a:gd name="connsiteX5379" fmla="*/ 11492910 w 12192528"/>
              <a:gd name="connsiteY5379" fmla="*/ 1590446 h 3912503"/>
              <a:gd name="connsiteX5380" fmla="*/ 11502468 w 12192528"/>
              <a:gd name="connsiteY5380" fmla="*/ 1589732 h 3912503"/>
              <a:gd name="connsiteX5381" fmla="*/ 11509636 w 12192528"/>
              <a:gd name="connsiteY5381" fmla="*/ 1589196 h 3912503"/>
              <a:gd name="connsiteX5382" fmla="*/ 11523972 w 12192528"/>
              <a:gd name="connsiteY5382" fmla="*/ 1588124 h 3912503"/>
              <a:gd name="connsiteX5383" fmla="*/ 11531320 w 12192528"/>
              <a:gd name="connsiteY5383" fmla="*/ 1589978 h 3912503"/>
              <a:gd name="connsiteX5384" fmla="*/ 11529109 w 12192528"/>
              <a:gd name="connsiteY5384" fmla="*/ 1592545 h 3912503"/>
              <a:gd name="connsiteX5385" fmla="*/ 11526897 w 12192528"/>
              <a:gd name="connsiteY5385" fmla="*/ 1595114 h 3912503"/>
              <a:gd name="connsiteX5386" fmla="*/ 11529287 w 12192528"/>
              <a:gd name="connsiteY5386" fmla="*/ 1594935 h 3912503"/>
              <a:gd name="connsiteX5387" fmla="*/ 11531676 w 12192528"/>
              <a:gd name="connsiteY5387" fmla="*/ 1594757 h 3912503"/>
              <a:gd name="connsiteX5388" fmla="*/ 11533889 w 12192528"/>
              <a:gd name="connsiteY5388" fmla="*/ 1592188 h 3912503"/>
              <a:gd name="connsiteX5389" fmla="*/ 11536098 w 12192528"/>
              <a:gd name="connsiteY5389" fmla="*/ 1589621 h 3912503"/>
              <a:gd name="connsiteX5390" fmla="*/ 11535920 w 12192528"/>
              <a:gd name="connsiteY5390" fmla="*/ 1587231 h 3912503"/>
              <a:gd name="connsiteX5391" fmla="*/ 11523794 w 12192528"/>
              <a:gd name="connsiteY5391" fmla="*/ 1585734 h 3912503"/>
              <a:gd name="connsiteX5392" fmla="*/ 11521405 w 12192528"/>
              <a:gd name="connsiteY5392" fmla="*/ 1585914 h 3912503"/>
              <a:gd name="connsiteX5393" fmla="*/ 11511847 w 12192528"/>
              <a:gd name="connsiteY5393" fmla="*/ 1586628 h 3912503"/>
              <a:gd name="connsiteX5394" fmla="*/ 11507068 w 12192528"/>
              <a:gd name="connsiteY5394" fmla="*/ 1586985 h 3912503"/>
              <a:gd name="connsiteX5395" fmla="*/ 11518837 w 12192528"/>
              <a:gd name="connsiteY5395" fmla="*/ 1583703 h 3912503"/>
              <a:gd name="connsiteX5396" fmla="*/ 11532994 w 12192528"/>
              <a:gd name="connsiteY5396" fmla="*/ 1580242 h 3912503"/>
              <a:gd name="connsiteX5397" fmla="*/ 11537952 w 12192528"/>
              <a:gd name="connsiteY5397" fmla="*/ 1582274 h 3912503"/>
              <a:gd name="connsiteX5398" fmla="*/ 11542730 w 12192528"/>
              <a:gd name="connsiteY5398" fmla="*/ 1581917 h 3912503"/>
              <a:gd name="connsiteX5399" fmla="*/ 11554677 w 12192528"/>
              <a:gd name="connsiteY5399" fmla="*/ 1581024 h 3912503"/>
              <a:gd name="connsiteX5400" fmla="*/ 11552466 w 12192528"/>
              <a:gd name="connsiteY5400" fmla="*/ 1583591 h 3912503"/>
              <a:gd name="connsiteX5401" fmla="*/ 11552645 w 12192528"/>
              <a:gd name="connsiteY5401" fmla="*/ 1585980 h 3912503"/>
              <a:gd name="connsiteX5402" fmla="*/ 11555034 w 12192528"/>
              <a:gd name="connsiteY5402" fmla="*/ 1585802 h 3912503"/>
              <a:gd name="connsiteX5403" fmla="*/ 11557424 w 12192528"/>
              <a:gd name="connsiteY5403" fmla="*/ 1585623 h 3912503"/>
              <a:gd name="connsiteX5404" fmla="*/ 11559634 w 12192528"/>
              <a:gd name="connsiteY5404" fmla="*/ 1583055 h 3912503"/>
              <a:gd name="connsiteX5405" fmla="*/ 11562024 w 12192528"/>
              <a:gd name="connsiteY5405" fmla="*/ 1582877 h 3912503"/>
              <a:gd name="connsiteX5406" fmla="*/ 11564413 w 12192528"/>
              <a:gd name="connsiteY5406" fmla="*/ 1582697 h 3912503"/>
              <a:gd name="connsiteX5407" fmla="*/ 11573792 w 12192528"/>
              <a:gd name="connsiteY5407" fmla="*/ 1579595 h 3912503"/>
              <a:gd name="connsiteX5408" fmla="*/ 11585740 w 12192528"/>
              <a:gd name="connsiteY5408" fmla="*/ 1578702 h 3912503"/>
              <a:gd name="connsiteX5409" fmla="*/ 11588308 w 12192528"/>
              <a:gd name="connsiteY5409" fmla="*/ 1580911 h 3912503"/>
              <a:gd name="connsiteX5410" fmla="*/ 11586097 w 12192528"/>
              <a:gd name="connsiteY5410" fmla="*/ 1583480 h 3912503"/>
              <a:gd name="connsiteX5411" fmla="*/ 11557602 w 12192528"/>
              <a:gd name="connsiteY5411" fmla="*/ 1588013 h 3912503"/>
              <a:gd name="connsiteX5412" fmla="*/ 11555212 w 12192528"/>
              <a:gd name="connsiteY5412" fmla="*/ 1588192 h 3912503"/>
              <a:gd name="connsiteX5413" fmla="*/ 11557781 w 12192528"/>
              <a:gd name="connsiteY5413" fmla="*/ 1590401 h 3912503"/>
              <a:gd name="connsiteX5414" fmla="*/ 11586276 w 12192528"/>
              <a:gd name="connsiteY5414" fmla="*/ 1585869 h 3912503"/>
              <a:gd name="connsiteX5415" fmla="*/ 11591591 w 12192528"/>
              <a:gd name="connsiteY5415" fmla="*/ 1592680 h 3912503"/>
              <a:gd name="connsiteX5416" fmla="*/ 11618231 w 12192528"/>
              <a:gd name="connsiteY5416" fmla="*/ 1595494 h 3912503"/>
              <a:gd name="connsiteX5417" fmla="*/ 11715235 w 12192528"/>
              <a:gd name="connsiteY5417" fmla="*/ 1607464 h 3912503"/>
              <a:gd name="connsiteX5418" fmla="*/ 11717625 w 12192528"/>
              <a:gd name="connsiteY5418" fmla="*/ 1607284 h 3912503"/>
              <a:gd name="connsiteX5419" fmla="*/ 11720015 w 12192528"/>
              <a:gd name="connsiteY5419" fmla="*/ 1607106 h 3912503"/>
              <a:gd name="connsiteX5420" fmla="*/ 11717447 w 12192528"/>
              <a:gd name="connsiteY5420" fmla="*/ 1604895 h 3912503"/>
              <a:gd name="connsiteX5421" fmla="*/ 11622830 w 12192528"/>
              <a:gd name="connsiteY5421" fmla="*/ 1592748 h 3912503"/>
              <a:gd name="connsiteX5422" fmla="*/ 11625220 w 12192528"/>
              <a:gd name="connsiteY5422" fmla="*/ 1592568 h 3912503"/>
              <a:gd name="connsiteX5423" fmla="*/ 11620084 w 12192528"/>
              <a:gd name="connsiteY5423" fmla="*/ 1588147 h 3912503"/>
              <a:gd name="connsiteX5424" fmla="*/ 11627251 w 12192528"/>
              <a:gd name="connsiteY5424" fmla="*/ 1587610 h 3912503"/>
              <a:gd name="connsiteX5425" fmla="*/ 11627431 w 12192528"/>
              <a:gd name="connsiteY5425" fmla="*/ 1590000 h 3912503"/>
              <a:gd name="connsiteX5426" fmla="*/ 11629822 w 12192528"/>
              <a:gd name="connsiteY5426" fmla="*/ 1589822 h 3912503"/>
              <a:gd name="connsiteX5427" fmla="*/ 11632209 w 12192528"/>
              <a:gd name="connsiteY5427" fmla="*/ 1589643 h 3912503"/>
              <a:gd name="connsiteX5428" fmla="*/ 11632031 w 12192528"/>
              <a:gd name="connsiteY5428" fmla="*/ 1587254 h 3912503"/>
              <a:gd name="connsiteX5429" fmla="*/ 11644156 w 12192528"/>
              <a:gd name="connsiteY5429" fmla="*/ 1588750 h 3912503"/>
              <a:gd name="connsiteX5430" fmla="*/ 11648936 w 12192528"/>
              <a:gd name="connsiteY5430" fmla="*/ 1588392 h 3912503"/>
              <a:gd name="connsiteX5431" fmla="*/ 11656104 w 12192528"/>
              <a:gd name="connsiteY5431" fmla="*/ 1587856 h 3912503"/>
              <a:gd name="connsiteX5432" fmla="*/ 11658493 w 12192528"/>
              <a:gd name="connsiteY5432" fmla="*/ 1587678 h 3912503"/>
              <a:gd name="connsiteX5433" fmla="*/ 11661061 w 12192528"/>
              <a:gd name="connsiteY5433" fmla="*/ 1589889 h 3912503"/>
              <a:gd name="connsiteX5434" fmla="*/ 11665839 w 12192528"/>
              <a:gd name="connsiteY5434" fmla="*/ 1589531 h 3912503"/>
              <a:gd name="connsiteX5435" fmla="*/ 11668051 w 12192528"/>
              <a:gd name="connsiteY5435" fmla="*/ 1586963 h 3912503"/>
              <a:gd name="connsiteX5436" fmla="*/ 11725396 w 12192528"/>
              <a:gd name="connsiteY5436" fmla="*/ 1582676 h 3912503"/>
              <a:gd name="connsiteX5437" fmla="*/ 11752037 w 12192528"/>
              <a:gd name="connsiteY5437" fmla="*/ 1585490 h 3912503"/>
              <a:gd name="connsiteX5438" fmla="*/ 11749470 w 12192528"/>
              <a:gd name="connsiteY5438" fmla="*/ 1583279 h 3912503"/>
              <a:gd name="connsiteX5439" fmla="*/ 11797614 w 12192528"/>
              <a:gd name="connsiteY5439" fmla="*/ 1584485 h 3912503"/>
              <a:gd name="connsiteX5440" fmla="*/ 11799824 w 12192528"/>
              <a:gd name="connsiteY5440" fmla="*/ 1581917 h 3912503"/>
              <a:gd name="connsiteX5441" fmla="*/ 11811950 w 12192528"/>
              <a:gd name="connsiteY5441" fmla="*/ 1583413 h 3912503"/>
              <a:gd name="connsiteX5442" fmla="*/ 11814519 w 12192528"/>
              <a:gd name="connsiteY5442" fmla="*/ 1585624 h 3912503"/>
              <a:gd name="connsiteX5443" fmla="*/ 11819118 w 12192528"/>
              <a:gd name="connsiteY5443" fmla="*/ 1582877 h 3912503"/>
              <a:gd name="connsiteX5444" fmla="*/ 11833634 w 12192528"/>
              <a:gd name="connsiteY5444" fmla="*/ 1584195 h 3912503"/>
              <a:gd name="connsiteX5445" fmla="*/ 11836023 w 12192528"/>
              <a:gd name="connsiteY5445" fmla="*/ 1584017 h 3912503"/>
              <a:gd name="connsiteX5446" fmla="*/ 11843368 w 12192528"/>
              <a:gd name="connsiteY5446" fmla="*/ 1585869 h 3912503"/>
              <a:gd name="connsiteX5447" fmla="*/ 11845758 w 12192528"/>
              <a:gd name="connsiteY5447" fmla="*/ 1585691 h 3912503"/>
              <a:gd name="connsiteX5448" fmla="*/ 11848148 w 12192528"/>
              <a:gd name="connsiteY5448" fmla="*/ 1585511 h 3912503"/>
              <a:gd name="connsiteX5449" fmla="*/ 11889481 w 12192528"/>
              <a:gd name="connsiteY5449" fmla="*/ 1592033 h 3912503"/>
              <a:gd name="connsiteX5450" fmla="*/ 11896649 w 12192528"/>
              <a:gd name="connsiteY5450" fmla="*/ 1591497 h 3912503"/>
              <a:gd name="connsiteX5451" fmla="*/ 11899040 w 12192528"/>
              <a:gd name="connsiteY5451" fmla="*/ 1591318 h 3912503"/>
              <a:gd name="connsiteX5452" fmla="*/ 11908596 w 12192528"/>
              <a:gd name="connsiteY5452" fmla="*/ 1590603 h 3912503"/>
              <a:gd name="connsiteX5453" fmla="*/ 11935594 w 12192528"/>
              <a:gd name="connsiteY5453" fmla="*/ 1598196 h 3912503"/>
              <a:gd name="connsiteX5454" fmla="*/ 12038271 w 12192528"/>
              <a:gd name="connsiteY5454" fmla="*/ 1621756 h 3912503"/>
              <a:gd name="connsiteX5455" fmla="*/ 12040662 w 12192528"/>
              <a:gd name="connsiteY5455" fmla="*/ 1621577 h 3912503"/>
              <a:gd name="connsiteX5456" fmla="*/ 12043230 w 12192528"/>
              <a:gd name="connsiteY5456" fmla="*/ 1623788 h 3912503"/>
              <a:gd name="connsiteX5457" fmla="*/ 12076227 w 12192528"/>
              <a:gd name="connsiteY5457" fmla="*/ 1639341 h 3912503"/>
              <a:gd name="connsiteX5458" fmla="*/ 12108878 w 12192528"/>
              <a:gd name="connsiteY5458" fmla="*/ 1652983 h 3912503"/>
              <a:gd name="connsiteX5459" fmla="*/ 12108167 w 12192528"/>
              <a:gd name="connsiteY5459" fmla="*/ 1652759 h 3912503"/>
              <a:gd name="connsiteX5460" fmla="*/ 12100508 w 12192528"/>
              <a:gd name="connsiteY5460" fmla="*/ 1650742 h 3912503"/>
              <a:gd name="connsiteX5461" fmla="*/ 12095550 w 12192528"/>
              <a:gd name="connsiteY5461" fmla="*/ 1648709 h 3912503"/>
              <a:gd name="connsiteX5462" fmla="*/ 12078288 w 12192528"/>
              <a:gd name="connsiteY5462" fmla="*/ 1642791 h 3912503"/>
              <a:gd name="connsiteX5463" fmla="*/ 12048722 w 12192528"/>
              <a:gd name="connsiteY5463" fmla="*/ 1632987 h 3912503"/>
              <a:gd name="connsiteX5464" fmla="*/ 12043764 w 12192528"/>
              <a:gd name="connsiteY5464" fmla="*/ 1630956 h 3912503"/>
              <a:gd name="connsiteX5465" fmla="*/ 12038808 w 12192528"/>
              <a:gd name="connsiteY5465" fmla="*/ 1628924 h 3912503"/>
              <a:gd name="connsiteX5466" fmla="*/ 12036596 w 12192528"/>
              <a:gd name="connsiteY5466" fmla="*/ 1631492 h 3912503"/>
              <a:gd name="connsiteX5467" fmla="*/ 12046691 w 12192528"/>
              <a:gd name="connsiteY5467" fmla="*/ 1637945 h 3912503"/>
              <a:gd name="connsiteX5468" fmla="*/ 12049080 w 12192528"/>
              <a:gd name="connsiteY5468" fmla="*/ 1637767 h 3912503"/>
              <a:gd name="connsiteX5469" fmla="*/ 12093517 w 12192528"/>
              <a:gd name="connsiteY5469" fmla="*/ 1653667 h 3912503"/>
              <a:gd name="connsiteX5470" fmla="*/ 12095908 w 12192528"/>
              <a:gd name="connsiteY5470" fmla="*/ 1653488 h 3912503"/>
              <a:gd name="connsiteX5471" fmla="*/ 12108568 w 12192528"/>
              <a:gd name="connsiteY5471" fmla="*/ 1662152 h 3912503"/>
              <a:gd name="connsiteX5472" fmla="*/ 12123441 w 12192528"/>
              <a:gd name="connsiteY5472" fmla="*/ 1668249 h 3912503"/>
              <a:gd name="connsiteX5473" fmla="*/ 12153074 w 12192528"/>
              <a:gd name="connsiteY5473" fmla="*/ 1678948 h 3912503"/>
              <a:gd name="connsiteX5474" fmla="*/ 12178245 w 12192528"/>
              <a:gd name="connsiteY5474" fmla="*/ 1692420 h 3912503"/>
              <a:gd name="connsiteX5475" fmla="*/ 12175762 w 12192528"/>
              <a:gd name="connsiteY5475" fmla="*/ 1693170 h 3912503"/>
              <a:gd name="connsiteX5476" fmla="*/ 12192528 w 12192528"/>
              <a:gd name="connsiteY5476" fmla="*/ 1701733 h 3912503"/>
              <a:gd name="connsiteX5477" fmla="*/ 12192528 w 12192528"/>
              <a:gd name="connsiteY5477" fmla="*/ 1875532 h 3912503"/>
              <a:gd name="connsiteX5478" fmla="*/ 12155044 w 12192528"/>
              <a:gd name="connsiteY5478" fmla="*/ 1856672 h 3912503"/>
              <a:gd name="connsiteX5479" fmla="*/ 12122398 w 12192528"/>
              <a:gd name="connsiteY5479" fmla="*/ 1839496 h 3912503"/>
              <a:gd name="connsiteX5480" fmla="*/ 12120302 w 12192528"/>
              <a:gd name="connsiteY5480" fmla="*/ 1837691 h 3912503"/>
              <a:gd name="connsiteX5481" fmla="*/ 12116257 w 12192528"/>
              <a:gd name="connsiteY5481" fmla="*/ 1836031 h 3912503"/>
              <a:gd name="connsiteX5482" fmla="*/ 12106796 w 12192528"/>
              <a:gd name="connsiteY5482" fmla="*/ 1831249 h 3912503"/>
              <a:gd name="connsiteX5483" fmla="*/ 12109476 w 12192528"/>
              <a:gd name="connsiteY5483" fmla="*/ 1836130 h 3912503"/>
              <a:gd name="connsiteX5484" fmla="*/ 12116404 w 12192528"/>
              <a:gd name="connsiteY5484" fmla="*/ 1837982 h 3912503"/>
              <a:gd name="connsiteX5485" fmla="*/ 12114455 w 12192528"/>
              <a:gd name="connsiteY5485" fmla="*/ 1838128 h 3912503"/>
              <a:gd name="connsiteX5486" fmla="*/ 12118499 w 12192528"/>
              <a:gd name="connsiteY5486" fmla="*/ 1839787 h 3912503"/>
              <a:gd name="connsiteX5487" fmla="*/ 12120595 w 12192528"/>
              <a:gd name="connsiteY5487" fmla="*/ 1841592 h 3912503"/>
              <a:gd name="connsiteX5488" fmla="*/ 12165737 w 12192528"/>
              <a:gd name="connsiteY5488" fmla="*/ 1871806 h 3912503"/>
              <a:gd name="connsiteX5489" fmla="*/ 12164154 w 12192528"/>
              <a:gd name="connsiteY5489" fmla="*/ 1873647 h 3912503"/>
              <a:gd name="connsiteX5490" fmla="*/ 12166103 w 12192528"/>
              <a:gd name="connsiteY5490" fmla="*/ 1873501 h 3912503"/>
              <a:gd name="connsiteX5491" fmla="*/ 12168053 w 12192528"/>
              <a:gd name="connsiteY5491" fmla="*/ 1873355 h 3912503"/>
              <a:gd name="connsiteX5492" fmla="*/ 12170148 w 12192528"/>
              <a:gd name="connsiteY5492" fmla="*/ 1875161 h 3912503"/>
              <a:gd name="connsiteX5493" fmla="*/ 12180624 w 12192528"/>
              <a:gd name="connsiteY5493" fmla="*/ 1884185 h 3912503"/>
              <a:gd name="connsiteX5494" fmla="*/ 12178383 w 12192528"/>
              <a:gd name="connsiteY5494" fmla="*/ 1880430 h 3912503"/>
              <a:gd name="connsiteX5495" fmla="*/ 12180331 w 12192528"/>
              <a:gd name="connsiteY5495" fmla="*/ 1880285 h 3912503"/>
              <a:gd name="connsiteX5496" fmla="*/ 12182281 w 12192528"/>
              <a:gd name="connsiteY5496" fmla="*/ 1880138 h 3912503"/>
              <a:gd name="connsiteX5497" fmla="*/ 12180184 w 12192528"/>
              <a:gd name="connsiteY5497" fmla="*/ 1878333 h 3912503"/>
              <a:gd name="connsiteX5498" fmla="*/ 12186513 w 12192528"/>
              <a:gd name="connsiteY5498" fmla="*/ 1881048 h 3912503"/>
              <a:gd name="connsiteX5499" fmla="*/ 12192528 w 12192528"/>
              <a:gd name="connsiteY5499" fmla="*/ 1884146 h 3912503"/>
              <a:gd name="connsiteX5500" fmla="*/ 12192528 w 12192528"/>
              <a:gd name="connsiteY5500" fmla="*/ 1885258 h 3912503"/>
              <a:gd name="connsiteX5501" fmla="*/ 12192465 w 12192528"/>
              <a:gd name="connsiteY5501" fmla="*/ 1885262 h 3912503"/>
              <a:gd name="connsiteX5502" fmla="*/ 12190369 w 12192528"/>
              <a:gd name="connsiteY5502" fmla="*/ 1883457 h 3912503"/>
              <a:gd name="connsiteX5503" fmla="*/ 12188421 w 12192528"/>
              <a:gd name="connsiteY5503" fmla="*/ 1883603 h 3912503"/>
              <a:gd name="connsiteX5504" fmla="*/ 12192528 w 12192528"/>
              <a:gd name="connsiteY5504" fmla="*/ 1887143 h 3912503"/>
              <a:gd name="connsiteX5505" fmla="*/ 12192528 w 12192528"/>
              <a:gd name="connsiteY5505" fmla="*/ 1958759 h 3912503"/>
              <a:gd name="connsiteX5506" fmla="*/ 12158038 w 12192528"/>
              <a:gd name="connsiteY5506" fmla="*/ 1934428 h 3912503"/>
              <a:gd name="connsiteX5507" fmla="*/ 12031094 w 12192528"/>
              <a:gd name="connsiteY5507" fmla="*/ 1869163 h 3912503"/>
              <a:gd name="connsiteX5508" fmla="*/ 11963817 w 12192528"/>
              <a:gd name="connsiteY5508" fmla="*/ 1845439 h 3912503"/>
              <a:gd name="connsiteX5509" fmla="*/ 11890564 w 12192528"/>
              <a:gd name="connsiteY5509" fmla="*/ 1829006 h 3912503"/>
              <a:gd name="connsiteX5510" fmla="*/ 11810821 w 12192528"/>
              <a:gd name="connsiteY5510" fmla="*/ 1817337 h 3912503"/>
              <a:gd name="connsiteX5511" fmla="*/ 11790325 w 12192528"/>
              <a:gd name="connsiteY5511" fmla="*/ 1814196 h 3912503"/>
              <a:gd name="connsiteX5512" fmla="*/ 11770484 w 12192528"/>
              <a:gd name="connsiteY5512" fmla="*/ 1820457 h 3912503"/>
              <a:gd name="connsiteX5513" fmla="*/ 11740721 w 12192528"/>
              <a:gd name="connsiteY5513" fmla="*/ 1822778 h 3912503"/>
              <a:gd name="connsiteX5514" fmla="*/ 11578846 w 12192528"/>
              <a:gd name="connsiteY5514" fmla="*/ 1821529 h 3912503"/>
              <a:gd name="connsiteX5515" fmla="*/ 11569192 w 12192528"/>
              <a:gd name="connsiteY5515" fmla="*/ 1825827 h 3912503"/>
              <a:gd name="connsiteX5516" fmla="*/ 11581531 w 12192528"/>
              <a:gd name="connsiteY5516" fmla="*/ 1830067 h 3912503"/>
              <a:gd name="connsiteX5517" fmla="*/ 11827489 w 12192528"/>
              <a:gd name="connsiteY5517" fmla="*/ 1842230 h 3912503"/>
              <a:gd name="connsiteX5518" fmla="*/ 11836946 w 12192528"/>
              <a:gd name="connsiteY5518" fmla="*/ 1843046 h 3912503"/>
              <a:gd name="connsiteX5519" fmla="*/ 11842362 w 12192528"/>
              <a:gd name="connsiteY5519" fmla="*/ 1851086 h 3912503"/>
              <a:gd name="connsiteX5520" fmla="*/ 11833901 w 12192528"/>
              <a:gd name="connsiteY5520" fmla="*/ 1855732 h 3912503"/>
              <a:gd name="connsiteX5521" fmla="*/ 11785510 w 12192528"/>
              <a:gd name="connsiteY5521" fmla="*/ 1848597 h 3912503"/>
              <a:gd name="connsiteX5522" fmla="*/ 11767387 w 12192528"/>
              <a:gd name="connsiteY5522" fmla="*/ 1847364 h 3912503"/>
              <a:gd name="connsiteX5523" fmla="*/ 11845289 w 12192528"/>
              <a:gd name="connsiteY5523" fmla="*/ 1862300 h 3912503"/>
              <a:gd name="connsiteX5524" fmla="*/ 12189934 w 12192528"/>
              <a:gd name="connsiteY5524" fmla="*/ 2022009 h 3912503"/>
              <a:gd name="connsiteX5525" fmla="*/ 12192528 w 12192528"/>
              <a:gd name="connsiteY5525" fmla="*/ 2024036 h 3912503"/>
              <a:gd name="connsiteX5526" fmla="*/ 12192528 w 12192528"/>
              <a:gd name="connsiteY5526" fmla="*/ 3912503 h 3912503"/>
              <a:gd name="connsiteX5527" fmla="*/ 8919422 w 12192528"/>
              <a:gd name="connsiteY5527" fmla="*/ 3912503 h 3912503"/>
              <a:gd name="connsiteX5528" fmla="*/ 7502493 w 12192528"/>
              <a:gd name="connsiteY5528" fmla="*/ 3912503 h 3912503"/>
              <a:gd name="connsiteX5529" fmla="*/ 7486248 w 12192528"/>
              <a:gd name="connsiteY5529" fmla="*/ 3912503 h 3912503"/>
              <a:gd name="connsiteX5530" fmla="*/ 6270700 w 12192528"/>
              <a:gd name="connsiteY5530" fmla="*/ 3912503 h 3912503"/>
              <a:gd name="connsiteX5531" fmla="*/ 2570428 w 12192528"/>
              <a:gd name="connsiteY5531" fmla="*/ 3912503 h 3912503"/>
              <a:gd name="connsiteX5532" fmla="*/ 2568147 w 12192528"/>
              <a:gd name="connsiteY5532" fmla="*/ 3901375 h 3912503"/>
              <a:gd name="connsiteX5533" fmla="*/ 2570303 w 12192528"/>
              <a:gd name="connsiteY5533" fmla="*/ 3898823 h 3912503"/>
              <a:gd name="connsiteX5534" fmla="*/ 2567750 w 12192528"/>
              <a:gd name="connsiteY5534" fmla="*/ 3896665 h 3912503"/>
              <a:gd name="connsiteX5535" fmla="*/ 2566957 w 12192528"/>
              <a:gd name="connsiteY5535" fmla="*/ 3887246 h 3912503"/>
              <a:gd name="connsiteX5536" fmla="*/ 2564800 w 12192528"/>
              <a:gd name="connsiteY5536" fmla="*/ 3889799 h 3912503"/>
              <a:gd name="connsiteX5537" fmla="*/ 2565197 w 12192528"/>
              <a:gd name="connsiteY5537" fmla="*/ 3894508 h 3912503"/>
              <a:gd name="connsiteX5538" fmla="*/ 2555553 w 12192528"/>
              <a:gd name="connsiteY5538" fmla="*/ 3864488 h 3912503"/>
              <a:gd name="connsiteX5539" fmla="*/ 2548775 w 12192528"/>
              <a:gd name="connsiteY5539" fmla="*/ 3910707 h 3912503"/>
              <a:gd name="connsiteX5540" fmla="*/ 2548533 w 12192528"/>
              <a:gd name="connsiteY5540" fmla="*/ 3912503 h 3912503"/>
              <a:gd name="connsiteX5541" fmla="*/ 528 w 12192528"/>
              <a:gd name="connsiteY5541" fmla="*/ 3912503 h 3912503"/>
              <a:gd name="connsiteX5542" fmla="*/ 528 w 12192528"/>
              <a:gd name="connsiteY5542" fmla="*/ 2422816 h 3912503"/>
              <a:gd name="connsiteX5543" fmla="*/ 562 w 12192528"/>
              <a:gd name="connsiteY5543" fmla="*/ 2422797 h 3912503"/>
              <a:gd name="connsiteX5544" fmla="*/ 562 w 12192528"/>
              <a:gd name="connsiteY5544" fmla="*/ 2354170 h 3912503"/>
              <a:gd name="connsiteX5545" fmla="*/ 528 w 12192528"/>
              <a:gd name="connsiteY5545" fmla="*/ 2354165 h 3912503"/>
              <a:gd name="connsiteX5546" fmla="*/ 528 w 12192528"/>
              <a:gd name="connsiteY5546" fmla="*/ 2245643 h 3912503"/>
              <a:gd name="connsiteX5547" fmla="*/ 562 w 12192528"/>
              <a:gd name="connsiteY5547" fmla="*/ 2245615 h 3912503"/>
              <a:gd name="connsiteX5548" fmla="*/ 562 w 12192528"/>
              <a:gd name="connsiteY5548" fmla="*/ 2234827 h 3912503"/>
              <a:gd name="connsiteX5549" fmla="*/ 528 w 12192528"/>
              <a:gd name="connsiteY5549" fmla="*/ 2234823 h 3912503"/>
              <a:gd name="connsiteX5550" fmla="*/ 528 w 12192528"/>
              <a:gd name="connsiteY5550" fmla="*/ 2160151 h 3912503"/>
              <a:gd name="connsiteX5551" fmla="*/ 562 w 12192528"/>
              <a:gd name="connsiteY5551" fmla="*/ 2160070 h 3912503"/>
              <a:gd name="connsiteX5552" fmla="*/ 562 w 12192528"/>
              <a:gd name="connsiteY5552" fmla="*/ 2014682 h 3912503"/>
              <a:gd name="connsiteX5553" fmla="*/ 528 w 12192528"/>
              <a:gd name="connsiteY5553" fmla="*/ 2014748 h 3912503"/>
              <a:gd name="connsiteX5554" fmla="*/ 528 w 12192528"/>
              <a:gd name="connsiteY5554" fmla="*/ 1980386 h 3912503"/>
              <a:gd name="connsiteX5555" fmla="*/ 562 w 12192528"/>
              <a:gd name="connsiteY5555" fmla="*/ 1980516 h 3912503"/>
              <a:gd name="connsiteX5556" fmla="*/ 562 w 12192528"/>
              <a:gd name="connsiteY5556" fmla="*/ 1921057 h 3912503"/>
              <a:gd name="connsiteX5557" fmla="*/ 65793 w 12192528"/>
              <a:gd name="connsiteY5557" fmla="*/ 1885408 h 3912503"/>
              <a:gd name="connsiteX5558" fmla="*/ 130401 w 12192528"/>
              <a:gd name="connsiteY5558" fmla="*/ 1855429 h 3912503"/>
              <a:gd name="connsiteX5559" fmla="*/ 147299 w 12192528"/>
              <a:gd name="connsiteY5559" fmla="*/ 1842541 h 3912503"/>
              <a:gd name="connsiteX5560" fmla="*/ 172670 w 12192528"/>
              <a:gd name="connsiteY5560" fmla="*/ 1832005 h 3912503"/>
              <a:gd name="connsiteX5561" fmla="*/ 400135 w 12192528"/>
              <a:gd name="connsiteY5561" fmla="*/ 1753406 h 3912503"/>
              <a:gd name="connsiteX5562" fmla="*/ 421747 w 12192528"/>
              <a:gd name="connsiteY5562" fmla="*/ 1749338 h 3912503"/>
              <a:gd name="connsiteX5563" fmla="*/ 454512 w 12192528"/>
              <a:gd name="connsiteY5563" fmla="*/ 1738616 h 3912503"/>
              <a:gd name="connsiteX5564" fmla="*/ 475466 w 12192528"/>
              <a:gd name="connsiteY5564" fmla="*/ 1732990 h 3912503"/>
              <a:gd name="connsiteX5565" fmla="*/ 472883 w 12192528"/>
              <a:gd name="connsiteY5565" fmla="*/ 1730110 h 3912503"/>
              <a:gd name="connsiteX5566" fmla="*/ 444340 w 12192528"/>
              <a:gd name="connsiteY5566" fmla="*/ 1718036 h 3912503"/>
              <a:gd name="connsiteX5567" fmla="*/ 550512 w 12192528"/>
              <a:gd name="connsiteY5567" fmla="*/ 1686811 h 3912503"/>
              <a:gd name="connsiteX5568" fmla="*/ 605595 w 12192528"/>
              <a:gd name="connsiteY5568" fmla="*/ 1677864 h 3912503"/>
              <a:gd name="connsiteX5569" fmla="*/ 611881 w 12192528"/>
              <a:gd name="connsiteY5569" fmla="*/ 1672556 h 3912503"/>
              <a:gd name="connsiteX5570" fmla="*/ 629208 w 12192528"/>
              <a:gd name="connsiteY5570" fmla="*/ 1669316 h 3912503"/>
              <a:gd name="connsiteX5571" fmla="*/ 654158 w 12192528"/>
              <a:gd name="connsiteY5571" fmla="*/ 1669977 h 3912503"/>
              <a:gd name="connsiteX5572" fmla="*/ 736748 w 12192528"/>
              <a:gd name="connsiteY5572" fmla="*/ 1656562 h 3912503"/>
              <a:gd name="connsiteX5573" fmla="*/ 784107 w 12192528"/>
              <a:gd name="connsiteY5573" fmla="*/ 1651855 h 3912503"/>
              <a:gd name="connsiteX5574" fmla="*/ 778563 w 12192528"/>
              <a:gd name="connsiteY5574" fmla="*/ 1641534 h 3912503"/>
              <a:gd name="connsiteX5575" fmla="*/ 776413 w 12192528"/>
              <a:gd name="connsiteY5575" fmla="*/ 1636320 h 3912503"/>
              <a:gd name="connsiteX5576" fmla="*/ 776105 w 12192528"/>
              <a:gd name="connsiteY5576" fmla="*/ 1631105 h 3912503"/>
              <a:gd name="connsiteX5577" fmla="*/ 777027 w 12192528"/>
              <a:gd name="connsiteY5577" fmla="*/ 1627118 h 3912503"/>
              <a:gd name="connsiteX5578" fmla="*/ 777210 w 12192528"/>
              <a:gd name="connsiteY5578" fmla="*/ 1626130 h 3912503"/>
              <a:gd name="connsiteX5579" fmla="*/ 752801 w 12192528"/>
              <a:gd name="connsiteY5579" fmla="*/ 1628923 h 3912503"/>
              <a:gd name="connsiteX5580" fmla="*/ 316312 w 12192528"/>
              <a:gd name="connsiteY5580" fmla="*/ 1733647 h 3912503"/>
              <a:gd name="connsiteX5581" fmla="*/ 196090 w 12192528"/>
              <a:gd name="connsiteY5581" fmla="*/ 1764871 h 3912503"/>
              <a:gd name="connsiteX5582" fmla="*/ 643409 w 12192528"/>
              <a:gd name="connsiteY5582" fmla="*/ 1622411 h 3912503"/>
              <a:gd name="connsiteX5583" fmla="*/ 789090 w 12192528"/>
              <a:gd name="connsiteY5583" fmla="*/ 1600242 h 3912503"/>
              <a:gd name="connsiteX5584" fmla="*/ 795148 w 12192528"/>
              <a:gd name="connsiteY5584" fmla="*/ 1596443 h 3912503"/>
              <a:gd name="connsiteX5585" fmla="*/ 804975 w 12192528"/>
              <a:gd name="connsiteY5585" fmla="*/ 1596138 h 3912503"/>
              <a:gd name="connsiteX5586" fmla="*/ 815110 w 12192528"/>
              <a:gd name="connsiteY5586" fmla="*/ 1595868 h 3912503"/>
              <a:gd name="connsiteX5587" fmla="*/ 815751 w 12192528"/>
              <a:gd name="connsiteY5587" fmla="*/ 1596185 h 3912503"/>
              <a:gd name="connsiteX5588" fmla="*/ 875852 w 12192528"/>
              <a:gd name="connsiteY5588" fmla="*/ 1587040 h 3912503"/>
              <a:gd name="connsiteX5589" fmla="*/ 1114150 w 12192528"/>
              <a:gd name="connsiteY5589" fmla="*/ 1575965 h 3912503"/>
              <a:gd name="connsiteX5590" fmla="*/ 1064186 w 12192528"/>
              <a:gd name="connsiteY5590" fmla="*/ 1552546 h 3912503"/>
              <a:gd name="connsiteX5591" fmla="*/ 1215635 w 12192528"/>
              <a:gd name="connsiteY5591" fmla="*/ 1557230 h 3912503"/>
              <a:gd name="connsiteX5592" fmla="*/ 1427976 w 12192528"/>
              <a:gd name="connsiteY5592" fmla="*/ 1580649 h 3912503"/>
              <a:gd name="connsiteX5593" fmla="*/ 1445151 w 12192528"/>
              <a:gd name="connsiteY5593" fmla="*/ 1577525 h 3912503"/>
              <a:gd name="connsiteX5594" fmla="*/ 1444119 w 12192528"/>
              <a:gd name="connsiteY5594" fmla="*/ 1575061 h 3912503"/>
              <a:gd name="connsiteX5595" fmla="*/ 1439234 w 12192528"/>
              <a:gd name="connsiteY5595" fmla="*/ 1568556 h 3912503"/>
              <a:gd name="connsiteX5596" fmla="*/ 1431100 w 12192528"/>
              <a:gd name="connsiteY5596" fmla="*/ 1566598 h 3912503"/>
              <a:gd name="connsiteX5597" fmla="*/ 1235689 w 12192528"/>
              <a:gd name="connsiteY5597" fmla="*/ 1533226 h 3912503"/>
              <a:gd name="connsiteX5598" fmla="*/ 1229745 w 12192528"/>
              <a:gd name="connsiteY5598" fmla="*/ 1533279 h 3912503"/>
              <a:gd name="connsiteX5599" fmla="*/ 1229336 w 12192528"/>
              <a:gd name="connsiteY5599" fmla="*/ 1534098 h 3912503"/>
              <a:gd name="connsiteX5600" fmla="*/ 1225906 w 12192528"/>
              <a:gd name="connsiteY5600" fmla="*/ 1535526 h 3912503"/>
              <a:gd name="connsiteX5601" fmla="*/ 1219332 w 12192528"/>
              <a:gd name="connsiteY5601" fmla="*/ 1537524 h 3912503"/>
              <a:gd name="connsiteX5602" fmla="*/ 1217045 w 12192528"/>
              <a:gd name="connsiteY5602" fmla="*/ 1538665 h 3912503"/>
              <a:gd name="connsiteX5603" fmla="*/ 1207900 w 12192528"/>
              <a:gd name="connsiteY5603" fmla="*/ 1539807 h 3912503"/>
              <a:gd name="connsiteX5604" fmla="*/ 1205899 w 12192528"/>
              <a:gd name="connsiteY5604" fmla="*/ 1540378 h 3912503"/>
              <a:gd name="connsiteX5605" fmla="*/ 1195161 w 12192528"/>
              <a:gd name="connsiteY5605" fmla="*/ 1533581 h 3912503"/>
              <a:gd name="connsiteX5606" fmla="*/ 1168796 w 12192528"/>
              <a:gd name="connsiteY5606" fmla="*/ 1533811 h 3912503"/>
              <a:gd name="connsiteX5607" fmla="*/ 1104782 w 12192528"/>
              <a:gd name="connsiteY5607" fmla="*/ 1522884 h 3912503"/>
              <a:gd name="connsiteX5608" fmla="*/ 834671 w 12192528"/>
              <a:gd name="connsiteY5608" fmla="*/ 1535372 h 3912503"/>
              <a:gd name="connsiteX5609" fmla="*/ 590413 w 12192528"/>
              <a:gd name="connsiteY5609" fmla="*/ 1575123 h 3912503"/>
              <a:gd name="connsiteX5610" fmla="*/ 586633 w 12192528"/>
              <a:gd name="connsiteY5610" fmla="*/ 1580157 h 3912503"/>
              <a:gd name="connsiteX5611" fmla="*/ 584483 w 12192528"/>
              <a:gd name="connsiteY5611" fmla="*/ 1584451 h 3912503"/>
              <a:gd name="connsiteX5612" fmla="*/ 580797 w 12192528"/>
              <a:gd name="connsiteY5612" fmla="*/ 1585983 h 3912503"/>
              <a:gd name="connsiteX5613" fmla="*/ 573734 w 12192528"/>
              <a:gd name="connsiteY5613" fmla="*/ 1588131 h 3912503"/>
              <a:gd name="connsiteX5614" fmla="*/ 571276 w 12192528"/>
              <a:gd name="connsiteY5614" fmla="*/ 1589358 h 3912503"/>
              <a:gd name="connsiteX5615" fmla="*/ 561449 w 12192528"/>
              <a:gd name="connsiteY5615" fmla="*/ 1590585 h 3912503"/>
              <a:gd name="connsiteX5616" fmla="*/ 559299 w 12192528"/>
              <a:gd name="connsiteY5616" fmla="*/ 1591198 h 3912503"/>
              <a:gd name="connsiteX5617" fmla="*/ 545458 w 12192528"/>
              <a:gd name="connsiteY5617" fmla="*/ 1582437 h 3912503"/>
              <a:gd name="connsiteX5618" fmla="*/ 536068 w 12192528"/>
              <a:gd name="connsiteY5618" fmla="*/ 1583966 h 3912503"/>
              <a:gd name="connsiteX5619" fmla="*/ 359357 w 12192528"/>
              <a:gd name="connsiteY5619" fmla="*/ 1631156 h 3912503"/>
              <a:gd name="connsiteX5620" fmla="*/ 355670 w 12192528"/>
              <a:gd name="connsiteY5620" fmla="*/ 1635560 h 3912503"/>
              <a:gd name="connsiteX5621" fmla="*/ 346523 w 12192528"/>
              <a:gd name="connsiteY5621" fmla="*/ 1640113 h 3912503"/>
              <a:gd name="connsiteX5622" fmla="*/ 338206 w 12192528"/>
              <a:gd name="connsiteY5622" fmla="*/ 1640113 h 3912503"/>
              <a:gd name="connsiteX5623" fmla="*/ 336959 w 12192528"/>
              <a:gd name="connsiteY5623" fmla="*/ 1638458 h 3912503"/>
              <a:gd name="connsiteX5624" fmla="*/ 335701 w 12192528"/>
              <a:gd name="connsiteY5624" fmla="*/ 1637474 h 3912503"/>
              <a:gd name="connsiteX5625" fmla="*/ 244491 w 12192528"/>
              <a:gd name="connsiteY5625" fmla="*/ 1661832 h 3912503"/>
              <a:gd name="connsiteX5626" fmla="*/ 156106 w 12192528"/>
              <a:gd name="connsiteY5626" fmla="*/ 1694300 h 3912503"/>
              <a:gd name="connsiteX5627" fmla="*/ 75309 w 12192528"/>
              <a:gd name="connsiteY5627" fmla="*/ 1730759 h 3912503"/>
              <a:gd name="connsiteX5628" fmla="*/ 77712 w 12192528"/>
              <a:gd name="connsiteY5628" fmla="*/ 1732282 h 3912503"/>
              <a:gd name="connsiteX5629" fmla="*/ 82397 w 12192528"/>
              <a:gd name="connsiteY5629" fmla="*/ 1737724 h 3912503"/>
              <a:gd name="connsiteX5630" fmla="*/ 82397 w 12192528"/>
              <a:gd name="connsiteY5630" fmla="*/ 1751718 h 3912503"/>
              <a:gd name="connsiteX5631" fmla="*/ 73807 w 12192528"/>
              <a:gd name="connsiteY5631" fmla="*/ 1760270 h 3912503"/>
              <a:gd name="connsiteX5632" fmla="*/ 68340 w 12192528"/>
              <a:gd name="connsiteY5632" fmla="*/ 1770377 h 3912503"/>
              <a:gd name="connsiteX5633" fmla="*/ 67944 w 12192528"/>
              <a:gd name="connsiteY5633" fmla="*/ 1771344 h 3912503"/>
              <a:gd name="connsiteX5634" fmla="*/ 69426 w 12192528"/>
              <a:gd name="connsiteY5634" fmla="*/ 1780598 h 3912503"/>
              <a:gd name="connsiteX5635" fmla="*/ 72942 w 12192528"/>
              <a:gd name="connsiteY5635" fmla="*/ 1795163 h 3912503"/>
              <a:gd name="connsiteX5636" fmla="*/ 72692 w 12192528"/>
              <a:gd name="connsiteY5636" fmla="*/ 1801191 h 3912503"/>
              <a:gd name="connsiteX5637" fmla="*/ 59374 w 12192528"/>
              <a:gd name="connsiteY5637" fmla="*/ 1833591 h 3912503"/>
              <a:gd name="connsiteX5638" fmla="*/ 56861 w 12192528"/>
              <a:gd name="connsiteY5638" fmla="*/ 1835600 h 3912503"/>
              <a:gd name="connsiteX5639" fmla="*/ 41533 w 12192528"/>
              <a:gd name="connsiteY5639" fmla="*/ 1842882 h 3912503"/>
              <a:gd name="connsiteX5640" fmla="*/ 35000 w 12192528"/>
              <a:gd name="connsiteY5640" fmla="*/ 1844892 h 3912503"/>
              <a:gd name="connsiteX5641" fmla="*/ 23943 w 12192528"/>
              <a:gd name="connsiteY5641" fmla="*/ 1847403 h 3912503"/>
              <a:gd name="connsiteX5642" fmla="*/ 15651 w 12192528"/>
              <a:gd name="connsiteY5642" fmla="*/ 1854687 h 3912503"/>
              <a:gd name="connsiteX5643" fmla="*/ 11883 w 12192528"/>
              <a:gd name="connsiteY5643" fmla="*/ 1856037 h 3912503"/>
              <a:gd name="connsiteX5644" fmla="*/ 9620 w 12192528"/>
              <a:gd name="connsiteY5644" fmla="*/ 1852677 h 3912503"/>
              <a:gd name="connsiteX5645" fmla="*/ 8867 w 12192528"/>
              <a:gd name="connsiteY5645" fmla="*/ 1849664 h 3912503"/>
              <a:gd name="connsiteX5646" fmla="*/ 6605 w 12192528"/>
              <a:gd name="connsiteY5646" fmla="*/ 1846148 h 3912503"/>
              <a:gd name="connsiteX5647" fmla="*/ 3338 w 12192528"/>
              <a:gd name="connsiteY5647" fmla="*/ 1848408 h 3912503"/>
              <a:gd name="connsiteX5648" fmla="*/ 562 w 12192528"/>
              <a:gd name="connsiteY5648" fmla="*/ 1847945 h 3912503"/>
              <a:gd name="connsiteX5649" fmla="*/ 562 w 12192528"/>
              <a:gd name="connsiteY5649" fmla="*/ 1732372 h 3912503"/>
              <a:gd name="connsiteX5650" fmla="*/ 6856 w 12192528"/>
              <a:gd name="connsiteY5650" fmla="*/ 1727102 h 3912503"/>
              <a:gd name="connsiteX5651" fmla="*/ 6856 w 12192528"/>
              <a:gd name="connsiteY5651" fmla="*/ 1721576 h 3912503"/>
              <a:gd name="connsiteX5652" fmla="*/ 562 w 12192528"/>
              <a:gd name="connsiteY5652" fmla="*/ 1720849 h 3912503"/>
              <a:gd name="connsiteX5653" fmla="*/ 562 w 12192528"/>
              <a:gd name="connsiteY5653" fmla="*/ 1641326 h 3912503"/>
              <a:gd name="connsiteX5654" fmla="*/ 3841 w 12192528"/>
              <a:gd name="connsiteY5654" fmla="*/ 1633420 h 3912503"/>
              <a:gd name="connsiteX5655" fmla="*/ 2585 w 12192528"/>
              <a:gd name="connsiteY5655" fmla="*/ 1631411 h 3912503"/>
              <a:gd name="connsiteX5656" fmla="*/ 2836 w 12192528"/>
              <a:gd name="connsiteY5656" fmla="*/ 1626890 h 3912503"/>
              <a:gd name="connsiteX5657" fmla="*/ 6856 w 12192528"/>
              <a:gd name="connsiteY5657" fmla="*/ 1627895 h 3912503"/>
              <a:gd name="connsiteX5658" fmla="*/ 9369 w 12192528"/>
              <a:gd name="connsiteY5658" fmla="*/ 1631160 h 3912503"/>
              <a:gd name="connsiteX5659" fmla="*/ 14395 w 12192528"/>
              <a:gd name="connsiteY5659" fmla="*/ 1631914 h 3912503"/>
              <a:gd name="connsiteX5660" fmla="*/ 29723 w 12192528"/>
              <a:gd name="connsiteY5660" fmla="*/ 1627895 h 3912503"/>
              <a:gd name="connsiteX5661" fmla="*/ 48821 w 12192528"/>
              <a:gd name="connsiteY5661" fmla="*/ 1626640 h 3912503"/>
              <a:gd name="connsiteX5662" fmla="*/ 53344 w 12192528"/>
              <a:gd name="connsiteY5662" fmla="*/ 1628900 h 3912503"/>
              <a:gd name="connsiteX5663" fmla="*/ 66410 w 12192528"/>
              <a:gd name="connsiteY5663" fmla="*/ 1634927 h 3912503"/>
              <a:gd name="connsiteX5664" fmla="*/ 68922 w 12192528"/>
              <a:gd name="connsiteY5664" fmla="*/ 1636686 h 3912503"/>
              <a:gd name="connsiteX5665" fmla="*/ 79980 w 12192528"/>
              <a:gd name="connsiteY5665" fmla="*/ 1649997 h 3912503"/>
              <a:gd name="connsiteX5666" fmla="*/ 86763 w 12192528"/>
              <a:gd name="connsiteY5666" fmla="*/ 1672601 h 3912503"/>
              <a:gd name="connsiteX5667" fmla="*/ 90031 w 12192528"/>
              <a:gd name="connsiteY5667" fmla="*/ 1680387 h 3912503"/>
              <a:gd name="connsiteX5668" fmla="*/ 89276 w 12192528"/>
              <a:gd name="connsiteY5668" fmla="*/ 1691438 h 3912503"/>
              <a:gd name="connsiteX5669" fmla="*/ 88271 w 12192528"/>
              <a:gd name="connsiteY5669" fmla="*/ 1700730 h 3912503"/>
              <a:gd name="connsiteX5670" fmla="*/ 88282 w 12192528"/>
              <a:gd name="connsiteY5670" fmla="*/ 1700881 h 3912503"/>
              <a:gd name="connsiteX5671" fmla="*/ 191406 w 12192528"/>
              <a:gd name="connsiteY5671" fmla="*/ 1652464 h 3912503"/>
              <a:gd name="connsiteX5672" fmla="*/ 323467 w 12192528"/>
              <a:gd name="connsiteY5672" fmla="*/ 1609882 h 3912503"/>
              <a:gd name="connsiteX5673" fmla="*/ 327394 w 12192528"/>
              <a:gd name="connsiteY5673" fmla="*/ 1598715 h 3912503"/>
              <a:gd name="connsiteX5674" fmla="*/ 333631 w 12192528"/>
              <a:gd name="connsiteY5674" fmla="*/ 1594990 h 3912503"/>
              <a:gd name="connsiteX5675" fmla="*/ 339777 w 12192528"/>
              <a:gd name="connsiteY5675" fmla="*/ 1587261 h 3912503"/>
              <a:gd name="connsiteX5676" fmla="*/ 338724 w 12192528"/>
              <a:gd name="connsiteY5676" fmla="*/ 1585497 h 3912503"/>
              <a:gd name="connsiteX5677" fmla="*/ 332976 w 12192528"/>
              <a:gd name="connsiteY5677" fmla="*/ 1588054 h 3912503"/>
              <a:gd name="connsiteX5678" fmla="*/ 328340 w 12192528"/>
              <a:gd name="connsiteY5678" fmla="*/ 1586124 h 3912503"/>
              <a:gd name="connsiteX5679" fmla="*/ 325635 w 12192528"/>
              <a:gd name="connsiteY5679" fmla="*/ 1580722 h 3912503"/>
              <a:gd name="connsiteX5680" fmla="*/ 315204 w 12192528"/>
              <a:gd name="connsiteY5680" fmla="*/ 1566830 h 3912503"/>
              <a:gd name="connsiteX5681" fmla="*/ 310567 w 12192528"/>
              <a:gd name="connsiteY5681" fmla="*/ 1557569 h 3912503"/>
              <a:gd name="connsiteX5682" fmla="*/ 310567 w 12192528"/>
              <a:gd name="connsiteY5682" fmla="*/ 1552939 h 3912503"/>
              <a:gd name="connsiteX5683" fmla="*/ 314431 w 12192528"/>
              <a:gd name="connsiteY5683" fmla="*/ 1542521 h 3912503"/>
              <a:gd name="connsiteX5684" fmla="*/ 319840 w 12192528"/>
              <a:gd name="connsiteY5684" fmla="*/ 1525542 h 3912503"/>
              <a:gd name="connsiteX5685" fmla="*/ 324476 w 12192528"/>
              <a:gd name="connsiteY5685" fmla="*/ 1519368 h 3912503"/>
              <a:gd name="connsiteX5686" fmla="*/ 331818 w 12192528"/>
              <a:gd name="connsiteY5686" fmla="*/ 1513193 h 3912503"/>
              <a:gd name="connsiteX5687" fmla="*/ 338386 w 12192528"/>
              <a:gd name="connsiteY5687" fmla="*/ 1509720 h 3912503"/>
              <a:gd name="connsiteX5688" fmla="*/ 349977 w 12192528"/>
              <a:gd name="connsiteY5688" fmla="*/ 1503980 h 3912503"/>
              <a:gd name="connsiteX5689" fmla="*/ 362727 w 12192528"/>
              <a:gd name="connsiteY5689" fmla="*/ 1504318 h 3912503"/>
              <a:gd name="connsiteX5690" fmla="*/ 375091 w 12192528"/>
              <a:gd name="connsiteY5690" fmla="*/ 1504704 h 3912503"/>
              <a:gd name="connsiteX5691" fmla="*/ 394410 w 12192528"/>
              <a:gd name="connsiteY5691" fmla="*/ 1519753 h 3912503"/>
              <a:gd name="connsiteX5692" fmla="*/ 395569 w 12192528"/>
              <a:gd name="connsiteY5692" fmla="*/ 1529015 h 3912503"/>
              <a:gd name="connsiteX5693" fmla="*/ 395955 w 12192528"/>
              <a:gd name="connsiteY5693" fmla="*/ 1532873 h 3912503"/>
              <a:gd name="connsiteX5694" fmla="*/ 397886 w 12192528"/>
              <a:gd name="connsiteY5694" fmla="*/ 1543291 h 3912503"/>
              <a:gd name="connsiteX5695" fmla="*/ 399046 w 12192528"/>
              <a:gd name="connsiteY5695" fmla="*/ 1548308 h 3912503"/>
              <a:gd name="connsiteX5696" fmla="*/ 398659 w 12192528"/>
              <a:gd name="connsiteY5696" fmla="*/ 1554869 h 3912503"/>
              <a:gd name="connsiteX5697" fmla="*/ 395955 w 12192528"/>
              <a:gd name="connsiteY5697" fmla="*/ 1561428 h 3912503"/>
              <a:gd name="connsiteX5698" fmla="*/ 387455 w 12192528"/>
              <a:gd name="connsiteY5698" fmla="*/ 1577250 h 3912503"/>
              <a:gd name="connsiteX5699" fmla="*/ 380836 w 12192528"/>
              <a:gd name="connsiteY5699" fmla="*/ 1581439 h 3912503"/>
              <a:gd name="connsiteX5700" fmla="*/ 381453 w 12192528"/>
              <a:gd name="connsiteY5700" fmla="*/ 1582156 h 3912503"/>
              <a:gd name="connsiteX5701" fmla="*/ 381453 w 12192528"/>
              <a:gd name="connsiteY5701" fmla="*/ 1591186 h 3912503"/>
              <a:gd name="connsiteX5702" fmla="*/ 426240 w 12192528"/>
              <a:gd name="connsiteY5702" fmla="*/ 1576746 h 3912503"/>
              <a:gd name="connsiteX5703" fmla="*/ 528308 w 12192528"/>
              <a:gd name="connsiteY5703" fmla="*/ 1554876 h 3912503"/>
              <a:gd name="connsiteX5704" fmla="*/ 528278 w 12192528"/>
              <a:gd name="connsiteY5704" fmla="*/ 1554390 h 3912503"/>
              <a:gd name="connsiteX5705" fmla="*/ 529200 w 12192528"/>
              <a:gd name="connsiteY5705" fmla="*/ 1550402 h 3912503"/>
              <a:gd name="connsiteX5706" fmla="*/ 530736 w 12192528"/>
              <a:gd name="connsiteY5706" fmla="*/ 1542121 h 3912503"/>
              <a:gd name="connsiteX5707" fmla="*/ 531043 w 12192528"/>
              <a:gd name="connsiteY5707" fmla="*/ 1539053 h 3912503"/>
              <a:gd name="connsiteX5708" fmla="*/ 531965 w 12192528"/>
              <a:gd name="connsiteY5708" fmla="*/ 1531691 h 3912503"/>
              <a:gd name="connsiteX5709" fmla="*/ 547321 w 12192528"/>
              <a:gd name="connsiteY5709" fmla="*/ 1519728 h 3912503"/>
              <a:gd name="connsiteX5710" fmla="*/ 557148 w 12192528"/>
              <a:gd name="connsiteY5710" fmla="*/ 1519422 h 3912503"/>
              <a:gd name="connsiteX5711" fmla="*/ 576498 w 12192528"/>
              <a:gd name="connsiteY5711" fmla="*/ 1523716 h 3912503"/>
              <a:gd name="connsiteX5712" fmla="*/ 581718 w 12192528"/>
              <a:gd name="connsiteY5712" fmla="*/ 1526477 h 3912503"/>
              <a:gd name="connsiteX5713" fmla="*/ 587553 w 12192528"/>
              <a:gd name="connsiteY5713" fmla="*/ 1531385 h 3912503"/>
              <a:gd name="connsiteX5714" fmla="*/ 591240 w 12192528"/>
              <a:gd name="connsiteY5714" fmla="*/ 1536293 h 3912503"/>
              <a:gd name="connsiteX5715" fmla="*/ 592760 w 12192528"/>
              <a:gd name="connsiteY5715" fmla="*/ 1541067 h 3912503"/>
              <a:gd name="connsiteX5716" fmla="*/ 664878 w 12192528"/>
              <a:gd name="connsiteY5716" fmla="*/ 1525615 h 3912503"/>
              <a:gd name="connsiteX5717" fmla="*/ 1154743 w 12192528"/>
              <a:gd name="connsiteY5717" fmla="*/ 1499465 h 3912503"/>
              <a:gd name="connsiteX5718" fmla="*/ 1178003 w 12192528"/>
              <a:gd name="connsiteY5718" fmla="*/ 1501806 h 3912503"/>
              <a:gd name="connsiteX5719" fmla="*/ 1179320 w 12192528"/>
              <a:gd name="connsiteY5719" fmla="*/ 1494708 h 3912503"/>
              <a:gd name="connsiteX5720" fmla="*/ 1179605 w 12192528"/>
              <a:gd name="connsiteY5720" fmla="*/ 1491853 h 3912503"/>
              <a:gd name="connsiteX5721" fmla="*/ 1180463 w 12192528"/>
              <a:gd name="connsiteY5721" fmla="*/ 1485004 h 3912503"/>
              <a:gd name="connsiteX5722" fmla="*/ 1187073 w 12192528"/>
              <a:gd name="connsiteY5722" fmla="*/ 1478687 h 3912503"/>
              <a:gd name="connsiteX5723" fmla="*/ 1190229 w 12192528"/>
              <a:gd name="connsiteY5723" fmla="*/ 1476707 h 3912503"/>
              <a:gd name="connsiteX5724" fmla="*/ 1159428 w 12192528"/>
              <a:gd name="connsiteY5724" fmla="*/ 1474486 h 3912503"/>
              <a:gd name="connsiteX5725" fmla="*/ 711328 w 12192528"/>
              <a:gd name="connsiteY5725" fmla="*/ 1491660 h 3912503"/>
              <a:gd name="connsiteX5726" fmla="*/ 536460 w 12192528"/>
              <a:gd name="connsiteY5726" fmla="*/ 1494781 h 3912503"/>
              <a:gd name="connsiteX5727" fmla="*/ 1107905 w 12192528"/>
              <a:gd name="connsiteY5727" fmla="*/ 1440139 h 3912503"/>
              <a:gd name="connsiteX5728" fmla="*/ 1677788 w 12192528"/>
              <a:gd name="connsiteY5728" fmla="*/ 1516639 h 3912503"/>
              <a:gd name="connsiteX5729" fmla="*/ 1167234 w 12192528"/>
              <a:gd name="connsiteY5729" fmla="*/ 1397987 h 3912503"/>
              <a:gd name="connsiteX5730" fmla="*/ 1168796 w 12192528"/>
              <a:gd name="connsiteY5730" fmla="*/ 1390180 h 3912503"/>
              <a:gd name="connsiteX5731" fmla="*/ 1315562 w 12192528"/>
              <a:gd name="connsiteY5731" fmla="*/ 1405792 h 3912503"/>
              <a:gd name="connsiteX5732" fmla="*/ 1539021 w 12192528"/>
              <a:gd name="connsiteY5732" fmla="*/ 1445523 h 3912503"/>
              <a:gd name="connsiteX5733" fmla="*/ 1712598 w 12192528"/>
              <a:gd name="connsiteY5733" fmla="*/ 1491453 h 3912503"/>
              <a:gd name="connsiteX5734" fmla="*/ 1708390 w 12192528"/>
              <a:gd name="connsiteY5734" fmla="*/ 1487758 h 3912503"/>
              <a:gd name="connsiteX5735" fmla="*/ 1699393 w 12192528"/>
              <a:gd name="connsiteY5735" fmla="*/ 1485714 h 3912503"/>
              <a:gd name="connsiteX5736" fmla="*/ 1694076 w 12192528"/>
              <a:gd name="connsiteY5736" fmla="*/ 1484079 h 3912503"/>
              <a:gd name="connsiteX5737" fmla="*/ 1681604 w 12192528"/>
              <a:gd name="connsiteY5737" fmla="*/ 1478152 h 3912503"/>
              <a:gd name="connsiteX5738" fmla="*/ 1679558 w 12192528"/>
              <a:gd name="connsiteY5738" fmla="*/ 1476517 h 3912503"/>
              <a:gd name="connsiteX5739" fmla="*/ 1668721 w 12192528"/>
              <a:gd name="connsiteY5739" fmla="*/ 1450152 h 3912503"/>
              <a:gd name="connsiteX5740" fmla="*/ 1668516 w 12192528"/>
              <a:gd name="connsiteY5740" fmla="*/ 1445247 h 3912503"/>
              <a:gd name="connsiteX5741" fmla="*/ 1671380 w 12192528"/>
              <a:gd name="connsiteY5741" fmla="*/ 1433394 h 3912503"/>
              <a:gd name="connsiteX5742" fmla="*/ 1673015 w 12192528"/>
              <a:gd name="connsiteY5742" fmla="*/ 1423174 h 3912503"/>
              <a:gd name="connsiteX5743" fmla="*/ 1674651 w 12192528"/>
              <a:gd name="connsiteY5743" fmla="*/ 1419904 h 3912503"/>
              <a:gd name="connsiteX5744" fmla="*/ 1686716 w 12192528"/>
              <a:gd name="connsiteY5744" fmla="*/ 1405598 h 3912503"/>
              <a:gd name="connsiteX5745" fmla="*/ 1687942 w 12192528"/>
              <a:gd name="connsiteY5745" fmla="*/ 1403349 h 3912503"/>
              <a:gd name="connsiteX5746" fmla="*/ 1679354 w 12192528"/>
              <a:gd name="connsiteY5746" fmla="*/ 1392108 h 3912503"/>
              <a:gd name="connsiteX5747" fmla="*/ 1667903 w 12192528"/>
              <a:gd name="connsiteY5747" fmla="*/ 1385364 h 3912503"/>
              <a:gd name="connsiteX5748" fmla="*/ 1655838 w 12192528"/>
              <a:gd name="connsiteY5748" fmla="*/ 1371467 h 3912503"/>
              <a:gd name="connsiteX5749" fmla="*/ 1656043 w 12192528"/>
              <a:gd name="connsiteY5749" fmla="*/ 1368400 h 3912503"/>
              <a:gd name="connsiteX5750" fmla="*/ 1655225 w 12192528"/>
              <a:gd name="connsiteY5750" fmla="*/ 1360839 h 3912503"/>
              <a:gd name="connsiteX5751" fmla="*/ 1654612 w 12192528"/>
              <a:gd name="connsiteY5751" fmla="*/ 1351847 h 3912503"/>
              <a:gd name="connsiteX5752" fmla="*/ 1657270 w 12192528"/>
              <a:gd name="connsiteY5752" fmla="*/ 1345510 h 3912503"/>
              <a:gd name="connsiteX5753" fmla="*/ 1662791 w 12192528"/>
              <a:gd name="connsiteY5753" fmla="*/ 1327116 h 3912503"/>
              <a:gd name="connsiteX5754" fmla="*/ 1671789 w 12192528"/>
              <a:gd name="connsiteY5754" fmla="*/ 1316285 h 3912503"/>
              <a:gd name="connsiteX5755" fmla="*/ 1673833 w 12192528"/>
              <a:gd name="connsiteY5755" fmla="*/ 1314854 h 3912503"/>
              <a:gd name="connsiteX5756" fmla="*/ 1684466 w 12192528"/>
              <a:gd name="connsiteY5756" fmla="*/ 1309948 h 3912503"/>
              <a:gd name="connsiteX5757" fmla="*/ 1688147 w 12192528"/>
              <a:gd name="connsiteY5757" fmla="*/ 1308109 h 3912503"/>
              <a:gd name="connsiteX5758" fmla="*/ 1703687 w 12192528"/>
              <a:gd name="connsiteY5758" fmla="*/ 1309132 h 3912503"/>
              <a:gd name="connsiteX5759" fmla="*/ 1716161 w 12192528"/>
              <a:gd name="connsiteY5759" fmla="*/ 1312401 h 3912503"/>
              <a:gd name="connsiteX5760" fmla="*/ 1720251 w 12192528"/>
              <a:gd name="connsiteY5760" fmla="*/ 1311788 h 3912503"/>
              <a:gd name="connsiteX5761" fmla="*/ 1722295 w 12192528"/>
              <a:gd name="connsiteY5761" fmla="*/ 1309132 h 3912503"/>
              <a:gd name="connsiteX5762" fmla="*/ 1725567 w 12192528"/>
              <a:gd name="connsiteY5762" fmla="*/ 1308314 h 3912503"/>
              <a:gd name="connsiteX5763" fmla="*/ 1725772 w 12192528"/>
              <a:gd name="connsiteY5763" fmla="*/ 1311993 h 3912503"/>
              <a:gd name="connsiteX5764" fmla="*/ 1724749 w 12192528"/>
              <a:gd name="connsiteY5764" fmla="*/ 1313627 h 3912503"/>
              <a:gd name="connsiteX5765" fmla="*/ 1728225 w 12192528"/>
              <a:gd name="connsiteY5765" fmla="*/ 1322007 h 3912503"/>
              <a:gd name="connsiteX5766" fmla="*/ 1731088 w 12192528"/>
              <a:gd name="connsiteY5766" fmla="*/ 1322416 h 3912503"/>
              <a:gd name="connsiteX5767" fmla="*/ 1734565 w 12192528"/>
              <a:gd name="connsiteY5767" fmla="*/ 1324664 h 3912503"/>
              <a:gd name="connsiteX5768" fmla="*/ 1732928 w 12192528"/>
              <a:gd name="connsiteY5768" fmla="*/ 1327934 h 3912503"/>
              <a:gd name="connsiteX5769" fmla="*/ 1733132 w 12192528"/>
              <a:gd name="connsiteY5769" fmla="*/ 1332838 h 3912503"/>
              <a:gd name="connsiteX5770" fmla="*/ 1738450 w 12192528"/>
              <a:gd name="connsiteY5770" fmla="*/ 1342036 h 3912503"/>
              <a:gd name="connsiteX5771" fmla="*/ 1742743 w 12192528"/>
              <a:gd name="connsiteY5771" fmla="*/ 1346124 h 3912503"/>
              <a:gd name="connsiteX5772" fmla="*/ 1744993 w 12192528"/>
              <a:gd name="connsiteY5772" fmla="*/ 1347350 h 3912503"/>
              <a:gd name="connsiteX5773" fmla="*/ 1743766 w 12192528"/>
              <a:gd name="connsiteY5773" fmla="*/ 1349598 h 3912503"/>
              <a:gd name="connsiteX5774" fmla="*/ 1739676 w 12192528"/>
              <a:gd name="connsiteY5774" fmla="*/ 1354094 h 3912503"/>
              <a:gd name="connsiteX5775" fmla="*/ 1739676 w 12192528"/>
              <a:gd name="connsiteY5775" fmla="*/ 1365335 h 3912503"/>
              <a:gd name="connsiteX5776" fmla="*/ 1744175 w 12192528"/>
              <a:gd name="connsiteY5776" fmla="*/ 1376985 h 3912503"/>
              <a:gd name="connsiteX5777" fmla="*/ 1740085 w 12192528"/>
              <a:gd name="connsiteY5777" fmla="*/ 1379641 h 3912503"/>
              <a:gd name="connsiteX5778" fmla="*/ 1735791 w 12192528"/>
              <a:gd name="connsiteY5778" fmla="*/ 1376167 h 3912503"/>
              <a:gd name="connsiteX5779" fmla="*/ 1730270 w 12192528"/>
              <a:gd name="connsiteY5779" fmla="*/ 1374941 h 3912503"/>
              <a:gd name="connsiteX5780" fmla="*/ 1731292 w 12192528"/>
              <a:gd name="connsiteY5780" fmla="*/ 1381277 h 3912503"/>
              <a:gd name="connsiteX5781" fmla="*/ 1734156 w 12192528"/>
              <a:gd name="connsiteY5781" fmla="*/ 1383933 h 3912503"/>
              <a:gd name="connsiteX5782" fmla="*/ 1734769 w 12192528"/>
              <a:gd name="connsiteY5782" fmla="*/ 1387612 h 3912503"/>
              <a:gd name="connsiteX5783" fmla="*/ 1731292 w 12192528"/>
              <a:gd name="connsiteY5783" fmla="*/ 1387204 h 3912503"/>
              <a:gd name="connsiteX5784" fmla="*/ 1727612 w 12192528"/>
              <a:gd name="connsiteY5784" fmla="*/ 1384751 h 3912503"/>
              <a:gd name="connsiteX5785" fmla="*/ 1722295 w 12192528"/>
              <a:gd name="connsiteY5785" fmla="*/ 1385364 h 3912503"/>
              <a:gd name="connsiteX5786" fmla="*/ 1722295 w 12192528"/>
              <a:gd name="connsiteY5786" fmla="*/ 1389861 h 3912503"/>
              <a:gd name="connsiteX5787" fmla="*/ 1742539 w 12192528"/>
              <a:gd name="connsiteY5787" fmla="*/ 1395787 h 3912503"/>
              <a:gd name="connsiteX5788" fmla="*/ 1747446 w 12192528"/>
              <a:gd name="connsiteY5788" fmla="*/ 1397627 h 3912503"/>
              <a:gd name="connsiteX5789" fmla="*/ 1755830 w 12192528"/>
              <a:gd name="connsiteY5789" fmla="*/ 1408254 h 3912503"/>
              <a:gd name="connsiteX5790" fmla="*/ 1758898 w 12192528"/>
              <a:gd name="connsiteY5790" fmla="*/ 1411933 h 3912503"/>
              <a:gd name="connsiteX5791" fmla="*/ 1762374 w 12192528"/>
              <a:gd name="connsiteY5791" fmla="*/ 1425423 h 3912503"/>
              <a:gd name="connsiteX5792" fmla="*/ 1762783 w 12192528"/>
              <a:gd name="connsiteY5792" fmla="*/ 1435028 h 3912503"/>
              <a:gd name="connsiteX5793" fmla="*/ 1766667 w 12192528"/>
              <a:gd name="connsiteY5793" fmla="*/ 1441977 h 3912503"/>
              <a:gd name="connsiteX5794" fmla="*/ 1767282 w 12192528"/>
              <a:gd name="connsiteY5794" fmla="*/ 1441977 h 3912503"/>
              <a:gd name="connsiteX5795" fmla="*/ 1771166 w 12192528"/>
              <a:gd name="connsiteY5795" fmla="*/ 1444430 h 3912503"/>
              <a:gd name="connsiteX5796" fmla="*/ 1768304 w 12192528"/>
              <a:gd name="connsiteY5796" fmla="*/ 1446677 h 3912503"/>
              <a:gd name="connsiteX5797" fmla="*/ 1760329 w 12192528"/>
              <a:gd name="connsiteY5797" fmla="*/ 1462415 h 3912503"/>
              <a:gd name="connsiteX5798" fmla="*/ 1757876 w 12192528"/>
              <a:gd name="connsiteY5798" fmla="*/ 1467320 h 3912503"/>
              <a:gd name="connsiteX5799" fmla="*/ 1754195 w 12192528"/>
              <a:gd name="connsiteY5799" fmla="*/ 1468955 h 3912503"/>
              <a:gd name="connsiteX5800" fmla="*/ 1752354 w 12192528"/>
              <a:gd name="connsiteY5800" fmla="*/ 1472839 h 3912503"/>
              <a:gd name="connsiteX5801" fmla="*/ 1753269 w 12192528"/>
              <a:gd name="connsiteY5801" fmla="*/ 1474136 h 3912503"/>
              <a:gd name="connsiteX5802" fmla="*/ 1737287 w 12192528"/>
              <a:gd name="connsiteY5802" fmla="*/ 1490031 h 3912503"/>
              <a:gd name="connsiteX5803" fmla="*/ 1737631 w 12192528"/>
              <a:gd name="connsiteY5803" fmla="*/ 1486940 h 3912503"/>
              <a:gd name="connsiteX5804" fmla="*/ 1736200 w 12192528"/>
              <a:gd name="connsiteY5804" fmla="*/ 1483466 h 3912503"/>
              <a:gd name="connsiteX5805" fmla="*/ 1732519 w 12192528"/>
              <a:gd name="connsiteY5805" fmla="*/ 1484896 h 3912503"/>
              <a:gd name="connsiteX5806" fmla="*/ 1731292 w 12192528"/>
              <a:gd name="connsiteY5806" fmla="*/ 1487554 h 3912503"/>
              <a:gd name="connsiteX5807" fmla="*/ 1725158 w 12192528"/>
              <a:gd name="connsiteY5807" fmla="*/ 1488575 h 3912503"/>
              <a:gd name="connsiteX5808" fmla="*/ 1722500 w 12192528"/>
              <a:gd name="connsiteY5808" fmla="*/ 1486736 h 3912503"/>
              <a:gd name="connsiteX5809" fmla="*/ 1720660 w 12192528"/>
              <a:gd name="connsiteY5809" fmla="*/ 1489597 h 3912503"/>
              <a:gd name="connsiteX5810" fmla="*/ 1720046 w 12192528"/>
              <a:gd name="connsiteY5810" fmla="*/ 1492050 h 3912503"/>
              <a:gd name="connsiteX5811" fmla="*/ 1719261 w 12192528"/>
              <a:gd name="connsiteY5811" fmla="*/ 1493216 h 3912503"/>
              <a:gd name="connsiteX5812" fmla="*/ 1756221 w 12192528"/>
              <a:gd name="connsiteY5812" fmla="*/ 1502996 h 3912503"/>
              <a:gd name="connsiteX5813" fmla="*/ 2171851 w 12192528"/>
              <a:gd name="connsiteY5813" fmla="*/ 1669686 h 3912503"/>
              <a:gd name="connsiteX5814" fmla="*/ 2193858 w 12192528"/>
              <a:gd name="connsiteY5814" fmla="*/ 1682084 h 3912503"/>
              <a:gd name="connsiteX5815" fmla="*/ 2203401 w 12192528"/>
              <a:gd name="connsiteY5815" fmla="*/ 1657369 h 3912503"/>
              <a:gd name="connsiteX5816" fmla="*/ 2203401 w 12192528"/>
              <a:gd name="connsiteY5816" fmla="*/ 1625741 h 3912503"/>
              <a:gd name="connsiteX5817" fmla="*/ 2191894 w 12192528"/>
              <a:gd name="connsiteY5817" fmla="*/ 1613090 h 3912503"/>
              <a:gd name="connsiteX5818" fmla="*/ 2188442 w 12192528"/>
              <a:gd name="connsiteY5818" fmla="*/ 1606765 h 3912503"/>
              <a:gd name="connsiteX5819" fmla="*/ 2194771 w 12192528"/>
              <a:gd name="connsiteY5819" fmla="*/ 1603313 h 3912503"/>
              <a:gd name="connsiteX5820" fmla="*/ 2206854 w 12192528"/>
              <a:gd name="connsiteY5820" fmla="*/ 1591813 h 3912503"/>
              <a:gd name="connsiteX5821" fmla="*/ 2221812 w 12192528"/>
              <a:gd name="connsiteY5821" fmla="*/ 1565936 h 3912503"/>
              <a:gd name="connsiteX5822" fmla="*/ 2222387 w 12192528"/>
              <a:gd name="connsiteY5822" fmla="*/ 1552133 h 3912503"/>
              <a:gd name="connsiteX5823" fmla="*/ 2217785 w 12192528"/>
              <a:gd name="connsiteY5823" fmla="*/ 1542933 h 3912503"/>
              <a:gd name="connsiteX5824" fmla="*/ 2227566 w 12192528"/>
              <a:gd name="connsiteY5824" fmla="*/ 1536607 h 3912503"/>
              <a:gd name="connsiteX5825" fmla="*/ 2235620 w 12192528"/>
              <a:gd name="connsiteY5825" fmla="*/ 1535457 h 3912503"/>
              <a:gd name="connsiteX5826" fmla="*/ 2245401 w 12192528"/>
              <a:gd name="connsiteY5826" fmla="*/ 1511880 h 3912503"/>
              <a:gd name="connsiteX5827" fmla="*/ 2242525 w 12192528"/>
              <a:gd name="connsiteY5827" fmla="*/ 1507280 h 3912503"/>
              <a:gd name="connsiteX5828" fmla="*/ 2243100 w 12192528"/>
              <a:gd name="connsiteY5828" fmla="*/ 1496929 h 3912503"/>
              <a:gd name="connsiteX5829" fmla="*/ 2252305 w 12192528"/>
              <a:gd name="connsiteY5829" fmla="*/ 1499229 h 3912503"/>
              <a:gd name="connsiteX5830" fmla="*/ 2258059 w 12192528"/>
              <a:gd name="connsiteY5830" fmla="*/ 1506705 h 3912503"/>
              <a:gd name="connsiteX5831" fmla="*/ 2260397 w 12192528"/>
              <a:gd name="connsiteY5831" fmla="*/ 1507055 h 3912503"/>
              <a:gd name="connsiteX5832" fmla="*/ 2261117 w 12192528"/>
              <a:gd name="connsiteY5832" fmla="*/ 1501310 h 3912503"/>
              <a:gd name="connsiteX5833" fmla="*/ 2275536 w 12192528"/>
              <a:gd name="connsiteY5833" fmla="*/ 1490077 h 3912503"/>
              <a:gd name="connsiteX5834" fmla="*/ 2284764 w 12192528"/>
              <a:gd name="connsiteY5834" fmla="*/ 1489789 h 3912503"/>
              <a:gd name="connsiteX5835" fmla="*/ 2302933 w 12192528"/>
              <a:gd name="connsiteY5835" fmla="*/ 1493821 h 3912503"/>
              <a:gd name="connsiteX5836" fmla="*/ 2307835 w 12192528"/>
              <a:gd name="connsiteY5836" fmla="*/ 1496413 h 3912503"/>
              <a:gd name="connsiteX5837" fmla="*/ 2310709 w 12192528"/>
              <a:gd name="connsiteY5837" fmla="*/ 1498832 h 3912503"/>
              <a:gd name="connsiteX5838" fmla="*/ 2348388 w 12192528"/>
              <a:gd name="connsiteY5838" fmla="*/ 1496353 h 3912503"/>
              <a:gd name="connsiteX5839" fmla="*/ 2358744 w 12192528"/>
              <a:gd name="connsiteY5839" fmla="*/ 1501530 h 3912503"/>
              <a:gd name="connsiteX5840" fmla="*/ 2388661 w 12192528"/>
              <a:gd name="connsiteY5840" fmla="*/ 1515331 h 3912503"/>
              <a:gd name="connsiteX5841" fmla="*/ 2394415 w 12192528"/>
              <a:gd name="connsiteY5841" fmla="*/ 1519356 h 3912503"/>
              <a:gd name="connsiteX5842" fmla="*/ 2419730 w 12192528"/>
              <a:gd name="connsiteY5842" fmla="*/ 1549833 h 3912503"/>
              <a:gd name="connsiteX5843" fmla="*/ 2435265 w 12192528"/>
              <a:gd name="connsiteY5843" fmla="*/ 1601588 h 3912503"/>
              <a:gd name="connsiteX5844" fmla="*/ 2442744 w 12192528"/>
              <a:gd name="connsiteY5844" fmla="*/ 1619416 h 3912503"/>
              <a:gd name="connsiteX5845" fmla="*/ 2441018 w 12192528"/>
              <a:gd name="connsiteY5845" fmla="*/ 1644718 h 3912503"/>
              <a:gd name="connsiteX5846" fmla="*/ 2438716 w 12192528"/>
              <a:gd name="connsiteY5846" fmla="*/ 1665994 h 3912503"/>
              <a:gd name="connsiteX5847" fmla="*/ 2439293 w 12192528"/>
              <a:gd name="connsiteY5847" fmla="*/ 1674621 h 3912503"/>
              <a:gd name="connsiteX5848" fmla="*/ 2405346 w 12192528"/>
              <a:gd name="connsiteY5848" fmla="*/ 1713724 h 3912503"/>
              <a:gd name="connsiteX5849" fmla="*/ 2373128 w 12192528"/>
              <a:gd name="connsiteY5849" fmla="*/ 1732702 h 3912503"/>
              <a:gd name="connsiteX5850" fmla="*/ 2348963 w 12192528"/>
              <a:gd name="connsiteY5850" fmla="*/ 1764329 h 3912503"/>
              <a:gd name="connsiteX5851" fmla="*/ 2352415 w 12192528"/>
              <a:gd name="connsiteY5851" fmla="*/ 1770654 h 3912503"/>
              <a:gd name="connsiteX5852" fmla="*/ 2355478 w 12192528"/>
              <a:gd name="connsiteY5852" fmla="*/ 1773134 h 3912503"/>
              <a:gd name="connsiteX5853" fmla="*/ 2429009 w 12192528"/>
              <a:gd name="connsiteY5853" fmla="*/ 1814559 h 3912503"/>
              <a:gd name="connsiteX5854" fmla="*/ 2441530 w 12192528"/>
              <a:gd name="connsiteY5854" fmla="*/ 1776982 h 3912503"/>
              <a:gd name="connsiteX5855" fmla="*/ 2528254 w 12192528"/>
              <a:gd name="connsiteY5855" fmla="*/ 1660316 h 3912503"/>
              <a:gd name="connsiteX5856" fmla="*/ 2549187 w 12192528"/>
              <a:gd name="connsiteY5856" fmla="*/ 1654334 h 3912503"/>
              <a:gd name="connsiteX5857" fmla="*/ 2668804 w 12192528"/>
              <a:gd name="connsiteY5857" fmla="*/ 1654334 h 3912503"/>
              <a:gd name="connsiteX5858" fmla="*/ 2644881 w 12192528"/>
              <a:gd name="connsiteY5858" fmla="*/ 1555615 h 3912503"/>
              <a:gd name="connsiteX5859" fmla="*/ 2713661 w 12192528"/>
              <a:gd name="connsiteY5859" fmla="*/ 1609462 h 3912503"/>
              <a:gd name="connsiteX5860" fmla="*/ 2738473 w 12192528"/>
              <a:gd name="connsiteY5860" fmla="*/ 1627551 h 3912503"/>
              <a:gd name="connsiteX5861" fmla="*/ 2753930 w 12192528"/>
              <a:gd name="connsiteY5861" fmla="*/ 1634901 h 3912503"/>
              <a:gd name="connsiteX5862" fmla="*/ 2756826 w 12192528"/>
              <a:gd name="connsiteY5862" fmla="*/ 1632145 h 3912503"/>
              <a:gd name="connsiteX5863" fmla="*/ 2761358 w 12192528"/>
              <a:gd name="connsiteY5863" fmla="*/ 1624307 h 3912503"/>
              <a:gd name="connsiteX5864" fmla="*/ 2761531 w 12192528"/>
              <a:gd name="connsiteY5864" fmla="*/ 1620126 h 3912503"/>
              <a:gd name="connsiteX5865" fmla="*/ 2760137 w 12192528"/>
              <a:gd name="connsiteY5865" fmla="*/ 1617340 h 3912503"/>
              <a:gd name="connsiteX5866" fmla="*/ 2762472 w 12192528"/>
              <a:gd name="connsiteY5866" fmla="*/ 1615830 h 3912503"/>
              <a:gd name="connsiteX5867" fmla="*/ 2741438 w 12192528"/>
              <a:gd name="connsiteY5867" fmla="*/ 1612164 h 3912503"/>
              <a:gd name="connsiteX5868" fmla="*/ 2729475 w 12192528"/>
              <a:gd name="connsiteY5868" fmla="*/ 1606181 h 3912503"/>
              <a:gd name="connsiteX5869" fmla="*/ 2774332 w 12192528"/>
              <a:gd name="connsiteY5869" fmla="*/ 1582250 h 3912503"/>
              <a:gd name="connsiteX5870" fmla="*/ 2774332 w 12192528"/>
              <a:gd name="connsiteY5870" fmla="*/ 1570285 h 3912503"/>
              <a:gd name="connsiteX5871" fmla="*/ 2795265 w 12192528"/>
              <a:gd name="connsiteY5871" fmla="*/ 1378832 h 3912503"/>
              <a:gd name="connsiteX5872" fmla="*/ 2794669 w 12192528"/>
              <a:gd name="connsiteY5872" fmla="*/ 1374358 h 3912503"/>
              <a:gd name="connsiteX5873" fmla="*/ 2786788 w 12192528"/>
              <a:gd name="connsiteY5873" fmla="*/ 1383378 h 3912503"/>
              <a:gd name="connsiteX5874" fmla="*/ 2707088 w 12192528"/>
              <a:gd name="connsiteY5874" fmla="*/ 1499451 h 3912503"/>
              <a:gd name="connsiteX5875" fmla="*/ 2739426 w 12192528"/>
              <a:gd name="connsiteY5875" fmla="*/ 1420865 h 3912503"/>
              <a:gd name="connsiteX5876" fmla="*/ 2781999 w 12192528"/>
              <a:gd name="connsiteY5876" fmla="*/ 1364866 h 3912503"/>
              <a:gd name="connsiteX5877" fmla="*/ 2791485 w 12192528"/>
              <a:gd name="connsiteY5877" fmla="*/ 1350472 h 3912503"/>
              <a:gd name="connsiteX5878" fmla="*/ 2789370 w 12192528"/>
              <a:gd name="connsiteY5878" fmla="*/ 1334601 h 3912503"/>
              <a:gd name="connsiteX5879" fmla="*/ 2777442 w 12192528"/>
              <a:gd name="connsiteY5879" fmla="*/ 1349807 h 3912503"/>
              <a:gd name="connsiteX5880" fmla="*/ 2733038 w 12192528"/>
              <a:gd name="connsiteY5880" fmla="*/ 1396182 h 3912503"/>
              <a:gd name="connsiteX5881" fmla="*/ 2690597 w 12192528"/>
              <a:gd name="connsiteY5881" fmla="*/ 1449294 h 3912503"/>
              <a:gd name="connsiteX5882" fmla="*/ 2734086 w 12192528"/>
              <a:gd name="connsiteY5882" fmla="*/ 1373089 h 3912503"/>
              <a:gd name="connsiteX5883" fmla="*/ 2736214 w 12192528"/>
              <a:gd name="connsiteY5883" fmla="*/ 1381317 h 3912503"/>
              <a:gd name="connsiteX5884" fmla="*/ 2751588 w 12192528"/>
              <a:gd name="connsiteY5884" fmla="*/ 1345740 h 3912503"/>
              <a:gd name="connsiteX5885" fmla="*/ 2768045 w 12192528"/>
              <a:gd name="connsiteY5885" fmla="*/ 1341485 h 3912503"/>
              <a:gd name="connsiteX5886" fmla="*/ 2817381 w 12192528"/>
              <a:gd name="connsiteY5886" fmla="*/ 1274301 h 3912503"/>
              <a:gd name="connsiteX5887" fmla="*/ 2828785 w 12192528"/>
              <a:gd name="connsiteY5887" fmla="*/ 1257307 h 3912503"/>
              <a:gd name="connsiteX5888" fmla="*/ 2854356 w 12192528"/>
              <a:gd name="connsiteY5888" fmla="*/ 1227686 h 3912503"/>
              <a:gd name="connsiteX5889" fmla="*/ 2841467 w 12192528"/>
              <a:gd name="connsiteY5889" fmla="*/ 1219528 h 3912503"/>
              <a:gd name="connsiteX5890" fmla="*/ 2835123 w 12192528"/>
              <a:gd name="connsiteY5890" fmla="*/ 1207719 h 3912503"/>
              <a:gd name="connsiteX5891" fmla="*/ 2833104 w 12192528"/>
              <a:gd name="connsiteY5891" fmla="*/ 1202823 h 3912503"/>
              <a:gd name="connsiteX5892" fmla="*/ 2832815 w 12192528"/>
              <a:gd name="connsiteY5892" fmla="*/ 1197926 h 3912503"/>
              <a:gd name="connsiteX5893" fmla="*/ 2833681 w 12192528"/>
              <a:gd name="connsiteY5893" fmla="*/ 1194182 h 3912503"/>
              <a:gd name="connsiteX5894" fmla="*/ 2835123 w 12192528"/>
              <a:gd name="connsiteY5894" fmla="*/ 1186406 h 3912503"/>
              <a:gd name="connsiteX5895" fmla="*/ 2835410 w 12192528"/>
              <a:gd name="connsiteY5895" fmla="*/ 1183525 h 3912503"/>
              <a:gd name="connsiteX5896" fmla="*/ 2836276 w 12192528"/>
              <a:gd name="connsiteY5896" fmla="*/ 1176612 h 3912503"/>
              <a:gd name="connsiteX5897" fmla="*/ 2850696 w 12192528"/>
              <a:gd name="connsiteY5897" fmla="*/ 1165379 h 3912503"/>
              <a:gd name="connsiteX5898" fmla="*/ 2859924 w 12192528"/>
              <a:gd name="connsiteY5898" fmla="*/ 1165092 h 3912503"/>
              <a:gd name="connsiteX5899" fmla="*/ 2878092 w 12192528"/>
              <a:gd name="connsiteY5899" fmla="*/ 1169124 h 3912503"/>
              <a:gd name="connsiteX5900" fmla="*/ 2882995 w 12192528"/>
              <a:gd name="connsiteY5900" fmla="*/ 1171716 h 3912503"/>
              <a:gd name="connsiteX5901" fmla="*/ 2888474 w 12192528"/>
              <a:gd name="connsiteY5901" fmla="*/ 1176325 h 3912503"/>
              <a:gd name="connsiteX5902" fmla="*/ 2891935 w 12192528"/>
              <a:gd name="connsiteY5902" fmla="*/ 1180933 h 3912503"/>
              <a:gd name="connsiteX5903" fmla="*/ 2892685 w 12192528"/>
              <a:gd name="connsiteY5903" fmla="*/ 1183288 h 3912503"/>
              <a:gd name="connsiteX5904" fmla="*/ 2894641 w 12192528"/>
              <a:gd name="connsiteY5904" fmla="*/ 1181023 h 3912503"/>
              <a:gd name="connsiteX5905" fmla="*/ 2964881 w 12192528"/>
              <a:gd name="connsiteY5905" fmla="*/ 1111506 h 3912503"/>
              <a:gd name="connsiteX5906" fmla="*/ 3008658 w 12192528"/>
              <a:gd name="connsiteY5906" fmla="*/ 1070339 h 3912503"/>
              <a:gd name="connsiteX5907" fmla="*/ 3030673 w 12192528"/>
              <a:gd name="connsiteY5907" fmla="*/ 1040066 h 3912503"/>
              <a:gd name="connsiteX5908" fmla="*/ 3041825 w 12192528"/>
              <a:gd name="connsiteY5908" fmla="*/ 1042448 h 3912503"/>
              <a:gd name="connsiteX5909" fmla="*/ 2946583 w 12192528"/>
              <a:gd name="connsiteY5909" fmla="*/ 1142573 h 3912503"/>
              <a:gd name="connsiteX5910" fmla="*/ 2944995 w 12192528"/>
              <a:gd name="connsiteY5910" fmla="*/ 1150006 h 3912503"/>
              <a:gd name="connsiteX5911" fmla="*/ 2950300 w 12192528"/>
              <a:gd name="connsiteY5911" fmla="*/ 1143366 h 3912503"/>
              <a:gd name="connsiteX5912" fmla="*/ 2959322 w 12192528"/>
              <a:gd name="connsiteY5912" fmla="*/ 1137521 h 3912503"/>
              <a:gd name="connsiteX5913" fmla="*/ 2954017 w 12192528"/>
              <a:gd name="connsiteY5913" fmla="*/ 1144161 h 3912503"/>
              <a:gd name="connsiteX5914" fmla="*/ 2953223 w 12192528"/>
              <a:gd name="connsiteY5914" fmla="*/ 1147877 h 3912503"/>
              <a:gd name="connsiteX5915" fmla="*/ 3064922 w 12192528"/>
              <a:gd name="connsiteY5915" fmla="*/ 1043496 h 3912503"/>
              <a:gd name="connsiteX5916" fmla="*/ 3180338 w 12192528"/>
              <a:gd name="connsiteY5916" fmla="*/ 939912 h 3912503"/>
              <a:gd name="connsiteX5917" fmla="*/ 3200764 w 12192528"/>
              <a:gd name="connsiteY5917" fmla="*/ 917073 h 3912503"/>
              <a:gd name="connsiteX5918" fmla="*/ 3294164 w 12192528"/>
              <a:gd name="connsiteY5918" fmla="*/ 843759 h 3912503"/>
              <a:gd name="connsiteX5919" fmla="*/ 3289907 w 12192528"/>
              <a:gd name="connsiteY5919" fmla="*/ 827305 h 3912503"/>
              <a:gd name="connsiteX5920" fmla="*/ 3305822 w 12192528"/>
              <a:gd name="connsiteY5920" fmla="*/ 807388 h 3912503"/>
              <a:gd name="connsiteX5921" fmla="*/ 3301310 w 12192528"/>
              <a:gd name="connsiteY5921" fmla="*/ 810312 h 3912503"/>
              <a:gd name="connsiteX5922" fmla="*/ 3297592 w 12192528"/>
              <a:gd name="connsiteY5922" fmla="*/ 809517 h 3912503"/>
              <a:gd name="connsiteX5923" fmla="*/ 3306615 w 12192528"/>
              <a:gd name="connsiteY5923" fmla="*/ 803671 h 3912503"/>
              <a:gd name="connsiteX5924" fmla="*/ 3311127 w 12192528"/>
              <a:gd name="connsiteY5924" fmla="*/ 800750 h 3912503"/>
              <a:gd name="connsiteX5925" fmla="*/ 3342165 w 12192528"/>
              <a:gd name="connsiteY5925" fmla="*/ 764634 h 3912503"/>
              <a:gd name="connsiteX5926" fmla="*/ 3414344 w 12192528"/>
              <a:gd name="connsiteY5926" fmla="*/ 717875 h 3912503"/>
              <a:gd name="connsiteX5927" fmla="*/ 3403734 w 12192528"/>
              <a:gd name="connsiteY5927" fmla="*/ 731153 h 3912503"/>
              <a:gd name="connsiteX5928" fmla="*/ 3408245 w 12192528"/>
              <a:gd name="connsiteY5928" fmla="*/ 728230 h 3912503"/>
              <a:gd name="connsiteX5929" fmla="*/ 3416473 w 12192528"/>
              <a:gd name="connsiteY5929" fmla="*/ 726102 h 3912503"/>
              <a:gd name="connsiteX5930" fmla="*/ 3411962 w 12192528"/>
              <a:gd name="connsiteY5930" fmla="*/ 729025 h 3912503"/>
              <a:gd name="connsiteX5931" fmla="*/ 3411168 w 12192528"/>
              <a:gd name="connsiteY5931" fmla="*/ 732742 h 3912503"/>
              <a:gd name="connsiteX5932" fmla="*/ 3441159 w 12192528"/>
              <a:gd name="connsiteY5932" fmla="*/ 719719 h 3912503"/>
              <a:gd name="connsiteX5933" fmla="*/ 3407198 w 12192528"/>
              <a:gd name="connsiteY5933" fmla="*/ 751324 h 3912503"/>
              <a:gd name="connsiteX5934" fmla="*/ 3411709 w 12192528"/>
              <a:gd name="connsiteY5934" fmla="*/ 748402 h 3912503"/>
              <a:gd name="connsiteX5935" fmla="*/ 3420730 w 12192528"/>
              <a:gd name="connsiteY5935" fmla="*/ 742557 h 3912503"/>
              <a:gd name="connsiteX5936" fmla="*/ 3419937 w 12192528"/>
              <a:gd name="connsiteY5936" fmla="*/ 746274 h 3912503"/>
              <a:gd name="connsiteX5937" fmla="*/ 3415427 w 12192528"/>
              <a:gd name="connsiteY5937" fmla="*/ 749195 h 3912503"/>
              <a:gd name="connsiteX5938" fmla="*/ 3441699 w 12192528"/>
              <a:gd name="connsiteY5938" fmla="*/ 735378 h 3912503"/>
              <a:gd name="connsiteX5939" fmla="*/ 3568807 w 12192528"/>
              <a:gd name="connsiteY5939" fmla="*/ 649835 h 3912503"/>
              <a:gd name="connsiteX5940" fmla="*/ 3607821 w 12192528"/>
              <a:gd name="connsiteY5940" fmla="*/ 630967 h 3912503"/>
              <a:gd name="connsiteX5941" fmla="*/ 3735470 w 12192528"/>
              <a:gd name="connsiteY5941" fmla="*/ 561085 h 3912503"/>
              <a:gd name="connsiteX5942" fmla="*/ 3772019 w 12192528"/>
              <a:gd name="connsiteY5942" fmla="*/ 543441 h 3912503"/>
              <a:gd name="connsiteX5943" fmla="*/ 3768755 w 12192528"/>
              <a:gd name="connsiteY5943" fmla="*/ 537368 h 3912503"/>
              <a:gd name="connsiteX5944" fmla="*/ 3766877 w 12192528"/>
              <a:gd name="connsiteY5944" fmla="*/ 532813 h 3912503"/>
              <a:gd name="connsiteX5945" fmla="*/ 3766609 w 12192528"/>
              <a:gd name="connsiteY5945" fmla="*/ 528256 h 3912503"/>
              <a:gd name="connsiteX5946" fmla="*/ 3767414 w 12192528"/>
              <a:gd name="connsiteY5946" fmla="*/ 524772 h 3912503"/>
              <a:gd name="connsiteX5947" fmla="*/ 3768755 w 12192528"/>
              <a:gd name="connsiteY5947" fmla="*/ 517535 h 3912503"/>
              <a:gd name="connsiteX5948" fmla="*/ 3769024 w 12192528"/>
              <a:gd name="connsiteY5948" fmla="*/ 514854 h 3912503"/>
              <a:gd name="connsiteX5949" fmla="*/ 3769829 w 12192528"/>
              <a:gd name="connsiteY5949" fmla="*/ 508421 h 3912503"/>
              <a:gd name="connsiteX5950" fmla="*/ 3783247 w 12192528"/>
              <a:gd name="connsiteY5950" fmla="*/ 497969 h 3912503"/>
              <a:gd name="connsiteX5951" fmla="*/ 3791836 w 12192528"/>
              <a:gd name="connsiteY5951" fmla="*/ 497701 h 3912503"/>
              <a:gd name="connsiteX5952" fmla="*/ 3808743 w 12192528"/>
              <a:gd name="connsiteY5952" fmla="*/ 501453 h 3912503"/>
              <a:gd name="connsiteX5953" fmla="*/ 3813305 w 12192528"/>
              <a:gd name="connsiteY5953" fmla="*/ 503865 h 3912503"/>
              <a:gd name="connsiteX5954" fmla="*/ 3818404 w 12192528"/>
              <a:gd name="connsiteY5954" fmla="*/ 508154 h 3912503"/>
              <a:gd name="connsiteX5955" fmla="*/ 3821624 w 12192528"/>
              <a:gd name="connsiteY5955" fmla="*/ 512442 h 3912503"/>
              <a:gd name="connsiteX5956" fmla="*/ 3825382 w 12192528"/>
              <a:gd name="connsiteY5956" fmla="*/ 524235 h 3912503"/>
              <a:gd name="connsiteX5957" fmla="*/ 3825824 w 12192528"/>
              <a:gd name="connsiteY5957" fmla="*/ 525427 h 3912503"/>
              <a:gd name="connsiteX5958" fmla="*/ 3832875 w 12192528"/>
              <a:gd name="connsiteY5958" fmla="*/ 523603 h 3912503"/>
              <a:gd name="connsiteX5959" fmla="*/ 3828364 w 12192528"/>
              <a:gd name="connsiteY5959" fmla="*/ 526525 h 3912503"/>
              <a:gd name="connsiteX5960" fmla="*/ 3826645 w 12192528"/>
              <a:gd name="connsiteY5960" fmla="*/ 527639 h 3912503"/>
              <a:gd name="connsiteX5961" fmla="*/ 3826895 w 12192528"/>
              <a:gd name="connsiteY5961" fmla="*/ 528316 h 3912503"/>
              <a:gd name="connsiteX5962" fmla="*/ 3870300 w 12192528"/>
              <a:gd name="connsiteY5962" fmla="*/ 512168 h 3912503"/>
              <a:gd name="connsiteX5963" fmla="*/ 3888091 w 12192528"/>
              <a:gd name="connsiteY5963" fmla="*/ 519856 h 3912503"/>
              <a:gd name="connsiteX5964" fmla="*/ 4087415 w 12192528"/>
              <a:gd name="connsiteY5964" fmla="*/ 441969 h 3912503"/>
              <a:gd name="connsiteX5965" fmla="*/ 4228633 w 12192528"/>
              <a:gd name="connsiteY5965" fmla="*/ 417733 h 3912503"/>
              <a:gd name="connsiteX5966" fmla="*/ 4248810 w 12192528"/>
              <a:gd name="connsiteY5966" fmla="*/ 414271 h 3912503"/>
              <a:gd name="connsiteX5967" fmla="*/ 4334812 w 12192528"/>
              <a:gd name="connsiteY5967" fmla="*/ 393783 h 3912503"/>
              <a:gd name="connsiteX5968" fmla="*/ 4409405 w 12192528"/>
              <a:gd name="connsiteY5968" fmla="*/ 390289 h 3912503"/>
              <a:gd name="connsiteX5969" fmla="*/ 4367469 w 12192528"/>
              <a:gd name="connsiteY5969" fmla="*/ 404647 h 3912503"/>
              <a:gd name="connsiteX5970" fmla="*/ 4318895 w 12192528"/>
              <a:gd name="connsiteY5970" fmla="*/ 413700 h 3912503"/>
              <a:gd name="connsiteX5971" fmla="*/ 4288364 w 12192528"/>
              <a:gd name="connsiteY5971" fmla="*/ 411063 h 3912503"/>
              <a:gd name="connsiteX5972" fmla="*/ 4209796 w 12192528"/>
              <a:gd name="connsiteY5972" fmla="*/ 433139 h 3912503"/>
              <a:gd name="connsiteX5973" fmla="*/ 4182186 w 12192528"/>
              <a:gd name="connsiteY5973" fmla="*/ 435013 h 3912503"/>
              <a:gd name="connsiteX5974" fmla="*/ 4180598 w 12192528"/>
              <a:gd name="connsiteY5974" fmla="*/ 442445 h 3912503"/>
              <a:gd name="connsiteX5975" fmla="*/ 4072834 w 12192528"/>
              <a:gd name="connsiteY5975" fmla="*/ 473829 h 3912503"/>
              <a:gd name="connsiteX5976" fmla="*/ 3956843 w 12192528"/>
              <a:gd name="connsiteY5976" fmla="*/ 507340 h 3912503"/>
              <a:gd name="connsiteX5977" fmla="*/ 3950202 w 12192528"/>
              <a:gd name="connsiteY5977" fmla="*/ 502035 h 3912503"/>
              <a:gd name="connsiteX5978" fmla="*/ 3859436 w 12192528"/>
              <a:gd name="connsiteY5978" fmla="*/ 544822 h 3912503"/>
              <a:gd name="connsiteX5979" fmla="*/ 3804762 w 12192528"/>
              <a:gd name="connsiteY5979" fmla="*/ 564231 h 3912503"/>
              <a:gd name="connsiteX5980" fmla="*/ 3807686 w 12192528"/>
              <a:gd name="connsiteY5980" fmla="*/ 568741 h 3912503"/>
              <a:gd name="connsiteX5981" fmla="*/ 3755933 w 12192528"/>
              <a:gd name="connsiteY5981" fmla="*/ 592660 h 3912503"/>
              <a:gd name="connsiteX5982" fmla="*/ 3736552 w 12192528"/>
              <a:gd name="connsiteY5982" fmla="*/ 592406 h 3912503"/>
              <a:gd name="connsiteX5983" fmla="*/ 3754850 w 12192528"/>
              <a:gd name="connsiteY5983" fmla="*/ 561339 h 3912503"/>
              <a:gd name="connsiteX5984" fmla="*/ 3662496 w 12192528"/>
              <a:gd name="connsiteY5984" fmla="*/ 611559 h 3912503"/>
              <a:gd name="connsiteX5985" fmla="*/ 3666213 w 12192528"/>
              <a:gd name="connsiteY5985" fmla="*/ 612354 h 3912503"/>
              <a:gd name="connsiteX5986" fmla="*/ 3674442 w 12192528"/>
              <a:gd name="connsiteY5986" fmla="*/ 610225 h 3912503"/>
              <a:gd name="connsiteX5987" fmla="*/ 3665420 w 12192528"/>
              <a:gd name="connsiteY5987" fmla="*/ 616071 h 3912503"/>
              <a:gd name="connsiteX5988" fmla="*/ 3639146 w 12192528"/>
              <a:gd name="connsiteY5988" fmla="*/ 629888 h 3912503"/>
              <a:gd name="connsiteX5989" fmla="*/ 3633841 w 12192528"/>
              <a:gd name="connsiteY5989" fmla="*/ 636527 h 3912503"/>
              <a:gd name="connsiteX5990" fmla="*/ 3630124 w 12192528"/>
              <a:gd name="connsiteY5990" fmla="*/ 635732 h 3912503"/>
              <a:gd name="connsiteX5991" fmla="*/ 3626407 w 12192528"/>
              <a:gd name="connsiteY5991" fmla="*/ 634938 h 3912503"/>
              <a:gd name="connsiteX5992" fmla="*/ 3630918 w 12192528"/>
              <a:gd name="connsiteY5992" fmla="*/ 632017 h 3912503"/>
              <a:gd name="connsiteX5993" fmla="*/ 3628535 w 12192528"/>
              <a:gd name="connsiteY5993" fmla="*/ 643165 h 3912503"/>
              <a:gd name="connsiteX5994" fmla="*/ 3622436 w 12192528"/>
              <a:gd name="connsiteY5994" fmla="*/ 653521 h 3912503"/>
              <a:gd name="connsiteX5995" fmla="*/ 3641816 w 12192528"/>
              <a:gd name="connsiteY5995" fmla="*/ 653775 h 3912503"/>
              <a:gd name="connsiteX5996" fmla="*/ 3608649 w 12192528"/>
              <a:gd name="connsiteY5996" fmla="*/ 681665 h 3912503"/>
              <a:gd name="connsiteX5997" fmla="*/ 3571460 w 12192528"/>
              <a:gd name="connsiteY5997" fmla="*/ 702765 h 3912503"/>
              <a:gd name="connsiteX5998" fmla="*/ 3599694 w 12192528"/>
              <a:gd name="connsiteY5998" fmla="*/ 702765 h 3912503"/>
              <a:gd name="connsiteX5999" fmla="*/ 3599694 w 12192528"/>
              <a:gd name="connsiteY5999" fmla="*/ 768577 h 3912503"/>
              <a:gd name="connsiteX6000" fmla="*/ 3602684 w 12192528"/>
              <a:gd name="connsiteY6000" fmla="*/ 819432 h 3912503"/>
              <a:gd name="connsiteX6001" fmla="*/ 3707349 w 12192528"/>
              <a:gd name="connsiteY6001" fmla="*/ 870286 h 3912503"/>
              <a:gd name="connsiteX6002" fmla="*/ 3782110 w 12192528"/>
              <a:gd name="connsiteY6002" fmla="*/ 879260 h 3912503"/>
              <a:gd name="connsiteX6003" fmla="*/ 3799180 w 12192528"/>
              <a:gd name="connsiteY6003" fmla="*/ 895651 h 3912503"/>
              <a:gd name="connsiteX6004" fmla="*/ 3865654 w 12192528"/>
              <a:gd name="connsiteY6004" fmla="*/ 862751 h 3912503"/>
              <a:gd name="connsiteX6005" fmla="*/ 3868834 w 12192528"/>
              <a:gd name="connsiteY6005" fmla="*/ 855329 h 3912503"/>
              <a:gd name="connsiteX6006" fmla="*/ 3933595 w 12192528"/>
              <a:gd name="connsiteY6006" fmla="*/ 825041 h 3912503"/>
              <a:gd name="connsiteX6007" fmla="*/ 3942951 w 12192528"/>
              <a:gd name="connsiteY6007" fmla="*/ 831176 h 3912503"/>
              <a:gd name="connsiteX6008" fmla="*/ 3986740 w 12192528"/>
              <a:gd name="connsiteY6008" fmla="*/ 813795 h 3912503"/>
              <a:gd name="connsiteX6009" fmla="*/ 4089483 w 12192528"/>
              <a:gd name="connsiteY6009" fmla="*/ 782669 h 3912503"/>
              <a:gd name="connsiteX6010" fmla="*/ 4092578 w 12192528"/>
              <a:gd name="connsiteY6010" fmla="*/ 782146 h 3912503"/>
              <a:gd name="connsiteX6011" fmla="*/ 4093388 w 12192528"/>
              <a:gd name="connsiteY6011" fmla="*/ 777777 h 3912503"/>
              <a:gd name="connsiteX6012" fmla="*/ 4093677 w 12192528"/>
              <a:gd name="connsiteY6012" fmla="*/ 774896 h 3912503"/>
              <a:gd name="connsiteX6013" fmla="*/ 4094543 w 12192528"/>
              <a:gd name="connsiteY6013" fmla="*/ 767984 h 3912503"/>
              <a:gd name="connsiteX6014" fmla="*/ 4108962 w 12192528"/>
              <a:gd name="connsiteY6014" fmla="*/ 756751 h 3912503"/>
              <a:gd name="connsiteX6015" fmla="*/ 4118191 w 12192528"/>
              <a:gd name="connsiteY6015" fmla="*/ 756463 h 3912503"/>
              <a:gd name="connsiteX6016" fmla="*/ 4136359 w 12192528"/>
              <a:gd name="connsiteY6016" fmla="*/ 760495 h 3912503"/>
              <a:gd name="connsiteX6017" fmla="*/ 4141261 w 12192528"/>
              <a:gd name="connsiteY6017" fmla="*/ 763087 h 3912503"/>
              <a:gd name="connsiteX6018" fmla="*/ 4146741 w 12192528"/>
              <a:gd name="connsiteY6018" fmla="*/ 767696 h 3912503"/>
              <a:gd name="connsiteX6019" fmla="*/ 4150202 w 12192528"/>
              <a:gd name="connsiteY6019" fmla="*/ 772304 h 3912503"/>
              <a:gd name="connsiteX6020" fmla="*/ 4154239 w 12192528"/>
              <a:gd name="connsiteY6020" fmla="*/ 784977 h 3912503"/>
              <a:gd name="connsiteX6021" fmla="*/ 4157123 w 12192528"/>
              <a:gd name="connsiteY6021" fmla="*/ 792754 h 3912503"/>
              <a:gd name="connsiteX6022" fmla="*/ 4157123 w 12192528"/>
              <a:gd name="connsiteY6022" fmla="*/ 796210 h 3912503"/>
              <a:gd name="connsiteX6023" fmla="*/ 4153662 w 12192528"/>
              <a:gd name="connsiteY6023" fmla="*/ 803123 h 3912503"/>
              <a:gd name="connsiteX6024" fmla="*/ 4145876 w 12192528"/>
              <a:gd name="connsiteY6024" fmla="*/ 813492 h 3912503"/>
              <a:gd name="connsiteX6025" fmla="*/ 4143857 w 12192528"/>
              <a:gd name="connsiteY6025" fmla="*/ 817524 h 3912503"/>
              <a:gd name="connsiteX6026" fmla="*/ 4140397 w 12192528"/>
              <a:gd name="connsiteY6026" fmla="*/ 818964 h 3912503"/>
              <a:gd name="connsiteX6027" fmla="*/ 4133763 w 12192528"/>
              <a:gd name="connsiteY6027" fmla="*/ 820981 h 3912503"/>
              <a:gd name="connsiteX6028" fmla="*/ 4131456 w 12192528"/>
              <a:gd name="connsiteY6028" fmla="*/ 822132 h 3912503"/>
              <a:gd name="connsiteX6029" fmla="*/ 4122228 w 12192528"/>
              <a:gd name="connsiteY6029" fmla="*/ 823284 h 3912503"/>
              <a:gd name="connsiteX6030" fmla="*/ 4120209 w 12192528"/>
              <a:gd name="connsiteY6030" fmla="*/ 823860 h 3912503"/>
              <a:gd name="connsiteX6031" fmla="*/ 4105114 w 12192528"/>
              <a:gd name="connsiteY6031" fmla="*/ 814305 h 3912503"/>
              <a:gd name="connsiteX6032" fmla="*/ 4091413 w 12192528"/>
              <a:gd name="connsiteY6032" fmla="*/ 830179 h 3912503"/>
              <a:gd name="connsiteX6033" fmla="*/ 4216017 w 12192528"/>
              <a:gd name="connsiteY6033" fmla="*/ 797194 h 3912503"/>
              <a:gd name="connsiteX6034" fmla="*/ 4221512 w 12192528"/>
              <a:gd name="connsiteY6034" fmla="*/ 780703 h 3912503"/>
              <a:gd name="connsiteX6035" fmla="*/ 4245332 w 12192528"/>
              <a:gd name="connsiteY6035" fmla="*/ 736721 h 3912503"/>
              <a:gd name="connsiteX6036" fmla="*/ 4404977 w 12192528"/>
              <a:gd name="connsiteY6036" fmla="*/ 697323 h 3912503"/>
              <a:gd name="connsiteX6037" fmla="*/ 4470970 w 12192528"/>
              <a:gd name="connsiteY6037" fmla="*/ 683428 h 3912503"/>
              <a:gd name="connsiteX6038" fmla="*/ 4469697 w 12192528"/>
              <a:gd name="connsiteY6038" fmla="*/ 681056 h 3912503"/>
              <a:gd name="connsiteX6039" fmla="*/ 4467817 w 12192528"/>
              <a:gd name="connsiteY6039" fmla="*/ 676499 h 3912503"/>
              <a:gd name="connsiteX6040" fmla="*/ 4467550 w 12192528"/>
              <a:gd name="connsiteY6040" fmla="*/ 671943 h 3912503"/>
              <a:gd name="connsiteX6041" fmla="*/ 4468357 w 12192528"/>
              <a:gd name="connsiteY6041" fmla="*/ 668459 h 3912503"/>
              <a:gd name="connsiteX6042" fmla="*/ 4469697 w 12192528"/>
              <a:gd name="connsiteY6042" fmla="*/ 661221 h 3912503"/>
              <a:gd name="connsiteX6043" fmla="*/ 4469964 w 12192528"/>
              <a:gd name="connsiteY6043" fmla="*/ 658542 h 3912503"/>
              <a:gd name="connsiteX6044" fmla="*/ 4470770 w 12192528"/>
              <a:gd name="connsiteY6044" fmla="*/ 652109 h 3912503"/>
              <a:gd name="connsiteX6045" fmla="*/ 4484189 w 12192528"/>
              <a:gd name="connsiteY6045" fmla="*/ 641656 h 3912503"/>
              <a:gd name="connsiteX6046" fmla="*/ 4492776 w 12192528"/>
              <a:gd name="connsiteY6046" fmla="*/ 641388 h 3912503"/>
              <a:gd name="connsiteX6047" fmla="*/ 4509684 w 12192528"/>
              <a:gd name="connsiteY6047" fmla="*/ 645140 h 3912503"/>
              <a:gd name="connsiteX6048" fmla="*/ 4514246 w 12192528"/>
              <a:gd name="connsiteY6048" fmla="*/ 647553 h 3912503"/>
              <a:gd name="connsiteX6049" fmla="*/ 4519346 w 12192528"/>
              <a:gd name="connsiteY6049" fmla="*/ 651840 h 3912503"/>
              <a:gd name="connsiteX6050" fmla="*/ 4522565 w 12192528"/>
              <a:gd name="connsiteY6050" fmla="*/ 656129 h 3912503"/>
              <a:gd name="connsiteX6051" fmla="*/ 4526323 w 12192528"/>
              <a:gd name="connsiteY6051" fmla="*/ 667922 h 3912503"/>
              <a:gd name="connsiteX6052" fmla="*/ 4527649 w 12192528"/>
              <a:gd name="connsiteY6052" fmla="*/ 671496 h 3912503"/>
              <a:gd name="connsiteX6053" fmla="*/ 4565998 w 12192528"/>
              <a:gd name="connsiteY6053" fmla="*/ 663422 h 3912503"/>
              <a:gd name="connsiteX6054" fmla="*/ 4703654 w 12192528"/>
              <a:gd name="connsiteY6054" fmla="*/ 644181 h 3912503"/>
              <a:gd name="connsiteX6055" fmla="*/ 4733360 w 12192528"/>
              <a:gd name="connsiteY6055" fmla="*/ 643593 h 3912503"/>
              <a:gd name="connsiteX6056" fmla="*/ 4726599 w 12192528"/>
              <a:gd name="connsiteY6056" fmla="*/ 637387 h 3912503"/>
              <a:gd name="connsiteX6057" fmla="*/ 4717876 w 12192528"/>
              <a:gd name="connsiteY6057" fmla="*/ 630537 h 3912503"/>
              <a:gd name="connsiteX6058" fmla="*/ 4729714 w 12192528"/>
              <a:gd name="connsiteY6058" fmla="*/ 623065 h 3912503"/>
              <a:gd name="connsiteX6059" fmla="*/ 4731581 w 12192528"/>
              <a:gd name="connsiteY6059" fmla="*/ 623065 h 3912503"/>
              <a:gd name="connsiteX6060" fmla="*/ 4743419 w 12192528"/>
              <a:gd name="connsiteY6060" fmla="*/ 601896 h 3912503"/>
              <a:gd name="connsiteX6061" fmla="*/ 4744664 w 12192528"/>
              <a:gd name="connsiteY6061" fmla="*/ 572631 h 3912503"/>
              <a:gd name="connsiteX6062" fmla="*/ 4755257 w 12192528"/>
              <a:gd name="connsiteY6062" fmla="*/ 531535 h 3912503"/>
              <a:gd name="connsiteX6063" fmla="*/ 4764600 w 12192528"/>
              <a:gd name="connsiteY6063" fmla="*/ 520327 h 3912503"/>
              <a:gd name="connsiteX6064" fmla="*/ 4790142 w 12192528"/>
              <a:gd name="connsiteY6064" fmla="*/ 487949 h 3912503"/>
              <a:gd name="connsiteX6065" fmla="*/ 4805092 w 12192528"/>
              <a:gd name="connsiteY6065" fmla="*/ 482345 h 3912503"/>
              <a:gd name="connsiteX6066" fmla="*/ 4866768 w 12192528"/>
              <a:gd name="connsiteY6066" fmla="*/ 464288 h 3912503"/>
              <a:gd name="connsiteX6067" fmla="*/ 4866768 w 12192528"/>
              <a:gd name="connsiteY6067" fmla="*/ 450590 h 3912503"/>
              <a:gd name="connsiteX6068" fmla="*/ 4850570 w 12192528"/>
              <a:gd name="connsiteY6068" fmla="*/ 448722 h 3912503"/>
              <a:gd name="connsiteX6069" fmla="*/ 4839355 w 12192528"/>
              <a:gd name="connsiteY6069" fmla="*/ 456194 h 3912503"/>
              <a:gd name="connsiteX6070" fmla="*/ 4828764 w 12192528"/>
              <a:gd name="connsiteY6070" fmla="*/ 457439 h 3912503"/>
              <a:gd name="connsiteX6071" fmla="*/ 4830634 w 12192528"/>
              <a:gd name="connsiteY6071" fmla="*/ 446231 h 3912503"/>
              <a:gd name="connsiteX6072" fmla="*/ 4839355 w 12192528"/>
              <a:gd name="connsiteY6072" fmla="*/ 438137 h 3912503"/>
              <a:gd name="connsiteX6073" fmla="*/ 4842469 w 12192528"/>
              <a:gd name="connsiteY6073" fmla="*/ 418835 h 3912503"/>
              <a:gd name="connsiteX6074" fmla="*/ 4825649 w 12192528"/>
              <a:gd name="connsiteY6074" fmla="*/ 422570 h 3912503"/>
              <a:gd name="connsiteX6075" fmla="*/ 4812567 w 12192528"/>
              <a:gd name="connsiteY6075" fmla="*/ 433155 h 3912503"/>
              <a:gd name="connsiteX6076" fmla="*/ 4800108 w 12192528"/>
              <a:gd name="connsiteY6076" fmla="*/ 425061 h 3912503"/>
              <a:gd name="connsiteX6077" fmla="*/ 4813814 w 12192528"/>
              <a:gd name="connsiteY6077" fmla="*/ 389570 h 3912503"/>
              <a:gd name="connsiteX6078" fmla="*/ 4813814 w 12192528"/>
              <a:gd name="connsiteY6078" fmla="*/ 355324 h 3912503"/>
              <a:gd name="connsiteX6079" fmla="*/ 4801354 w 12192528"/>
              <a:gd name="connsiteY6079" fmla="*/ 341626 h 3912503"/>
              <a:gd name="connsiteX6080" fmla="*/ 4797617 w 12192528"/>
              <a:gd name="connsiteY6080" fmla="*/ 334776 h 3912503"/>
              <a:gd name="connsiteX6081" fmla="*/ 4804469 w 12192528"/>
              <a:gd name="connsiteY6081" fmla="*/ 331040 h 3912503"/>
              <a:gd name="connsiteX6082" fmla="*/ 4817552 w 12192528"/>
              <a:gd name="connsiteY6082" fmla="*/ 318587 h 3912503"/>
              <a:gd name="connsiteX6083" fmla="*/ 4833750 w 12192528"/>
              <a:gd name="connsiteY6083" fmla="*/ 290567 h 3912503"/>
              <a:gd name="connsiteX6084" fmla="*/ 4834373 w 12192528"/>
              <a:gd name="connsiteY6084" fmla="*/ 275624 h 3912503"/>
              <a:gd name="connsiteX6085" fmla="*/ 4829387 w 12192528"/>
              <a:gd name="connsiteY6085" fmla="*/ 265661 h 3912503"/>
              <a:gd name="connsiteX6086" fmla="*/ 4839979 w 12192528"/>
              <a:gd name="connsiteY6086" fmla="*/ 258812 h 3912503"/>
              <a:gd name="connsiteX6087" fmla="*/ 4848700 w 12192528"/>
              <a:gd name="connsiteY6087" fmla="*/ 257567 h 3912503"/>
              <a:gd name="connsiteX6088" fmla="*/ 4859290 w 12192528"/>
              <a:gd name="connsiteY6088" fmla="*/ 232039 h 3912503"/>
              <a:gd name="connsiteX6089" fmla="*/ 4856174 w 12192528"/>
              <a:gd name="connsiteY6089" fmla="*/ 227057 h 3912503"/>
              <a:gd name="connsiteX6090" fmla="*/ 4856798 w 12192528"/>
              <a:gd name="connsiteY6090" fmla="*/ 215849 h 3912503"/>
              <a:gd name="connsiteX6091" fmla="*/ 4866768 w 12192528"/>
              <a:gd name="connsiteY6091" fmla="*/ 218340 h 3912503"/>
              <a:gd name="connsiteX6092" fmla="*/ 4872995 w 12192528"/>
              <a:gd name="connsiteY6092" fmla="*/ 226435 h 3912503"/>
              <a:gd name="connsiteX6093" fmla="*/ 4885455 w 12192528"/>
              <a:gd name="connsiteY6093" fmla="*/ 228302 h 3912503"/>
              <a:gd name="connsiteX6094" fmla="*/ 4923454 w 12192528"/>
              <a:gd name="connsiteY6094" fmla="*/ 218340 h 3912503"/>
              <a:gd name="connsiteX6095" fmla="*/ 4970801 w 12192528"/>
              <a:gd name="connsiteY6095" fmla="*/ 215227 h 3912503"/>
              <a:gd name="connsiteX6096" fmla="*/ 6682830 w 12192528"/>
              <a:gd name="connsiteY6096" fmla="*/ 167741 h 3912503"/>
              <a:gd name="connsiteX6097" fmla="*/ 6699324 w 12192528"/>
              <a:gd name="connsiteY6097" fmla="*/ 183068 h 3912503"/>
              <a:gd name="connsiteX6098" fmla="*/ 6702627 w 12192528"/>
              <a:gd name="connsiteY6098" fmla="*/ 189090 h 3912503"/>
              <a:gd name="connsiteX6099" fmla="*/ 6713070 w 12192528"/>
              <a:gd name="connsiteY6099" fmla="*/ 202227 h 3912503"/>
              <a:gd name="connsiteX6100" fmla="*/ 6721318 w 12192528"/>
              <a:gd name="connsiteY6100" fmla="*/ 207154 h 3912503"/>
              <a:gd name="connsiteX6101" fmla="*/ 6729016 w 12192528"/>
              <a:gd name="connsiteY6101" fmla="*/ 229051 h 3912503"/>
              <a:gd name="connsiteX6102" fmla="*/ 6724067 w 12192528"/>
              <a:gd name="connsiteY6102" fmla="*/ 247662 h 3912503"/>
              <a:gd name="connsiteX6103" fmla="*/ 6708670 w 12192528"/>
              <a:gd name="connsiteY6103" fmla="*/ 259705 h 3912503"/>
              <a:gd name="connsiteX6104" fmla="*/ 6707023 w 12192528"/>
              <a:gd name="connsiteY6104" fmla="*/ 261895 h 3912503"/>
              <a:gd name="connsiteX6105" fmla="*/ 6696028 w 12192528"/>
              <a:gd name="connsiteY6105" fmla="*/ 261895 h 3912503"/>
              <a:gd name="connsiteX6106" fmla="*/ 6683927 w 12192528"/>
              <a:gd name="connsiteY6106" fmla="*/ 255873 h 3912503"/>
              <a:gd name="connsiteX6107" fmla="*/ 6675673 w 12192528"/>
              <a:gd name="connsiteY6107" fmla="*/ 246020 h 3912503"/>
              <a:gd name="connsiteX6108" fmla="*/ 6669635 w 12192528"/>
              <a:gd name="connsiteY6108" fmla="*/ 231240 h 3912503"/>
              <a:gd name="connsiteX6109" fmla="*/ 6661928 w 12192528"/>
              <a:gd name="connsiteY6109" fmla="*/ 217008 h 3912503"/>
              <a:gd name="connsiteX6110" fmla="*/ 6649829 w 12192528"/>
              <a:gd name="connsiteY6110" fmla="*/ 204964 h 3912503"/>
              <a:gd name="connsiteX6111" fmla="*/ 6649829 w 12192528"/>
              <a:gd name="connsiteY6111" fmla="*/ 185258 h 3912503"/>
              <a:gd name="connsiteX6112" fmla="*/ 6656429 w 12192528"/>
              <a:gd name="connsiteY6112" fmla="*/ 177594 h 3912503"/>
              <a:gd name="connsiteX6113" fmla="*/ 6668525 w 12192528"/>
              <a:gd name="connsiteY6113" fmla="*/ 169931 h 3912503"/>
              <a:gd name="connsiteX6114" fmla="*/ 6682830 w 12192528"/>
              <a:gd name="connsiteY6114" fmla="*/ 167741 h 3912503"/>
              <a:gd name="connsiteX6115" fmla="*/ 6015172 w 12192528"/>
              <a:gd name="connsiteY6115" fmla="*/ 165947 h 3912503"/>
              <a:gd name="connsiteX6116" fmla="*/ 6029467 w 12192528"/>
              <a:gd name="connsiteY6116" fmla="*/ 168137 h 3912503"/>
              <a:gd name="connsiteX6117" fmla="*/ 6041566 w 12192528"/>
              <a:gd name="connsiteY6117" fmla="*/ 175800 h 3912503"/>
              <a:gd name="connsiteX6118" fmla="*/ 6048165 w 12192528"/>
              <a:gd name="connsiteY6118" fmla="*/ 183464 h 3912503"/>
              <a:gd name="connsiteX6119" fmla="*/ 6048165 w 12192528"/>
              <a:gd name="connsiteY6119" fmla="*/ 203170 h 3912503"/>
              <a:gd name="connsiteX6120" fmla="*/ 6036067 w 12192528"/>
              <a:gd name="connsiteY6120" fmla="*/ 215214 h 3912503"/>
              <a:gd name="connsiteX6121" fmla="*/ 6028368 w 12192528"/>
              <a:gd name="connsiteY6121" fmla="*/ 229446 h 3912503"/>
              <a:gd name="connsiteX6122" fmla="*/ 6022320 w 12192528"/>
              <a:gd name="connsiteY6122" fmla="*/ 244226 h 3912503"/>
              <a:gd name="connsiteX6123" fmla="*/ 6014073 w 12192528"/>
              <a:gd name="connsiteY6123" fmla="*/ 254079 h 3912503"/>
              <a:gd name="connsiteX6124" fmla="*/ 6001974 w 12192528"/>
              <a:gd name="connsiteY6124" fmla="*/ 260101 h 3912503"/>
              <a:gd name="connsiteX6125" fmla="*/ 5990976 w 12192528"/>
              <a:gd name="connsiteY6125" fmla="*/ 260101 h 3912503"/>
              <a:gd name="connsiteX6126" fmla="*/ 5989329 w 12192528"/>
              <a:gd name="connsiteY6126" fmla="*/ 257911 h 3912503"/>
              <a:gd name="connsiteX6127" fmla="*/ 5973930 w 12192528"/>
              <a:gd name="connsiteY6127" fmla="*/ 245868 h 3912503"/>
              <a:gd name="connsiteX6128" fmla="*/ 5968982 w 12192528"/>
              <a:gd name="connsiteY6128" fmla="*/ 227257 h 3912503"/>
              <a:gd name="connsiteX6129" fmla="*/ 5976681 w 12192528"/>
              <a:gd name="connsiteY6129" fmla="*/ 205360 h 3912503"/>
              <a:gd name="connsiteX6130" fmla="*/ 5984929 w 12192528"/>
              <a:gd name="connsiteY6130" fmla="*/ 200433 h 3912503"/>
              <a:gd name="connsiteX6131" fmla="*/ 5995378 w 12192528"/>
              <a:gd name="connsiteY6131" fmla="*/ 187296 h 3912503"/>
              <a:gd name="connsiteX6132" fmla="*/ 5998676 w 12192528"/>
              <a:gd name="connsiteY6132" fmla="*/ 181274 h 3912503"/>
              <a:gd name="connsiteX6133" fmla="*/ 6015172 w 12192528"/>
              <a:gd name="connsiteY6133" fmla="*/ 165947 h 3912503"/>
              <a:gd name="connsiteX6134" fmla="*/ 3712302 w 12192528"/>
              <a:gd name="connsiteY6134" fmla="*/ 142724 h 3912503"/>
              <a:gd name="connsiteX6135" fmla="*/ 3725052 w 12192528"/>
              <a:gd name="connsiteY6135" fmla="*/ 143061 h 3912503"/>
              <a:gd name="connsiteX6136" fmla="*/ 3737417 w 12192528"/>
              <a:gd name="connsiteY6136" fmla="*/ 143447 h 3912503"/>
              <a:gd name="connsiteX6137" fmla="*/ 3756734 w 12192528"/>
              <a:gd name="connsiteY6137" fmla="*/ 158496 h 3912503"/>
              <a:gd name="connsiteX6138" fmla="*/ 3757894 w 12192528"/>
              <a:gd name="connsiteY6138" fmla="*/ 167757 h 3912503"/>
              <a:gd name="connsiteX6139" fmla="*/ 3758280 w 12192528"/>
              <a:gd name="connsiteY6139" fmla="*/ 171616 h 3912503"/>
              <a:gd name="connsiteX6140" fmla="*/ 3760212 w 12192528"/>
              <a:gd name="connsiteY6140" fmla="*/ 182035 h 3912503"/>
              <a:gd name="connsiteX6141" fmla="*/ 3761371 w 12192528"/>
              <a:gd name="connsiteY6141" fmla="*/ 187052 h 3912503"/>
              <a:gd name="connsiteX6142" fmla="*/ 3760985 w 12192528"/>
              <a:gd name="connsiteY6142" fmla="*/ 193611 h 3912503"/>
              <a:gd name="connsiteX6143" fmla="*/ 3758280 w 12192528"/>
              <a:gd name="connsiteY6143" fmla="*/ 200172 h 3912503"/>
              <a:gd name="connsiteX6144" fmla="*/ 3749780 w 12192528"/>
              <a:gd name="connsiteY6144" fmla="*/ 215992 h 3912503"/>
              <a:gd name="connsiteX6145" fmla="*/ 3722347 w 12192528"/>
              <a:gd name="connsiteY6145" fmla="*/ 233357 h 3912503"/>
              <a:gd name="connsiteX6146" fmla="*/ 3719643 w 12192528"/>
              <a:gd name="connsiteY6146" fmla="*/ 232585 h 3912503"/>
              <a:gd name="connsiteX6147" fmla="*/ 3707279 w 12192528"/>
              <a:gd name="connsiteY6147" fmla="*/ 231042 h 3912503"/>
              <a:gd name="connsiteX6148" fmla="*/ 3704189 w 12192528"/>
              <a:gd name="connsiteY6148" fmla="*/ 229498 h 3912503"/>
              <a:gd name="connsiteX6149" fmla="*/ 3695302 w 12192528"/>
              <a:gd name="connsiteY6149" fmla="*/ 226796 h 3912503"/>
              <a:gd name="connsiteX6150" fmla="*/ 3690665 w 12192528"/>
              <a:gd name="connsiteY6150" fmla="*/ 224868 h 3912503"/>
              <a:gd name="connsiteX6151" fmla="*/ 3687961 w 12192528"/>
              <a:gd name="connsiteY6151" fmla="*/ 219465 h 3912503"/>
              <a:gd name="connsiteX6152" fmla="*/ 3677529 w 12192528"/>
              <a:gd name="connsiteY6152" fmla="*/ 205573 h 3912503"/>
              <a:gd name="connsiteX6153" fmla="*/ 3672893 w 12192528"/>
              <a:gd name="connsiteY6153" fmla="*/ 196313 h 3912503"/>
              <a:gd name="connsiteX6154" fmla="*/ 3672893 w 12192528"/>
              <a:gd name="connsiteY6154" fmla="*/ 191682 h 3912503"/>
              <a:gd name="connsiteX6155" fmla="*/ 3676756 w 12192528"/>
              <a:gd name="connsiteY6155" fmla="*/ 181263 h 3912503"/>
              <a:gd name="connsiteX6156" fmla="*/ 3682165 w 12192528"/>
              <a:gd name="connsiteY6156" fmla="*/ 164285 h 3912503"/>
              <a:gd name="connsiteX6157" fmla="*/ 3686802 w 12192528"/>
              <a:gd name="connsiteY6157" fmla="*/ 158110 h 3912503"/>
              <a:gd name="connsiteX6158" fmla="*/ 3694143 w 12192528"/>
              <a:gd name="connsiteY6158" fmla="*/ 151937 h 3912503"/>
              <a:gd name="connsiteX6159" fmla="*/ 3700711 w 12192528"/>
              <a:gd name="connsiteY6159" fmla="*/ 148464 h 3912503"/>
              <a:gd name="connsiteX6160" fmla="*/ 3712302 w 12192528"/>
              <a:gd name="connsiteY6160" fmla="*/ 142724 h 3912503"/>
              <a:gd name="connsiteX6161" fmla="*/ 6884850 w 12192528"/>
              <a:gd name="connsiteY6161" fmla="*/ 103907 h 3912503"/>
              <a:gd name="connsiteX6162" fmla="*/ 6889099 w 12192528"/>
              <a:gd name="connsiteY6162" fmla="*/ 106030 h 3912503"/>
              <a:gd name="connsiteX6163" fmla="*/ 6901367 w 12192528"/>
              <a:gd name="connsiteY6163" fmla="*/ 111689 h 3912503"/>
              <a:gd name="connsiteX6164" fmla="*/ 6903727 w 12192528"/>
              <a:gd name="connsiteY6164" fmla="*/ 113340 h 3912503"/>
              <a:gd name="connsiteX6165" fmla="*/ 6914110 w 12192528"/>
              <a:gd name="connsiteY6165" fmla="*/ 125839 h 3912503"/>
              <a:gd name="connsiteX6166" fmla="*/ 6920479 w 12192528"/>
              <a:gd name="connsiteY6166" fmla="*/ 147064 h 3912503"/>
              <a:gd name="connsiteX6167" fmla="*/ 6923548 w 12192528"/>
              <a:gd name="connsiteY6167" fmla="*/ 154375 h 3912503"/>
              <a:gd name="connsiteX6168" fmla="*/ 6922838 w 12192528"/>
              <a:gd name="connsiteY6168" fmla="*/ 164751 h 3912503"/>
              <a:gd name="connsiteX6169" fmla="*/ 6921895 w 12192528"/>
              <a:gd name="connsiteY6169" fmla="*/ 173477 h 3912503"/>
              <a:gd name="connsiteX6170" fmla="*/ 6922129 w 12192528"/>
              <a:gd name="connsiteY6170" fmla="*/ 177015 h 3912503"/>
              <a:gd name="connsiteX6171" fmla="*/ 6908212 w 12192528"/>
              <a:gd name="connsiteY6171" fmla="*/ 193051 h 3912503"/>
              <a:gd name="connsiteX6172" fmla="*/ 6894999 w 12192528"/>
              <a:gd name="connsiteY6172" fmla="*/ 200833 h 3912503"/>
              <a:gd name="connsiteX6173" fmla="*/ 6885085 w 12192528"/>
              <a:gd name="connsiteY6173" fmla="*/ 213804 h 3912503"/>
              <a:gd name="connsiteX6174" fmla="*/ 6886502 w 12192528"/>
              <a:gd name="connsiteY6174" fmla="*/ 216399 h 3912503"/>
              <a:gd name="connsiteX6175" fmla="*/ 6900424 w 12192528"/>
              <a:gd name="connsiteY6175" fmla="*/ 232907 h 3912503"/>
              <a:gd name="connsiteX6176" fmla="*/ 6902316 w 12192528"/>
              <a:gd name="connsiteY6176" fmla="*/ 236679 h 3912503"/>
              <a:gd name="connsiteX6177" fmla="*/ 6904198 w 12192528"/>
              <a:gd name="connsiteY6177" fmla="*/ 248471 h 3912503"/>
              <a:gd name="connsiteX6178" fmla="*/ 6907504 w 12192528"/>
              <a:gd name="connsiteY6178" fmla="*/ 262150 h 3912503"/>
              <a:gd name="connsiteX6179" fmla="*/ 6907265 w 12192528"/>
              <a:gd name="connsiteY6179" fmla="*/ 267809 h 3912503"/>
              <a:gd name="connsiteX6180" fmla="*/ 6894763 w 12192528"/>
              <a:gd name="connsiteY6180" fmla="*/ 298232 h 3912503"/>
              <a:gd name="connsiteX6181" fmla="*/ 6892401 w 12192528"/>
              <a:gd name="connsiteY6181" fmla="*/ 300118 h 3912503"/>
              <a:gd name="connsiteX6182" fmla="*/ 6878010 w 12192528"/>
              <a:gd name="connsiteY6182" fmla="*/ 306957 h 3912503"/>
              <a:gd name="connsiteX6183" fmla="*/ 6871873 w 12192528"/>
              <a:gd name="connsiteY6183" fmla="*/ 308844 h 3912503"/>
              <a:gd name="connsiteX6184" fmla="*/ 6861493 w 12192528"/>
              <a:gd name="connsiteY6184" fmla="*/ 311202 h 3912503"/>
              <a:gd name="connsiteX6185" fmla="*/ 6853707 w 12192528"/>
              <a:gd name="connsiteY6185" fmla="*/ 318041 h 3912503"/>
              <a:gd name="connsiteX6186" fmla="*/ 6850168 w 12192528"/>
              <a:gd name="connsiteY6186" fmla="*/ 319309 h 3912503"/>
              <a:gd name="connsiteX6187" fmla="*/ 6848045 w 12192528"/>
              <a:gd name="connsiteY6187" fmla="*/ 316155 h 3912503"/>
              <a:gd name="connsiteX6188" fmla="*/ 6847333 w 12192528"/>
              <a:gd name="connsiteY6188" fmla="*/ 313324 h 3912503"/>
              <a:gd name="connsiteX6189" fmla="*/ 6845214 w 12192528"/>
              <a:gd name="connsiteY6189" fmla="*/ 310023 h 3912503"/>
              <a:gd name="connsiteX6190" fmla="*/ 6842145 w 12192528"/>
              <a:gd name="connsiteY6190" fmla="*/ 312146 h 3912503"/>
              <a:gd name="connsiteX6191" fmla="*/ 6835065 w 12192528"/>
              <a:gd name="connsiteY6191" fmla="*/ 310966 h 3912503"/>
              <a:gd name="connsiteX6192" fmla="*/ 6833651 w 12192528"/>
              <a:gd name="connsiteY6192" fmla="*/ 307901 h 3912503"/>
              <a:gd name="connsiteX6193" fmla="*/ 6829403 w 12192528"/>
              <a:gd name="connsiteY6193" fmla="*/ 306250 h 3912503"/>
              <a:gd name="connsiteX6194" fmla="*/ 6827752 w 12192528"/>
              <a:gd name="connsiteY6194" fmla="*/ 310259 h 3912503"/>
              <a:gd name="connsiteX6195" fmla="*/ 6828150 w 12192528"/>
              <a:gd name="connsiteY6195" fmla="*/ 313826 h 3912503"/>
              <a:gd name="connsiteX6196" fmla="*/ 6809711 w 12192528"/>
              <a:gd name="connsiteY6196" fmla="*/ 295485 h 3912503"/>
              <a:gd name="connsiteX6197" fmla="*/ 6810763 w 12192528"/>
              <a:gd name="connsiteY6197" fmla="*/ 293987 h 3912503"/>
              <a:gd name="connsiteX6198" fmla="*/ 6808642 w 12192528"/>
              <a:gd name="connsiteY6198" fmla="*/ 289506 h 3912503"/>
              <a:gd name="connsiteX6199" fmla="*/ 6804393 w 12192528"/>
              <a:gd name="connsiteY6199" fmla="*/ 287619 h 3912503"/>
              <a:gd name="connsiteX6200" fmla="*/ 6801564 w 12192528"/>
              <a:gd name="connsiteY6200" fmla="*/ 281959 h 3912503"/>
              <a:gd name="connsiteX6201" fmla="*/ 6792363 w 12192528"/>
              <a:gd name="connsiteY6201" fmla="*/ 263800 h 3912503"/>
              <a:gd name="connsiteX6202" fmla="*/ 6789059 w 12192528"/>
              <a:gd name="connsiteY6202" fmla="*/ 261206 h 3912503"/>
              <a:gd name="connsiteX6203" fmla="*/ 6793540 w 12192528"/>
              <a:gd name="connsiteY6203" fmla="*/ 258376 h 3912503"/>
              <a:gd name="connsiteX6204" fmla="*/ 6794252 w 12192528"/>
              <a:gd name="connsiteY6204" fmla="*/ 258376 h 3912503"/>
              <a:gd name="connsiteX6205" fmla="*/ 6798732 w 12192528"/>
              <a:gd name="connsiteY6205" fmla="*/ 250358 h 3912503"/>
              <a:gd name="connsiteX6206" fmla="*/ 6799205 w 12192528"/>
              <a:gd name="connsiteY6206" fmla="*/ 239274 h 3912503"/>
              <a:gd name="connsiteX6207" fmla="*/ 6803216 w 12192528"/>
              <a:gd name="connsiteY6207" fmla="*/ 223709 h 3912503"/>
              <a:gd name="connsiteX6208" fmla="*/ 6806755 w 12192528"/>
              <a:gd name="connsiteY6208" fmla="*/ 219464 h 3912503"/>
              <a:gd name="connsiteX6209" fmla="*/ 6816431 w 12192528"/>
              <a:gd name="connsiteY6209" fmla="*/ 207201 h 3912503"/>
              <a:gd name="connsiteX6210" fmla="*/ 6822093 w 12192528"/>
              <a:gd name="connsiteY6210" fmla="*/ 205078 h 3912503"/>
              <a:gd name="connsiteX6211" fmla="*/ 6845450 w 12192528"/>
              <a:gd name="connsiteY6211" fmla="*/ 198239 h 3912503"/>
              <a:gd name="connsiteX6212" fmla="*/ 6845450 w 12192528"/>
              <a:gd name="connsiteY6212" fmla="*/ 193051 h 3912503"/>
              <a:gd name="connsiteX6213" fmla="*/ 6839315 w 12192528"/>
              <a:gd name="connsiteY6213" fmla="*/ 192344 h 3912503"/>
              <a:gd name="connsiteX6214" fmla="*/ 6835065 w 12192528"/>
              <a:gd name="connsiteY6214" fmla="*/ 195173 h 3912503"/>
              <a:gd name="connsiteX6215" fmla="*/ 6831057 w 12192528"/>
              <a:gd name="connsiteY6215" fmla="*/ 195646 h 3912503"/>
              <a:gd name="connsiteX6216" fmla="*/ 6831765 w 12192528"/>
              <a:gd name="connsiteY6216" fmla="*/ 191401 h 3912503"/>
              <a:gd name="connsiteX6217" fmla="*/ 6835065 w 12192528"/>
              <a:gd name="connsiteY6217" fmla="*/ 188334 h 3912503"/>
              <a:gd name="connsiteX6218" fmla="*/ 6836248 w 12192528"/>
              <a:gd name="connsiteY6218" fmla="*/ 181024 h 3912503"/>
              <a:gd name="connsiteX6219" fmla="*/ 6829876 w 12192528"/>
              <a:gd name="connsiteY6219" fmla="*/ 182438 h 3912503"/>
              <a:gd name="connsiteX6220" fmla="*/ 6824924 w 12192528"/>
              <a:gd name="connsiteY6220" fmla="*/ 186448 h 3912503"/>
              <a:gd name="connsiteX6221" fmla="*/ 6820199 w 12192528"/>
              <a:gd name="connsiteY6221" fmla="*/ 183382 h 3912503"/>
              <a:gd name="connsiteX6222" fmla="*/ 6825396 w 12192528"/>
              <a:gd name="connsiteY6222" fmla="*/ 169939 h 3912503"/>
              <a:gd name="connsiteX6223" fmla="*/ 6825396 w 12192528"/>
              <a:gd name="connsiteY6223" fmla="*/ 156969 h 3912503"/>
              <a:gd name="connsiteX6224" fmla="*/ 6820679 w 12192528"/>
              <a:gd name="connsiteY6224" fmla="*/ 151781 h 3912503"/>
              <a:gd name="connsiteX6225" fmla="*/ 6819261 w 12192528"/>
              <a:gd name="connsiteY6225" fmla="*/ 149186 h 3912503"/>
              <a:gd name="connsiteX6226" fmla="*/ 6821857 w 12192528"/>
              <a:gd name="connsiteY6226" fmla="*/ 147772 h 3912503"/>
              <a:gd name="connsiteX6227" fmla="*/ 6826811 w 12192528"/>
              <a:gd name="connsiteY6227" fmla="*/ 143054 h 3912503"/>
              <a:gd name="connsiteX6228" fmla="*/ 6832944 w 12192528"/>
              <a:gd name="connsiteY6228" fmla="*/ 132442 h 3912503"/>
              <a:gd name="connsiteX6229" fmla="*/ 6833182 w 12192528"/>
              <a:gd name="connsiteY6229" fmla="*/ 126783 h 3912503"/>
              <a:gd name="connsiteX6230" fmla="*/ 6831296 w 12192528"/>
              <a:gd name="connsiteY6230" fmla="*/ 123009 h 3912503"/>
              <a:gd name="connsiteX6231" fmla="*/ 6835306 w 12192528"/>
              <a:gd name="connsiteY6231" fmla="*/ 120416 h 3912503"/>
              <a:gd name="connsiteX6232" fmla="*/ 6838609 w 12192528"/>
              <a:gd name="connsiteY6232" fmla="*/ 119943 h 3912503"/>
              <a:gd name="connsiteX6233" fmla="*/ 6842617 w 12192528"/>
              <a:gd name="connsiteY6233" fmla="*/ 110275 h 3912503"/>
              <a:gd name="connsiteX6234" fmla="*/ 6841438 w 12192528"/>
              <a:gd name="connsiteY6234" fmla="*/ 108388 h 3912503"/>
              <a:gd name="connsiteX6235" fmla="*/ 6841677 w 12192528"/>
              <a:gd name="connsiteY6235" fmla="*/ 104143 h 3912503"/>
              <a:gd name="connsiteX6236" fmla="*/ 6845450 w 12192528"/>
              <a:gd name="connsiteY6236" fmla="*/ 105086 h 3912503"/>
              <a:gd name="connsiteX6237" fmla="*/ 6847809 w 12192528"/>
              <a:gd name="connsiteY6237" fmla="*/ 108152 h 3912503"/>
              <a:gd name="connsiteX6238" fmla="*/ 6852528 w 12192528"/>
              <a:gd name="connsiteY6238" fmla="*/ 108859 h 3912503"/>
              <a:gd name="connsiteX6239" fmla="*/ 6866919 w 12192528"/>
              <a:gd name="connsiteY6239" fmla="*/ 105086 h 3912503"/>
              <a:gd name="connsiteX6240" fmla="*/ 6884850 w 12192528"/>
              <a:gd name="connsiteY6240" fmla="*/ 103907 h 3912503"/>
              <a:gd name="connsiteX6241" fmla="*/ 5644234 w 12192528"/>
              <a:gd name="connsiteY6241" fmla="*/ 691 h 3912503"/>
              <a:gd name="connsiteX6242" fmla="*/ 5656985 w 12192528"/>
              <a:gd name="connsiteY6242" fmla="*/ 1028 h 3912503"/>
              <a:gd name="connsiteX6243" fmla="*/ 5669348 w 12192528"/>
              <a:gd name="connsiteY6243" fmla="*/ 1414 h 3912503"/>
              <a:gd name="connsiteX6244" fmla="*/ 5688667 w 12192528"/>
              <a:gd name="connsiteY6244" fmla="*/ 16464 h 3912503"/>
              <a:gd name="connsiteX6245" fmla="*/ 5689828 w 12192528"/>
              <a:gd name="connsiteY6245" fmla="*/ 25725 h 3912503"/>
              <a:gd name="connsiteX6246" fmla="*/ 5690214 w 12192528"/>
              <a:gd name="connsiteY6246" fmla="*/ 29584 h 3912503"/>
              <a:gd name="connsiteX6247" fmla="*/ 5692147 w 12192528"/>
              <a:gd name="connsiteY6247" fmla="*/ 40002 h 3912503"/>
              <a:gd name="connsiteX6248" fmla="*/ 5693305 w 12192528"/>
              <a:gd name="connsiteY6248" fmla="*/ 45019 h 3912503"/>
              <a:gd name="connsiteX6249" fmla="*/ 5692918 w 12192528"/>
              <a:gd name="connsiteY6249" fmla="*/ 51579 h 3912503"/>
              <a:gd name="connsiteX6250" fmla="*/ 5690214 w 12192528"/>
              <a:gd name="connsiteY6250" fmla="*/ 58139 h 3912503"/>
              <a:gd name="connsiteX6251" fmla="*/ 5681714 w 12192528"/>
              <a:gd name="connsiteY6251" fmla="*/ 73959 h 3912503"/>
              <a:gd name="connsiteX6252" fmla="*/ 5654282 w 12192528"/>
              <a:gd name="connsiteY6252" fmla="*/ 91324 h 3912503"/>
              <a:gd name="connsiteX6253" fmla="*/ 5651574 w 12192528"/>
              <a:gd name="connsiteY6253" fmla="*/ 90553 h 3912503"/>
              <a:gd name="connsiteX6254" fmla="*/ 5639212 w 12192528"/>
              <a:gd name="connsiteY6254" fmla="*/ 89009 h 3912503"/>
              <a:gd name="connsiteX6255" fmla="*/ 5636124 w 12192528"/>
              <a:gd name="connsiteY6255" fmla="*/ 87465 h 3912503"/>
              <a:gd name="connsiteX6256" fmla="*/ 5627235 w 12192528"/>
              <a:gd name="connsiteY6256" fmla="*/ 84764 h 3912503"/>
              <a:gd name="connsiteX6257" fmla="*/ 5622600 w 12192528"/>
              <a:gd name="connsiteY6257" fmla="*/ 82834 h 3912503"/>
              <a:gd name="connsiteX6258" fmla="*/ 5619896 w 12192528"/>
              <a:gd name="connsiteY6258" fmla="*/ 77433 h 3912503"/>
              <a:gd name="connsiteX6259" fmla="*/ 5609463 w 12192528"/>
              <a:gd name="connsiteY6259" fmla="*/ 63541 h 3912503"/>
              <a:gd name="connsiteX6260" fmla="*/ 5604825 w 12192528"/>
              <a:gd name="connsiteY6260" fmla="*/ 54280 h 3912503"/>
              <a:gd name="connsiteX6261" fmla="*/ 5604825 w 12192528"/>
              <a:gd name="connsiteY6261" fmla="*/ 49649 h 3912503"/>
              <a:gd name="connsiteX6262" fmla="*/ 5608691 w 12192528"/>
              <a:gd name="connsiteY6262" fmla="*/ 39231 h 3912503"/>
              <a:gd name="connsiteX6263" fmla="*/ 5614099 w 12192528"/>
              <a:gd name="connsiteY6263" fmla="*/ 22253 h 3912503"/>
              <a:gd name="connsiteX6264" fmla="*/ 5618735 w 12192528"/>
              <a:gd name="connsiteY6264" fmla="*/ 16078 h 3912503"/>
              <a:gd name="connsiteX6265" fmla="*/ 5626076 w 12192528"/>
              <a:gd name="connsiteY6265" fmla="*/ 9904 h 3912503"/>
              <a:gd name="connsiteX6266" fmla="*/ 5632644 w 12192528"/>
              <a:gd name="connsiteY6266" fmla="*/ 6431 h 3912503"/>
              <a:gd name="connsiteX6267" fmla="*/ 5644234 w 12192528"/>
              <a:gd name="connsiteY6267" fmla="*/ 691 h 391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</a:cxnLst>
            <a:rect l="l" t="t" r="r" b="b"/>
            <a:pathLst>
              <a:path w="12192528" h="3912503">
                <a:moveTo>
                  <a:pt x="2510807" y="3014103"/>
                </a:moveTo>
                <a:lnTo>
                  <a:pt x="2506134" y="3036693"/>
                </a:lnTo>
                <a:lnTo>
                  <a:pt x="2513999" y="3045911"/>
                </a:lnTo>
                <a:lnTo>
                  <a:pt x="2535353" y="3078914"/>
                </a:lnTo>
                <a:lnTo>
                  <a:pt x="2542807" y="3052570"/>
                </a:lnTo>
                <a:lnTo>
                  <a:pt x="2535357" y="3048255"/>
                </a:lnTo>
                <a:cubicBezTo>
                  <a:pt x="2535357" y="3048255"/>
                  <a:pt x="2535357" y="3037663"/>
                  <a:pt x="2528294" y="3034130"/>
                </a:cubicBezTo>
                <a:close/>
                <a:moveTo>
                  <a:pt x="2519082" y="2974106"/>
                </a:moveTo>
                <a:lnTo>
                  <a:pt x="2518351" y="2977637"/>
                </a:lnTo>
                <a:lnTo>
                  <a:pt x="2521233" y="2977637"/>
                </a:lnTo>
                <a:cubicBezTo>
                  <a:pt x="2524763" y="2977637"/>
                  <a:pt x="2524763" y="2977637"/>
                  <a:pt x="2524763" y="2977637"/>
                </a:cubicBezTo>
                <a:cubicBezTo>
                  <a:pt x="2521233" y="2974106"/>
                  <a:pt x="2521233" y="2974106"/>
                  <a:pt x="2521233" y="2974106"/>
                </a:cubicBezTo>
                <a:close/>
                <a:moveTo>
                  <a:pt x="2531825" y="2963514"/>
                </a:moveTo>
                <a:cubicBezTo>
                  <a:pt x="2528294" y="2959983"/>
                  <a:pt x="2524763" y="2959983"/>
                  <a:pt x="2524763" y="2963515"/>
                </a:cubicBezTo>
                <a:cubicBezTo>
                  <a:pt x="2524763" y="2963515"/>
                  <a:pt x="2524763" y="2967045"/>
                  <a:pt x="2528294" y="2970576"/>
                </a:cubicBezTo>
                <a:cubicBezTo>
                  <a:pt x="2528294" y="2970576"/>
                  <a:pt x="2528294" y="2970576"/>
                  <a:pt x="2531825" y="2970576"/>
                </a:cubicBezTo>
                <a:cubicBezTo>
                  <a:pt x="2535357" y="2974106"/>
                  <a:pt x="2535357" y="2974106"/>
                  <a:pt x="2535357" y="2974106"/>
                </a:cubicBezTo>
                <a:cubicBezTo>
                  <a:pt x="2517702" y="2967045"/>
                  <a:pt x="2531825" y="2977638"/>
                  <a:pt x="2538887" y="2988230"/>
                </a:cubicBezTo>
                <a:cubicBezTo>
                  <a:pt x="2535357" y="2984700"/>
                  <a:pt x="2535357" y="2984700"/>
                  <a:pt x="2535357" y="2984700"/>
                </a:cubicBezTo>
                <a:cubicBezTo>
                  <a:pt x="2535357" y="2984700"/>
                  <a:pt x="2535357" y="2988230"/>
                  <a:pt x="2535357" y="2988230"/>
                </a:cubicBezTo>
                <a:cubicBezTo>
                  <a:pt x="2535357" y="2988230"/>
                  <a:pt x="2535357" y="2988230"/>
                  <a:pt x="2535357" y="2991761"/>
                </a:cubicBezTo>
                <a:cubicBezTo>
                  <a:pt x="2538887" y="2991761"/>
                  <a:pt x="2538887" y="2991761"/>
                  <a:pt x="2538887" y="2991761"/>
                </a:cubicBezTo>
                <a:cubicBezTo>
                  <a:pt x="2542418" y="2995293"/>
                  <a:pt x="2542418" y="2995293"/>
                  <a:pt x="2542418" y="2995293"/>
                </a:cubicBezTo>
                <a:cubicBezTo>
                  <a:pt x="2538887" y="2995292"/>
                  <a:pt x="2538887" y="2995292"/>
                  <a:pt x="2538887" y="2995292"/>
                </a:cubicBezTo>
                <a:cubicBezTo>
                  <a:pt x="2538887" y="2995292"/>
                  <a:pt x="2538887" y="2998823"/>
                  <a:pt x="2542418" y="2998823"/>
                </a:cubicBezTo>
                <a:cubicBezTo>
                  <a:pt x="2542418" y="3002354"/>
                  <a:pt x="2542418" y="3002354"/>
                  <a:pt x="2542418" y="3002354"/>
                </a:cubicBezTo>
                <a:cubicBezTo>
                  <a:pt x="2537121" y="3000589"/>
                  <a:pt x="2533591" y="2997940"/>
                  <a:pt x="2530060" y="2993968"/>
                </a:cubicBezTo>
                <a:lnTo>
                  <a:pt x="2518211" y="2978311"/>
                </a:lnTo>
                <a:lnTo>
                  <a:pt x="2515439" y="2991716"/>
                </a:lnTo>
                <a:lnTo>
                  <a:pt x="2542418" y="3016478"/>
                </a:lnTo>
                <a:cubicBezTo>
                  <a:pt x="2538887" y="3016478"/>
                  <a:pt x="2538887" y="3030601"/>
                  <a:pt x="2545948" y="3027070"/>
                </a:cubicBezTo>
                <a:cubicBezTo>
                  <a:pt x="2544182" y="3023539"/>
                  <a:pt x="2545066" y="3022656"/>
                  <a:pt x="2546831" y="3023539"/>
                </a:cubicBezTo>
                <a:lnTo>
                  <a:pt x="2549810" y="3026943"/>
                </a:lnTo>
                <a:lnTo>
                  <a:pt x="2551500" y="3015281"/>
                </a:lnTo>
                <a:lnTo>
                  <a:pt x="2545948" y="3005885"/>
                </a:lnTo>
                <a:cubicBezTo>
                  <a:pt x="2549480" y="3005885"/>
                  <a:pt x="2549480" y="3009415"/>
                  <a:pt x="2549480" y="3009415"/>
                </a:cubicBezTo>
                <a:lnTo>
                  <a:pt x="2552834" y="3009415"/>
                </a:lnTo>
                <a:lnTo>
                  <a:pt x="2553523" y="3006398"/>
                </a:lnTo>
                <a:lnTo>
                  <a:pt x="2549479" y="3002354"/>
                </a:lnTo>
                <a:lnTo>
                  <a:pt x="2554265" y="3003152"/>
                </a:lnTo>
                <a:lnTo>
                  <a:pt x="2554330" y="3002866"/>
                </a:lnTo>
                <a:lnTo>
                  <a:pt x="2549479" y="2998823"/>
                </a:lnTo>
                <a:cubicBezTo>
                  <a:pt x="2549480" y="2995292"/>
                  <a:pt x="2549480" y="2995292"/>
                  <a:pt x="2549480" y="2995292"/>
                </a:cubicBezTo>
                <a:cubicBezTo>
                  <a:pt x="2553010" y="2998823"/>
                  <a:pt x="2553010" y="2995292"/>
                  <a:pt x="2553010" y="2995292"/>
                </a:cubicBezTo>
                <a:cubicBezTo>
                  <a:pt x="2549479" y="2991761"/>
                  <a:pt x="2549479" y="2991761"/>
                  <a:pt x="2545948" y="2991761"/>
                </a:cubicBezTo>
                <a:cubicBezTo>
                  <a:pt x="2545948" y="2988231"/>
                  <a:pt x="2545948" y="2988231"/>
                  <a:pt x="2542418" y="2988230"/>
                </a:cubicBezTo>
                <a:cubicBezTo>
                  <a:pt x="2538888" y="2981168"/>
                  <a:pt x="2538888" y="2981168"/>
                  <a:pt x="2535357" y="2974106"/>
                </a:cubicBezTo>
                <a:cubicBezTo>
                  <a:pt x="2538887" y="2977637"/>
                  <a:pt x="2538887" y="2977637"/>
                  <a:pt x="2538887" y="2977637"/>
                </a:cubicBezTo>
                <a:cubicBezTo>
                  <a:pt x="2542418" y="2981168"/>
                  <a:pt x="2545948" y="2981168"/>
                  <a:pt x="2545948" y="2981168"/>
                </a:cubicBezTo>
                <a:cubicBezTo>
                  <a:pt x="2545948" y="2977638"/>
                  <a:pt x="2542418" y="2974106"/>
                  <a:pt x="2538887" y="2970576"/>
                </a:cubicBezTo>
                <a:cubicBezTo>
                  <a:pt x="2535357" y="2967045"/>
                  <a:pt x="2535357" y="2967045"/>
                  <a:pt x="2535357" y="2967045"/>
                </a:cubicBezTo>
                <a:cubicBezTo>
                  <a:pt x="2531825" y="2963514"/>
                  <a:pt x="2531825" y="2963514"/>
                  <a:pt x="2531825" y="2963514"/>
                </a:cubicBezTo>
                <a:close/>
                <a:moveTo>
                  <a:pt x="2449742" y="2948294"/>
                </a:moveTo>
                <a:lnTo>
                  <a:pt x="2445878" y="2966063"/>
                </a:lnTo>
                <a:lnTo>
                  <a:pt x="2469317" y="2993537"/>
                </a:lnTo>
                <a:lnTo>
                  <a:pt x="2473421" y="2971781"/>
                </a:lnTo>
                <a:close/>
                <a:moveTo>
                  <a:pt x="2456830" y="2915684"/>
                </a:moveTo>
                <a:lnTo>
                  <a:pt x="2453087" y="2932903"/>
                </a:lnTo>
                <a:lnTo>
                  <a:pt x="2455030" y="2933943"/>
                </a:lnTo>
                <a:cubicBezTo>
                  <a:pt x="2458560" y="2935268"/>
                  <a:pt x="2462973" y="2937032"/>
                  <a:pt x="2468270" y="2945860"/>
                </a:cubicBezTo>
                <a:cubicBezTo>
                  <a:pt x="2471801" y="2949390"/>
                  <a:pt x="2471801" y="2949390"/>
                  <a:pt x="2471801" y="2949390"/>
                </a:cubicBezTo>
                <a:cubicBezTo>
                  <a:pt x="2471801" y="2949390"/>
                  <a:pt x="2475332" y="2949390"/>
                  <a:pt x="2475332" y="2949390"/>
                </a:cubicBezTo>
                <a:lnTo>
                  <a:pt x="2478823" y="2953145"/>
                </a:lnTo>
                <a:lnTo>
                  <a:pt x="2484965" y="2934308"/>
                </a:lnTo>
                <a:lnTo>
                  <a:pt x="2482394" y="2931736"/>
                </a:lnTo>
                <a:cubicBezTo>
                  <a:pt x="2482394" y="2931736"/>
                  <a:pt x="2478862" y="2931736"/>
                  <a:pt x="2478862" y="2931736"/>
                </a:cubicBezTo>
                <a:cubicBezTo>
                  <a:pt x="2478862" y="2935269"/>
                  <a:pt x="2478862" y="2935269"/>
                  <a:pt x="2478862" y="2935269"/>
                </a:cubicBezTo>
                <a:cubicBezTo>
                  <a:pt x="2464739" y="2910552"/>
                  <a:pt x="2471802" y="2928205"/>
                  <a:pt x="2464739" y="2928205"/>
                </a:cubicBezTo>
                <a:close/>
                <a:moveTo>
                  <a:pt x="2572729" y="2890351"/>
                </a:moveTo>
                <a:lnTo>
                  <a:pt x="2568625" y="2896904"/>
                </a:lnTo>
                <a:lnTo>
                  <a:pt x="2561658" y="2901764"/>
                </a:lnTo>
                <a:lnTo>
                  <a:pt x="2574279" y="2915546"/>
                </a:lnTo>
                <a:lnTo>
                  <a:pt x="2578625" y="2896529"/>
                </a:lnTo>
                <a:close/>
                <a:moveTo>
                  <a:pt x="2432229" y="2885596"/>
                </a:moveTo>
                <a:lnTo>
                  <a:pt x="2432229" y="2901744"/>
                </a:lnTo>
                <a:lnTo>
                  <a:pt x="2435981" y="2889536"/>
                </a:lnTo>
                <a:close/>
                <a:moveTo>
                  <a:pt x="2486379" y="2802027"/>
                </a:moveTo>
                <a:lnTo>
                  <a:pt x="2480897" y="2818990"/>
                </a:lnTo>
                <a:lnTo>
                  <a:pt x="2508874" y="2844128"/>
                </a:lnTo>
                <a:lnTo>
                  <a:pt x="2512927" y="2848554"/>
                </a:lnTo>
                <a:lnTo>
                  <a:pt x="2517957" y="2833126"/>
                </a:lnTo>
                <a:lnTo>
                  <a:pt x="2492986" y="2808159"/>
                </a:lnTo>
                <a:close/>
                <a:moveTo>
                  <a:pt x="2449419" y="2767715"/>
                </a:moveTo>
                <a:lnTo>
                  <a:pt x="2443467" y="2785357"/>
                </a:lnTo>
                <a:lnTo>
                  <a:pt x="2462694" y="2802635"/>
                </a:lnTo>
                <a:lnTo>
                  <a:pt x="2468097" y="2785054"/>
                </a:lnTo>
                <a:close/>
                <a:moveTo>
                  <a:pt x="6486903" y="2406960"/>
                </a:moveTo>
                <a:lnTo>
                  <a:pt x="6485566" y="2407394"/>
                </a:lnTo>
                <a:cubicBezTo>
                  <a:pt x="6485520" y="2412890"/>
                  <a:pt x="6484359" y="2420576"/>
                  <a:pt x="6482501" y="2428943"/>
                </a:cubicBezTo>
                <a:lnTo>
                  <a:pt x="6481551" y="2432315"/>
                </a:lnTo>
                <a:lnTo>
                  <a:pt x="6508570" y="2462044"/>
                </a:lnTo>
                <a:lnTo>
                  <a:pt x="6597990" y="2584858"/>
                </a:lnTo>
                <a:lnTo>
                  <a:pt x="6600360" y="2577216"/>
                </a:lnTo>
                <a:lnTo>
                  <a:pt x="6550342" y="2497195"/>
                </a:lnTo>
                <a:close/>
                <a:moveTo>
                  <a:pt x="2517903" y="2334609"/>
                </a:moveTo>
                <a:lnTo>
                  <a:pt x="2457879" y="2448890"/>
                </a:lnTo>
                <a:lnTo>
                  <a:pt x="2480550" y="2467845"/>
                </a:lnTo>
                <a:lnTo>
                  <a:pt x="2515576" y="2396968"/>
                </a:lnTo>
                <a:lnTo>
                  <a:pt x="2518387" y="2391936"/>
                </a:lnTo>
                <a:lnTo>
                  <a:pt x="2522273" y="2348348"/>
                </a:lnTo>
                <a:close/>
                <a:moveTo>
                  <a:pt x="2384705" y="2265102"/>
                </a:moveTo>
                <a:lnTo>
                  <a:pt x="2392293" y="2272671"/>
                </a:lnTo>
                <a:lnTo>
                  <a:pt x="2393144" y="2269923"/>
                </a:lnTo>
                <a:close/>
                <a:moveTo>
                  <a:pt x="2364072" y="2244070"/>
                </a:moveTo>
                <a:lnTo>
                  <a:pt x="2364257" y="2244708"/>
                </a:lnTo>
                <a:lnTo>
                  <a:pt x="2382010" y="2262413"/>
                </a:lnTo>
                <a:lnTo>
                  <a:pt x="2380465" y="2256233"/>
                </a:lnTo>
                <a:cubicBezTo>
                  <a:pt x="2369184" y="2250589"/>
                  <a:pt x="2364248" y="2242835"/>
                  <a:pt x="2364072" y="2244070"/>
                </a:cubicBezTo>
                <a:close/>
                <a:moveTo>
                  <a:pt x="2432229" y="2216904"/>
                </a:moveTo>
                <a:lnTo>
                  <a:pt x="2432229" y="2239484"/>
                </a:lnTo>
                <a:lnTo>
                  <a:pt x="2441391" y="2233552"/>
                </a:lnTo>
                <a:cubicBezTo>
                  <a:pt x="2445643" y="2230000"/>
                  <a:pt x="2449007" y="2225700"/>
                  <a:pt x="2450502" y="2219717"/>
                </a:cubicBezTo>
                <a:close/>
                <a:moveTo>
                  <a:pt x="2321299" y="2208707"/>
                </a:moveTo>
                <a:lnTo>
                  <a:pt x="2334415" y="2218207"/>
                </a:lnTo>
                <a:lnTo>
                  <a:pt x="2335342" y="2218629"/>
                </a:lnTo>
                <a:lnTo>
                  <a:pt x="2336859" y="2219978"/>
                </a:lnTo>
                <a:lnTo>
                  <a:pt x="2339815" y="2222119"/>
                </a:lnTo>
                <a:lnTo>
                  <a:pt x="2340100" y="2221801"/>
                </a:lnTo>
                <a:cubicBezTo>
                  <a:pt x="2339571" y="2220744"/>
                  <a:pt x="2338161" y="2218629"/>
                  <a:pt x="2335342" y="2214868"/>
                </a:cubicBezTo>
                <a:cubicBezTo>
                  <a:pt x="2337221" y="2216748"/>
                  <a:pt x="2340042" y="2218629"/>
                  <a:pt x="2341922" y="2219098"/>
                </a:cubicBezTo>
                <a:lnTo>
                  <a:pt x="2342837" y="2214981"/>
                </a:lnTo>
                <a:lnTo>
                  <a:pt x="2342625" y="2214800"/>
                </a:lnTo>
                <a:close/>
                <a:moveTo>
                  <a:pt x="2277892" y="2177266"/>
                </a:moveTo>
                <a:lnTo>
                  <a:pt x="2295327" y="2189897"/>
                </a:lnTo>
                <a:lnTo>
                  <a:pt x="2293979" y="2188547"/>
                </a:lnTo>
                <a:cubicBezTo>
                  <a:pt x="2293979" y="2184787"/>
                  <a:pt x="2286459" y="2181026"/>
                  <a:pt x="2278937" y="2177266"/>
                </a:cubicBezTo>
                <a:close/>
                <a:moveTo>
                  <a:pt x="2260137" y="2158465"/>
                </a:moveTo>
                <a:lnTo>
                  <a:pt x="2256690" y="2161910"/>
                </a:lnTo>
                <a:lnTo>
                  <a:pt x="2268044" y="2170134"/>
                </a:lnTo>
                <a:lnTo>
                  <a:pt x="2263897" y="2165986"/>
                </a:lnTo>
                <a:cubicBezTo>
                  <a:pt x="2263897" y="2165986"/>
                  <a:pt x="2263897" y="2162225"/>
                  <a:pt x="2263897" y="2162225"/>
                </a:cubicBezTo>
                <a:cubicBezTo>
                  <a:pt x="2260137" y="2158465"/>
                  <a:pt x="2260137" y="2158465"/>
                  <a:pt x="2260137" y="2158465"/>
                </a:cubicBezTo>
                <a:close/>
                <a:moveTo>
                  <a:pt x="1806005" y="1911781"/>
                </a:moveTo>
                <a:lnTo>
                  <a:pt x="1923829" y="1963794"/>
                </a:lnTo>
                <a:cubicBezTo>
                  <a:pt x="1951084" y="1977109"/>
                  <a:pt x="1977084" y="1990994"/>
                  <a:pt x="2005592" y="2003732"/>
                </a:cubicBezTo>
                <a:cubicBezTo>
                  <a:pt x="2008615" y="2005383"/>
                  <a:pt x="2011608" y="2007802"/>
                  <a:pt x="2015415" y="2009096"/>
                </a:cubicBezTo>
                <a:cubicBezTo>
                  <a:pt x="2019220" y="2010389"/>
                  <a:pt x="2023836" y="2010557"/>
                  <a:pt x="2030104" y="2007701"/>
                </a:cubicBezTo>
                <a:cubicBezTo>
                  <a:pt x="2009402" y="1992164"/>
                  <a:pt x="1985427" y="1981897"/>
                  <a:pt x="1964414" y="1968577"/>
                </a:cubicBezTo>
                <a:lnTo>
                  <a:pt x="1957414" y="1962856"/>
                </a:lnTo>
                <a:lnTo>
                  <a:pt x="1910425" y="1944412"/>
                </a:lnTo>
                <a:close/>
                <a:moveTo>
                  <a:pt x="6387577" y="1904496"/>
                </a:moveTo>
                <a:lnTo>
                  <a:pt x="6391362" y="1908599"/>
                </a:lnTo>
                <a:lnTo>
                  <a:pt x="6391223" y="1908522"/>
                </a:lnTo>
                <a:cubicBezTo>
                  <a:pt x="6391223" y="1908522"/>
                  <a:pt x="6391223" y="1908522"/>
                  <a:pt x="6387577" y="1904496"/>
                </a:cubicBezTo>
                <a:close/>
                <a:moveTo>
                  <a:pt x="6683345" y="1896966"/>
                </a:moveTo>
                <a:lnTo>
                  <a:pt x="6683478" y="1896966"/>
                </a:lnTo>
                <a:cubicBezTo>
                  <a:pt x="6683478" y="1896966"/>
                  <a:pt x="6683478" y="1896966"/>
                  <a:pt x="6687890" y="1901380"/>
                </a:cubicBezTo>
                <a:close/>
                <a:moveTo>
                  <a:pt x="7558704" y="1872258"/>
                </a:moveTo>
                <a:cubicBezTo>
                  <a:pt x="7550544" y="1881625"/>
                  <a:pt x="7549556" y="1878584"/>
                  <a:pt x="7549763" y="1874039"/>
                </a:cubicBezTo>
                <a:lnTo>
                  <a:pt x="7549824" y="1873138"/>
                </a:lnTo>
                <a:lnTo>
                  <a:pt x="7530685" y="1895241"/>
                </a:lnTo>
                <a:lnTo>
                  <a:pt x="7515538" y="1911018"/>
                </a:lnTo>
                <a:lnTo>
                  <a:pt x="7510169" y="1917677"/>
                </a:lnTo>
                <a:cubicBezTo>
                  <a:pt x="7501665" y="1927712"/>
                  <a:pt x="7492820" y="1938421"/>
                  <a:pt x="7496161" y="1941816"/>
                </a:cubicBezTo>
                <a:cubicBezTo>
                  <a:pt x="7508427" y="1924400"/>
                  <a:pt x="7493425" y="1947183"/>
                  <a:pt x="7483893" y="1959233"/>
                </a:cubicBezTo>
                <a:cubicBezTo>
                  <a:pt x="7483893" y="1959233"/>
                  <a:pt x="7483893" y="1959233"/>
                  <a:pt x="7482580" y="1955180"/>
                </a:cubicBezTo>
                <a:cubicBezTo>
                  <a:pt x="7486633" y="1953865"/>
                  <a:pt x="7486633" y="1953865"/>
                  <a:pt x="7486633" y="1953865"/>
                </a:cubicBezTo>
                <a:cubicBezTo>
                  <a:pt x="7489372" y="1948498"/>
                  <a:pt x="7489372" y="1948498"/>
                  <a:pt x="7485319" y="1949812"/>
                </a:cubicBezTo>
                <a:cubicBezTo>
                  <a:pt x="7485319" y="1949812"/>
                  <a:pt x="7485319" y="1949812"/>
                  <a:pt x="7481265" y="1951127"/>
                </a:cubicBezTo>
                <a:cubicBezTo>
                  <a:pt x="7478526" y="1956494"/>
                  <a:pt x="7478526" y="1956494"/>
                  <a:pt x="7478526" y="1956494"/>
                </a:cubicBezTo>
                <a:cubicBezTo>
                  <a:pt x="7475788" y="1961862"/>
                  <a:pt x="7477103" y="1965916"/>
                  <a:pt x="7482470" y="1968653"/>
                </a:cubicBezTo>
                <a:cubicBezTo>
                  <a:pt x="7479731" y="1974021"/>
                  <a:pt x="7476994" y="1979388"/>
                  <a:pt x="7472939" y="1980703"/>
                </a:cubicBezTo>
                <a:cubicBezTo>
                  <a:pt x="7468886" y="1982017"/>
                  <a:pt x="7468886" y="1982017"/>
                  <a:pt x="7464836" y="1983332"/>
                </a:cubicBezTo>
                <a:cubicBezTo>
                  <a:pt x="7464836" y="1983332"/>
                  <a:pt x="7464836" y="1983332"/>
                  <a:pt x="7463521" y="1979278"/>
                </a:cubicBezTo>
                <a:cubicBezTo>
                  <a:pt x="7459469" y="1980593"/>
                  <a:pt x="7460784" y="1984647"/>
                  <a:pt x="7460784" y="1984647"/>
                </a:cubicBezTo>
                <a:cubicBezTo>
                  <a:pt x="7460784" y="1984647"/>
                  <a:pt x="7462098" y="1988699"/>
                  <a:pt x="7462098" y="1988699"/>
                </a:cubicBezTo>
                <a:cubicBezTo>
                  <a:pt x="7463411" y="1992751"/>
                  <a:pt x="7459359" y="1994067"/>
                  <a:pt x="7460673" y="1998119"/>
                </a:cubicBezTo>
                <a:cubicBezTo>
                  <a:pt x="7456621" y="1999434"/>
                  <a:pt x="7453884" y="2004801"/>
                  <a:pt x="7453884" y="2004801"/>
                </a:cubicBezTo>
                <a:cubicBezTo>
                  <a:pt x="7453884" y="2004801"/>
                  <a:pt x="7453884" y="2004801"/>
                  <a:pt x="7449831" y="2006115"/>
                </a:cubicBezTo>
                <a:cubicBezTo>
                  <a:pt x="7451145" y="2010169"/>
                  <a:pt x="7451145" y="2010169"/>
                  <a:pt x="7451145" y="2010169"/>
                </a:cubicBezTo>
                <a:cubicBezTo>
                  <a:pt x="7451145" y="2010169"/>
                  <a:pt x="7447090" y="2011483"/>
                  <a:pt x="7448407" y="2015537"/>
                </a:cubicBezTo>
                <a:cubicBezTo>
                  <a:pt x="7442270" y="2024244"/>
                  <a:pt x="7436468" y="2033967"/>
                  <a:pt x="7429991" y="2043345"/>
                </a:cubicBezTo>
                <a:lnTo>
                  <a:pt x="7418385" y="2056664"/>
                </a:lnTo>
                <a:lnTo>
                  <a:pt x="7420687" y="2060518"/>
                </a:lnTo>
                <a:lnTo>
                  <a:pt x="7452457" y="2014222"/>
                </a:lnTo>
                <a:cubicBezTo>
                  <a:pt x="7456513" y="2012907"/>
                  <a:pt x="7456513" y="2012907"/>
                  <a:pt x="7456513" y="2012907"/>
                </a:cubicBezTo>
                <a:cubicBezTo>
                  <a:pt x="7460565" y="2011592"/>
                  <a:pt x="7459248" y="2007540"/>
                  <a:pt x="7459248" y="2007540"/>
                </a:cubicBezTo>
                <a:cubicBezTo>
                  <a:pt x="7463301" y="2006224"/>
                  <a:pt x="7466042" y="2000858"/>
                  <a:pt x="7468781" y="1995491"/>
                </a:cubicBezTo>
                <a:cubicBezTo>
                  <a:pt x="7468781" y="1995491"/>
                  <a:pt x="7468781" y="1995491"/>
                  <a:pt x="7471517" y="1990123"/>
                </a:cubicBezTo>
                <a:cubicBezTo>
                  <a:pt x="7475568" y="1988808"/>
                  <a:pt x="7478308" y="1983440"/>
                  <a:pt x="7481044" y="1978074"/>
                </a:cubicBezTo>
                <a:cubicBezTo>
                  <a:pt x="7485099" y="1976760"/>
                  <a:pt x="7487837" y="1971392"/>
                  <a:pt x="7490573" y="1966024"/>
                </a:cubicBezTo>
                <a:cubicBezTo>
                  <a:pt x="7498681" y="1963395"/>
                  <a:pt x="7505580" y="1943240"/>
                  <a:pt x="7520475" y="1933930"/>
                </a:cubicBezTo>
                <a:cubicBezTo>
                  <a:pt x="7521900" y="1924508"/>
                  <a:pt x="7540959" y="1900410"/>
                  <a:pt x="7549174" y="1884309"/>
                </a:cubicBezTo>
                <a:cubicBezTo>
                  <a:pt x="7549174" y="1884309"/>
                  <a:pt x="7562758" y="1870944"/>
                  <a:pt x="7558704" y="1872258"/>
                </a:cubicBezTo>
                <a:close/>
                <a:moveTo>
                  <a:pt x="12165957" y="1871550"/>
                </a:moveTo>
                <a:cubicBezTo>
                  <a:pt x="12165957" y="1871550"/>
                  <a:pt x="12167907" y="1871404"/>
                  <a:pt x="12168053" y="1873355"/>
                </a:cubicBezTo>
                <a:lnTo>
                  <a:pt x="12165737" y="1871806"/>
                </a:lnTo>
                <a:close/>
                <a:moveTo>
                  <a:pt x="6762917" y="1866072"/>
                </a:moveTo>
                <a:cubicBezTo>
                  <a:pt x="6762917" y="1879314"/>
                  <a:pt x="6793810" y="1896966"/>
                  <a:pt x="6802634" y="1914619"/>
                </a:cubicBezTo>
                <a:cubicBezTo>
                  <a:pt x="6807051" y="1914619"/>
                  <a:pt x="6807051" y="1923447"/>
                  <a:pt x="6807051" y="1927860"/>
                </a:cubicBezTo>
                <a:cubicBezTo>
                  <a:pt x="6820290" y="1943306"/>
                  <a:pt x="6835737" y="1960960"/>
                  <a:pt x="6851182" y="1979717"/>
                </a:cubicBezTo>
                <a:lnTo>
                  <a:pt x="6865411" y="1998570"/>
                </a:lnTo>
                <a:lnTo>
                  <a:pt x="6870007" y="1990438"/>
                </a:lnTo>
                <a:close/>
                <a:moveTo>
                  <a:pt x="7317611" y="1860873"/>
                </a:moveTo>
                <a:lnTo>
                  <a:pt x="7309038" y="1873482"/>
                </a:lnTo>
                <a:lnTo>
                  <a:pt x="7311432" y="1877493"/>
                </a:lnTo>
                <a:lnTo>
                  <a:pt x="7316350" y="1870800"/>
                </a:lnTo>
                <a:cubicBezTo>
                  <a:pt x="7319584" y="1866952"/>
                  <a:pt x="7320954" y="1864268"/>
                  <a:pt x="7317611" y="1860873"/>
                </a:cubicBezTo>
                <a:close/>
                <a:moveTo>
                  <a:pt x="7125079" y="1842742"/>
                </a:moveTo>
                <a:lnTo>
                  <a:pt x="7086451" y="1894894"/>
                </a:lnTo>
                <a:lnTo>
                  <a:pt x="7106515" y="1918953"/>
                </a:lnTo>
                <a:lnTo>
                  <a:pt x="7138061" y="1926276"/>
                </a:lnTo>
                <a:lnTo>
                  <a:pt x="7138720" y="1926547"/>
                </a:lnTo>
                <a:lnTo>
                  <a:pt x="7162290" y="1889122"/>
                </a:lnTo>
                <a:lnTo>
                  <a:pt x="7144802" y="1864606"/>
                </a:lnTo>
                <a:close/>
                <a:moveTo>
                  <a:pt x="6687890" y="1839408"/>
                </a:moveTo>
                <a:lnTo>
                  <a:pt x="6692305" y="1844006"/>
                </a:lnTo>
                <a:cubicBezTo>
                  <a:pt x="6692305" y="1839593"/>
                  <a:pt x="6687890" y="1839593"/>
                  <a:pt x="6687890" y="1839593"/>
                </a:cubicBezTo>
                <a:close/>
                <a:moveTo>
                  <a:pt x="12090228" y="1834540"/>
                </a:moveTo>
                <a:lnTo>
                  <a:pt x="12098715" y="1837342"/>
                </a:lnTo>
                <a:lnTo>
                  <a:pt x="12095912" y="1835591"/>
                </a:lnTo>
                <a:lnTo>
                  <a:pt x="12096620" y="1835537"/>
                </a:lnTo>
                <a:cubicBezTo>
                  <a:pt x="12098715" y="1837342"/>
                  <a:pt x="12098715" y="1837342"/>
                  <a:pt x="12100664" y="1837197"/>
                </a:cubicBezTo>
                <a:lnTo>
                  <a:pt x="12100572" y="1835963"/>
                </a:lnTo>
                <a:lnTo>
                  <a:pt x="12095360" y="1835245"/>
                </a:lnTo>
                <a:lnTo>
                  <a:pt x="12095912" y="1835591"/>
                </a:lnTo>
                <a:lnTo>
                  <a:pt x="12094671" y="1835684"/>
                </a:lnTo>
                <a:lnTo>
                  <a:pt x="12093935" y="1835051"/>
                </a:lnTo>
                <a:close/>
                <a:moveTo>
                  <a:pt x="7388777" y="1817888"/>
                </a:moveTo>
                <a:lnTo>
                  <a:pt x="7389364" y="1819685"/>
                </a:lnTo>
                <a:cubicBezTo>
                  <a:pt x="7389364" y="1819685"/>
                  <a:pt x="7389364" y="1819685"/>
                  <a:pt x="7385312" y="1821000"/>
                </a:cubicBezTo>
                <a:close/>
                <a:moveTo>
                  <a:pt x="12054147" y="1807180"/>
                </a:moveTo>
                <a:lnTo>
                  <a:pt x="12087545" y="1821519"/>
                </a:lnTo>
                <a:lnTo>
                  <a:pt x="12075262" y="1815310"/>
                </a:lnTo>
                <a:close/>
                <a:moveTo>
                  <a:pt x="6084899" y="1795170"/>
                </a:moveTo>
                <a:cubicBezTo>
                  <a:pt x="6084899" y="1795170"/>
                  <a:pt x="6088497" y="1795170"/>
                  <a:pt x="6088499" y="1798773"/>
                </a:cubicBezTo>
                <a:lnTo>
                  <a:pt x="6084459" y="1795609"/>
                </a:lnTo>
                <a:close/>
                <a:moveTo>
                  <a:pt x="7688591" y="1792592"/>
                </a:moveTo>
                <a:cubicBezTo>
                  <a:pt x="7688591" y="1792592"/>
                  <a:pt x="7688591" y="1792592"/>
                  <a:pt x="7692335" y="1793440"/>
                </a:cubicBezTo>
                <a:lnTo>
                  <a:pt x="7683586" y="1800869"/>
                </a:lnTo>
                <a:close/>
                <a:moveTo>
                  <a:pt x="2048700" y="1788029"/>
                </a:moveTo>
                <a:lnTo>
                  <a:pt x="2048819" y="1788402"/>
                </a:lnTo>
                <a:cubicBezTo>
                  <a:pt x="2048015" y="1791083"/>
                  <a:pt x="2048819" y="1794031"/>
                  <a:pt x="2051503" y="1795639"/>
                </a:cubicBezTo>
                <a:cubicBezTo>
                  <a:pt x="2051503" y="1796712"/>
                  <a:pt x="2051503" y="1797783"/>
                  <a:pt x="2051503" y="1798856"/>
                </a:cubicBezTo>
                <a:cubicBezTo>
                  <a:pt x="2049088" y="1800196"/>
                  <a:pt x="2048015" y="1801804"/>
                  <a:pt x="2048283" y="1805288"/>
                </a:cubicBezTo>
                <a:lnTo>
                  <a:pt x="2047583" y="1806221"/>
                </a:lnTo>
                <a:lnTo>
                  <a:pt x="2059337" y="1810342"/>
                </a:lnTo>
                <a:lnTo>
                  <a:pt x="2138697" y="1846190"/>
                </a:lnTo>
                <a:lnTo>
                  <a:pt x="2139327" y="1831392"/>
                </a:lnTo>
                <a:lnTo>
                  <a:pt x="2092710" y="1805853"/>
                </a:lnTo>
                <a:close/>
                <a:moveTo>
                  <a:pt x="11996731" y="1784154"/>
                </a:moveTo>
                <a:lnTo>
                  <a:pt x="11996698" y="1784156"/>
                </a:lnTo>
                <a:lnTo>
                  <a:pt x="11996732" y="1784167"/>
                </a:lnTo>
                <a:close/>
                <a:moveTo>
                  <a:pt x="12013946" y="1778453"/>
                </a:moveTo>
                <a:lnTo>
                  <a:pt x="12015932" y="1778795"/>
                </a:lnTo>
                <a:cubicBezTo>
                  <a:pt x="12015932" y="1778795"/>
                  <a:pt x="12015932" y="1778795"/>
                  <a:pt x="12013982" y="1778940"/>
                </a:cubicBezTo>
                <a:close/>
                <a:moveTo>
                  <a:pt x="12017736" y="1776698"/>
                </a:moveTo>
                <a:cubicBezTo>
                  <a:pt x="12017736" y="1776698"/>
                  <a:pt x="12017736" y="1776698"/>
                  <a:pt x="12015787" y="1776845"/>
                </a:cubicBezTo>
                <a:cubicBezTo>
                  <a:pt x="12015787" y="1776845"/>
                  <a:pt x="12013837" y="1776990"/>
                  <a:pt x="12013837" y="1776990"/>
                </a:cubicBezTo>
                <a:lnTo>
                  <a:pt x="12013946" y="1778453"/>
                </a:lnTo>
                <a:lnTo>
                  <a:pt x="12011961" y="1778111"/>
                </a:lnTo>
                <a:cubicBezTo>
                  <a:pt x="12010987" y="1778184"/>
                  <a:pt x="12010011" y="1778257"/>
                  <a:pt x="12007988" y="1777427"/>
                </a:cubicBezTo>
                <a:cubicBezTo>
                  <a:pt x="12002288" y="1779815"/>
                  <a:pt x="12014274" y="1782842"/>
                  <a:pt x="12014566" y="1786744"/>
                </a:cubicBezTo>
                <a:cubicBezTo>
                  <a:pt x="12004528" y="1783570"/>
                  <a:pt x="12002724" y="1785667"/>
                  <a:pt x="11998680" y="1784009"/>
                </a:cubicBezTo>
                <a:lnTo>
                  <a:pt x="11998165" y="1784607"/>
                </a:lnTo>
                <a:lnTo>
                  <a:pt x="12010121" y="1788279"/>
                </a:lnTo>
                <a:lnTo>
                  <a:pt x="12033342" y="1798248"/>
                </a:lnTo>
                <a:lnTo>
                  <a:pt x="12034264" y="1794590"/>
                </a:lnTo>
                <a:cubicBezTo>
                  <a:pt x="12035690" y="1793993"/>
                  <a:pt x="12037640" y="1793847"/>
                  <a:pt x="12038540" y="1792798"/>
                </a:cubicBezTo>
                <a:cubicBezTo>
                  <a:pt x="12036300" y="1789043"/>
                  <a:pt x="12032255" y="1787382"/>
                  <a:pt x="12028066" y="1783772"/>
                </a:cubicBezTo>
                <a:cubicBezTo>
                  <a:pt x="12030159" y="1785579"/>
                  <a:pt x="12032108" y="1785432"/>
                  <a:pt x="12032108" y="1785432"/>
                </a:cubicBezTo>
                <a:cubicBezTo>
                  <a:pt x="12034204" y="1787238"/>
                  <a:pt x="12034204" y="1787238"/>
                  <a:pt x="12036153" y="1787092"/>
                </a:cubicBezTo>
                <a:cubicBezTo>
                  <a:pt x="12036008" y="1785141"/>
                  <a:pt x="12034059" y="1785287"/>
                  <a:pt x="12034059" y="1785287"/>
                </a:cubicBezTo>
                <a:cubicBezTo>
                  <a:pt x="12031963" y="1783482"/>
                  <a:pt x="12030015" y="1783627"/>
                  <a:pt x="12030015" y="1783627"/>
                </a:cubicBezTo>
                <a:cubicBezTo>
                  <a:pt x="12030015" y="1783627"/>
                  <a:pt x="12027919" y="1781822"/>
                  <a:pt x="12027919" y="1781822"/>
                </a:cubicBezTo>
                <a:cubicBezTo>
                  <a:pt x="12023875" y="1780163"/>
                  <a:pt x="12019831" y="1778503"/>
                  <a:pt x="12017736" y="1776698"/>
                </a:cubicBezTo>
                <a:close/>
                <a:moveTo>
                  <a:pt x="11964996" y="1773837"/>
                </a:moveTo>
                <a:lnTo>
                  <a:pt x="11964022" y="1774121"/>
                </a:lnTo>
                <a:lnTo>
                  <a:pt x="11976922" y="1778082"/>
                </a:lnTo>
                <a:lnTo>
                  <a:pt x="11971844" y="1775715"/>
                </a:lnTo>
                <a:cubicBezTo>
                  <a:pt x="11969194" y="1774688"/>
                  <a:pt x="11966876" y="1774002"/>
                  <a:pt x="11964996" y="1773837"/>
                </a:cubicBezTo>
                <a:close/>
                <a:moveTo>
                  <a:pt x="6227322" y="1770443"/>
                </a:moveTo>
                <a:lnTo>
                  <a:pt x="6236335" y="1773951"/>
                </a:lnTo>
                <a:cubicBezTo>
                  <a:pt x="6236335" y="1773951"/>
                  <a:pt x="6236335" y="1773951"/>
                  <a:pt x="6236145" y="1777787"/>
                </a:cubicBezTo>
                <a:close/>
                <a:moveTo>
                  <a:pt x="11878662" y="1751785"/>
                </a:moveTo>
                <a:lnTo>
                  <a:pt x="11880358" y="1752404"/>
                </a:lnTo>
                <a:lnTo>
                  <a:pt x="11918602" y="1760172"/>
                </a:lnTo>
                <a:lnTo>
                  <a:pt x="11943146" y="1767710"/>
                </a:lnTo>
                <a:lnTo>
                  <a:pt x="11940718" y="1765782"/>
                </a:lnTo>
                <a:cubicBezTo>
                  <a:pt x="11935383" y="1763238"/>
                  <a:pt x="11928341" y="1760822"/>
                  <a:pt x="11920326" y="1758478"/>
                </a:cubicBezTo>
                <a:cubicBezTo>
                  <a:pt x="11904294" y="1753791"/>
                  <a:pt x="11888554" y="1753008"/>
                  <a:pt x="11878662" y="1751785"/>
                </a:cubicBezTo>
                <a:close/>
                <a:moveTo>
                  <a:pt x="1609129" y="1746640"/>
                </a:moveTo>
                <a:lnTo>
                  <a:pt x="1609949" y="1751761"/>
                </a:lnTo>
                <a:cubicBezTo>
                  <a:pt x="1608298" y="1756477"/>
                  <a:pt x="1610893" y="1761194"/>
                  <a:pt x="1613252" y="1765439"/>
                </a:cubicBezTo>
                <a:cubicBezTo>
                  <a:pt x="1614197" y="1767562"/>
                  <a:pt x="1614668" y="1768976"/>
                  <a:pt x="1613017" y="1771098"/>
                </a:cubicBezTo>
                <a:lnTo>
                  <a:pt x="1608010" y="1783280"/>
                </a:lnTo>
                <a:lnTo>
                  <a:pt x="1689613" y="1801924"/>
                </a:lnTo>
                <a:cubicBezTo>
                  <a:pt x="1859023" y="1847839"/>
                  <a:pt x="2021360" y="1913584"/>
                  <a:pt x="2173650" y="1996780"/>
                </a:cubicBezTo>
                <a:cubicBezTo>
                  <a:pt x="2166130" y="1996780"/>
                  <a:pt x="2162369" y="1993019"/>
                  <a:pt x="2162369" y="1996780"/>
                </a:cubicBezTo>
                <a:cubicBezTo>
                  <a:pt x="2188691" y="2019337"/>
                  <a:pt x="2196213" y="2015578"/>
                  <a:pt x="2222534" y="2026858"/>
                </a:cubicBezTo>
                <a:cubicBezTo>
                  <a:pt x="2245095" y="2038139"/>
                  <a:pt x="2271417" y="2053179"/>
                  <a:pt x="2293979" y="2068220"/>
                </a:cubicBezTo>
                <a:lnTo>
                  <a:pt x="2308990" y="2080669"/>
                </a:lnTo>
                <a:lnTo>
                  <a:pt x="2306757" y="2028676"/>
                </a:lnTo>
                <a:lnTo>
                  <a:pt x="2295859" y="2019337"/>
                </a:lnTo>
                <a:lnTo>
                  <a:pt x="2283527" y="2008767"/>
                </a:lnTo>
                <a:lnTo>
                  <a:pt x="2272442" y="2018504"/>
                </a:lnTo>
                <a:cubicBezTo>
                  <a:pt x="2269278" y="2020804"/>
                  <a:pt x="2266257" y="2022097"/>
                  <a:pt x="2263812" y="2021594"/>
                </a:cubicBezTo>
                <a:cubicBezTo>
                  <a:pt x="2261367" y="2021091"/>
                  <a:pt x="2259497" y="2018791"/>
                  <a:pt x="2258634" y="2013903"/>
                </a:cubicBezTo>
                <a:cubicBezTo>
                  <a:pt x="2258634" y="2011603"/>
                  <a:pt x="2258059" y="2009303"/>
                  <a:pt x="2256909" y="2007003"/>
                </a:cubicBezTo>
                <a:cubicBezTo>
                  <a:pt x="2255757" y="2004128"/>
                  <a:pt x="2255757" y="1999527"/>
                  <a:pt x="2251730" y="1998952"/>
                </a:cubicBezTo>
                <a:cubicBezTo>
                  <a:pt x="2248278" y="1998952"/>
                  <a:pt x="2245976" y="2001827"/>
                  <a:pt x="2244251" y="2004128"/>
                </a:cubicBezTo>
                <a:cubicBezTo>
                  <a:pt x="2235620" y="2013903"/>
                  <a:pt x="2232169" y="2013328"/>
                  <a:pt x="2226990" y="2001252"/>
                </a:cubicBezTo>
                <a:cubicBezTo>
                  <a:pt x="2225840" y="1998377"/>
                  <a:pt x="2225265" y="1996076"/>
                  <a:pt x="2223539" y="1993776"/>
                </a:cubicBezTo>
                <a:cubicBezTo>
                  <a:pt x="2221237" y="1990326"/>
                  <a:pt x="2218936" y="1987450"/>
                  <a:pt x="2213182" y="1989750"/>
                </a:cubicBezTo>
                <a:cubicBezTo>
                  <a:pt x="2208004" y="1992626"/>
                  <a:pt x="2208004" y="1994926"/>
                  <a:pt x="2209155" y="1999527"/>
                </a:cubicBezTo>
                <a:lnTo>
                  <a:pt x="2210123" y="2008224"/>
                </a:lnTo>
                <a:lnTo>
                  <a:pt x="2165155" y="1963502"/>
                </a:lnTo>
                <a:lnTo>
                  <a:pt x="2165173" y="1963476"/>
                </a:lnTo>
                <a:lnTo>
                  <a:pt x="1990538" y="1873132"/>
                </a:lnTo>
                <a:cubicBezTo>
                  <a:pt x="1913351" y="1838592"/>
                  <a:pt x="1833882" y="1808324"/>
                  <a:pt x="1752365" y="1782645"/>
                </a:cubicBezTo>
                <a:close/>
                <a:moveTo>
                  <a:pt x="5950882" y="1716792"/>
                </a:moveTo>
                <a:lnTo>
                  <a:pt x="5966086" y="1723104"/>
                </a:lnTo>
                <a:lnTo>
                  <a:pt x="5961177" y="1719502"/>
                </a:lnTo>
                <a:lnTo>
                  <a:pt x="5962488" y="1719502"/>
                </a:lnTo>
                <a:cubicBezTo>
                  <a:pt x="5966086" y="1723104"/>
                  <a:pt x="5966086" y="1723104"/>
                  <a:pt x="5969686" y="1723104"/>
                </a:cubicBezTo>
                <a:lnTo>
                  <a:pt x="5969686" y="1720825"/>
                </a:lnTo>
                <a:lnTo>
                  <a:pt x="5960211" y="1718792"/>
                </a:lnTo>
                <a:lnTo>
                  <a:pt x="5961177" y="1719502"/>
                </a:lnTo>
                <a:lnTo>
                  <a:pt x="5958886" y="1719502"/>
                </a:lnTo>
                <a:lnTo>
                  <a:pt x="5957622" y="1718238"/>
                </a:lnTo>
                <a:close/>
                <a:moveTo>
                  <a:pt x="5981767" y="1713021"/>
                </a:moveTo>
                <a:lnTo>
                  <a:pt x="5986017" y="1722354"/>
                </a:lnTo>
                <a:lnTo>
                  <a:pt x="5998490" y="1726708"/>
                </a:lnTo>
                <a:cubicBezTo>
                  <a:pt x="5994890" y="1726708"/>
                  <a:pt x="5994890" y="1726708"/>
                  <a:pt x="5994890" y="1726708"/>
                </a:cubicBezTo>
                <a:cubicBezTo>
                  <a:pt x="5994890" y="1726708"/>
                  <a:pt x="5998490" y="1730312"/>
                  <a:pt x="6002090" y="1730312"/>
                </a:cubicBezTo>
                <a:cubicBezTo>
                  <a:pt x="6002089" y="1733914"/>
                  <a:pt x="6005690" y="1733914"/>
                  <a:pt x="6005690" y="1733914"/>
                </a:cubicBezTo>
                <a:lnTo>
                  <a:pt x="6084459" y="1795609"/>
                </a:lnTo>
                <a:lnTo>
                  <a:pt x="6081297" y="1798773"/>
                </a:lnTo>
                <a:cubicBezTo>
                  <a:pt x="6081297" y="1798773"/>
                  <a:pt x="6084899" y="1798773"/>
                  <a:pt x="6084899" y="1798773"/>
                </a:cubicBezTo>
                <a:cubicBezTo>
                  <a:pt x="6084899" y="1798773"/>
                  <a:pt x="6084899" y="1798773"/>
                  <a:pt x="6088499" y="1798773"/>
                </a:cubicBezTo>
                <a:cubicBezTo>
                  <a:pt x="6088499" y="1802377"/>
                  <a:pt x="6092099" y="1802377"/>
                  <a:pt x="6092099" y="1802377"/>
                </a:cubicBezTo>
                <a:cubicBezTo>
                  <a:pt x="6088497" y="1805980"/>
                  <a:pt x="6099297" y="1813187"/>
                  <a:pt x="6110101" y="1820392"/>
                </a:cubicBezTo>
                <a:cubicBezTo>
                  <a:pt x="6113702" y="1816790"/>
                  <a:pt x="6106500" y="1813187"/>
                  <a:pt x="6106500" y="1813187"/>
                </a:cubicBezTo>
                <a:cubicBezTo>
                  <a:pt x="6110101" y="1813187"/>
                  <a:pt x="6110101" y="1813187"/>
                  <a:pt x="6110101" y="1813187"/>
                </a:cubicBezTo>
                <a:cubicBezTo>
                  <a:pt x="6113702" y="1813187"/>
                  <a:pt x="6113702" y="1813187"/>
                  <a:pt x="6113702" y="1813187"/>
                </a:cubicBezTo>
                <a:cubicBezTo>
                  <a:pt x="6113702" y="1813187"/>
                  <a:pt x="6110100" y="1809582"/>
                  <a:pt x="6110100" y="1809582"/>
                </a:cubicBezTo>
                <a:cubicBezTo>
                  <a:pt x="6120901" y="1816790"/>
                  <a:pt x="6120901" y="1813187"/>
                  <a:pt x="6135303" y="1823997"/>
                </a:cubicBezTo>
                <a:cubicBezTo>
                  <a:pt x="6131704" y="1823997"/>
                  <a:pt x="6131704" y="1823997"/>
                  <a:pt x="6131704" y="1823997"/>
                </a:cubicBezTo>
                <a:cubicBezTo>
                  <a:pt x="6131704" y="1823997"/>
                  <a:pt x="6131704" y="1823997"/>
                  <a:pt x="6128102" y="1820392"/>
                </a:cubicBezTo>
                <a:cubicBezTo>
                  <a:pt x="6124502" y="1820392"/>
                  <a:pt x="6124502" y="1820392"/>
                  <a:pt x="6124502" y="1820392"/>
                </a:cubicBezTo>
                <a:cubicBezTo>
                  <a:pt x="6124501" y="1823997"/>
                  <a:pt x="6128102" y="1827599"/>
                  <a:pt x="6131704" y="1827599"/>
                </a:cubicBezTo>
                <a:cubicBezTo>
                  <a:pt x="6131704" y="1827599"/>
                  <a:pt x="6131704" y="1831202"/>
                  <a:pt x="6135303" y="1831202"/>
                </a:cubicBezTo>
                <a:cubicBezTo>
                  <a:pt x="6135303" y="1838409"/>
                  <a:pt x="6146103" y="1849219"/>
                  <a:pt x="6160505" y="1863632"/>
                </a:cubicBezTo>
                <a:cubicBezTo>
                  <a:pt x="6167705" y="1869036"/>
                  <a:pt x="6175807" y="1874442"/>
                  <a:pt x="6183458" y="1878945"/>
                </a:cubicBezTo>
                <a:lnTo>
                  <a:pt x="6191929" y="1883091"/>
                </a:lnTo>
                <a:lnTo>
                  <a:pt x="6210114" y="1883530"/>
                </a:lnTo>
                <a:cubicBezTo>
                  <a:pt x="6219879" y="1886373"/>
                  <a:pt x="6228192" y="1891650"/>
                  <a:pt x="6234671" y="1898946"/>
                </a:cubicBezTo>
                <a:lnTo>
                  <a:pt x="6254560" y="1918972"/>
                </a:lnTo>
                <a:lnTo>
                  <a:pt x="6255725" y="1919992"/>
                </a:lnTo>
                <a:lnTo>
                  <a:pt x="6269546" y="1912573"/>
                </a:lnTo>
                <a:lnTo>
                  <a:pt x="6207310" y="1863632"/>
                </a:lnTo>
                <a:cubicBezTo>
                  <a:pt x="6192908" y="1849219"/>
                  <a:pt x="6167706" y="1827599"/>
                  <a:pt x="6138904" y="1809582"/>
                </a:cubicBezTo>
                <a:cubicBezTo>
                  <a:pt x="6113702" y="1787964"/>
                  <a:pt x="6084897" y="1773550"/>
                  <a:pt x="6066897" y="1766344"/>
                </a:cubicBezTo>
                <a:cubicBezTo>
                  <a:pt x="6048895" y="1751931"/>
                  <a:pt x="6027292" y="1737518"/>
                  <a:pt x="6009290" y="1730312"/>
                </a:cubicBezTo>
                <a:cubicBezTo>
                  <a:pt x="6009290" y="1730312"/>
                  <a:pt x="6009289" y="1726708"/>
                  <a:pt x="6005690" y="1726708"/>
                </a:cubicBezTo>
                <a:cubicBezTo>
                  <a:pt x="6002089" y="1723104"/>
                  <a:pt x="6002089" y="1723104"/>
                  <a:pt x="5998488" y="1723104"/>
                </a:cubicBezTo>
                <a:close/>
                <a:moveTo>
                  <a:pt x="2245258" y="1710274"/>
                </a:moveTo>
                <a:lnTo>
                  <a:pt x="2244276" y="1710488"/>
                </a:lnTo>
                <a:lnTo>
                  <a:pt x="2252305" y="1715011"/>
                </a:lnTo>
                <a:lnTo>
                  <a:pt x="2252305" y="1713724"/>
                </a:lnTo>
                <a:cubicBezTo>
                  <a:pt x="2250292" y="1711999"/>
                  <a:pt x="2247847" y="1710705"/>
                  <a:pt x="2245258" y="1710274"/>
                </a:cubicBezTo>
                <a:close/>
                <a:moveTo>
                  <a:pt x="1421019" y="1706832"/>
                </a:moveTo>
                <a:lnTo>
                  <a:pt x="1427065" y="1710443"/>
                </a:lnTo>
                <a:cubicBezTo>
                  <a:pt x="1433664" y="1716465"/>
                  <a:pt x="1433114" y="1724676"/>
                  <a:pt x="1434763" y="1732340"/>
                </a:cubicBezTo>
                <a:lnTo>
                  <a:pt x="1432681" y="1740171"/>
                </a:lnTo>
                <a:lnTo>
                  <a:pt x="1501179" y="1759551"/>
                </a:lnTo>
                <a:lnTo>
                  <a:pt x="1504479" y="1753647"/>
                </a:lnTo>
                <a:cubicBezTo>
                  <a:pt x="1501884" y="1749402"/>
                  <a:pt x="1502592" y="1746100"/>
                  <a:pt x="1504952" y="1742564"/>
                </a:cubicBezTo>
                <a:cubicBezTo>
                  <a:pt x="1508019" y="1737846"/>
                  <a:pt x="1510378" y="1732894"/>
                  <a:pt x="1508963" y="1726998"/>
                </a:cubicBezTo>
                <a:cubicBezTo>
                  <a:pt x="1508254" y="1724404"/>
                  <a:pt x="1510851" y="1723225"/>
                  <a:pt x="1512501" y="1722753"/>
                </a:cubicBezTo>
                <a:lnTo>
                  <a:pt x="1512766" y="1722417"/>
                </a:lnTo>
                <a:lnTo>
                  <a:pt x="1501911" y="1719688"/>
                </a:lnTo>
                <a:close/>
                <a:moveTo>
                  <a:pt x="11144220" y="1705043"/>
                </a:moveTo>
                <a:lnTo>
                  <a:pt x="11141306" y="1706782"/>
                </a:lnTo>
                <a:lnTo>
                  <a:pt x="11144473" y="1705342"/>
                </a:lnTo>
                <a:close/>
                <a:moveTo>
                  <a:pt x="11137441" y="1697014"/>
                </a:moveTo>
                <a:lnTo>
                  <a:pt x="11137260" y="1697085"/>
                </a:lnTo>
                <a:lnTo>
                  <a:pt x="11136611" y="1707194"/>
                </a:lnTo>
                <a:lnTo>
                  <a:pt x="11136908" y="1707576"/>
                </a:lnTo>
                <a:lnTo>
                  <a:pt x="11143525" y="1704219"/>
                </a:lnTo>
                <a:close/>
                <a:moveTo>
                  <a:pt x="12178406" y="1692372"/>
                </a:moveTo>
                <a:cubicBezTo>
                  <a:pt x="12179943" y="1692858"/>
                  <a:pt x="12181824" y="1693918"/>
                  <a:pt x="12183109" y="1695023"/>
                </a:cubicBezTo>
                <a:lnTo>
                  <a:pt x="12178245" y="1692420"/>
                </a:lnTo>
                <a:close/>
                <a:moveTo>
                  <a:pt x="1622627" y="1686357"/>
                </a:moveTo>
                <a:lnTo>
                  <a:pt x="1613961" y="1696340"/>
                </a:lnTo>
                <a:cubicBezTo>
                  <a:pt x="1610422" y="1700349"/>
                  <a:pt x="1605938" y="1702944"/>
                  <a:pt x="1600748" y="1704123"/>
                </a:cubicBezTo>
                <a:lnTo>
                  <a:pt x="1596731" y="1707749"/>
                </a:lnTo>
                <a:lnTo>
                  <a:pt x="1686132" y="1733403"/>
                </a:lnTo>
                <a:cubicBezTo>
                  <a:pt x="1728044" y="1747015"/>
                  <a:pt x="1769516" y="1762139"/>
                  <a:pt x="1810501" y="1778922"/>
                </a:cubicBezTo>
                <a:cubicBezTo>
                  <a:pt x="1860464" y="1799218"/>
                  <a:pt x="1902620" y="1832005"/>
                  <a:pt x="1957266" y="1839810"/>
                </a:cubicBezTo>
                <a:cubicBezTo>
                  <a:pt x="1971318" y="1841371"/>
                  <a:pt x="1988491" y="1849176"/>
                  <a:pt x="1993177" y="1827319"/>
                </a:cubicBezTo>
                <a:cubicBezTo>
                  <a:pt x="1999422" y="1805463"/>
                  <a:pt x="1979124" y="1808585"/>
                  <a:pt x="1966633" y="1802340"/>
                </a:cubicBezTo>
                <a:cubicBezTo>
                  <a:pt x="1951021" y="1797656"/>
                  <a:pt x="1930723" y="1794535"/>
                  <a:pt x="1921355" y="1772676"/>
                </a:cubicBezTo>
                <a:lnTo>
                  <a:pt x="1991274" y="1786660"/>
                </a:lnTo>
                <a:lnTo>
                  <a:pt x="1992194" y="1781702"/>
                </a:lnTo>
                <a:cubicBezTo>
                  <a:pt x="1993267" y="1781434"/>
                  <a:pt x="1993535" y="1779826"/>
                  <a:pt x="1992462" y="1779022"/>
                </a:cubicBezTo>
                <a:cubicBezTo>
                  <a:pt x="1988973" y="1776074"/>
                  <a:pt x="1992731" y="1774733"/>
                  <a:pt x="1993267" y="1772589"/>
                </a:cubicBezTo>
                <a:lnTo>
                  <a:pt x="1998419" y="1767666"/>
                </a:lnTo>
                <a:lnTo>
                  <a:pt x="1983807" y="1761749"/>
                </a:lnTo>
                <a:cubicBezTo>
                  <a:pt x="1933845" y="1742624"/>
                  <a:pt x="1883590" y="1724377"/>
                  <a:pt x="1832994" y="1707228"/>
                </a:cubicBezTo>
                <a:lnTo>
                  <a:pt x="1808113" y="1699426"/>
                </a:lnTo>
                <a:lnTo>
                  <a:pt x="1809135" y="1700286"/>
                </a:lnTo>
                <a:cubicBezTo>
                  <a:pt x="1809672" y="1702163"/>
                  <a:pt x="1811014" y="1703234"/>
                  <a:pt x="1812355" y="1704575"/>
                </a:cubicBezTo>
                <a:cubicBezTo>
                  <a:pt x="1815845" y="1707791"/>
                  <a:pt x="1817455" y="1711543"/>
                  <a:pt x="1816112" y="1716367"/>
                </a:cubicBezTo>
                <a:lnTo>
                  <a:pt x="1818669" y="1723261"/>
                </a:lnTo>
                <a:lnTo>
                  <a:pt x="1835482" y="1728964"/>
                </a:lnTo>
                <a:cubicBezTo>
                  <a:pt x="1844849" y="1732086"/>
                  <a:pt x="1863587" y="1730525"/>
                  <a:pt x="1858903" y="1746137"/>
                </a:cubicBezTo>
                <a:cubicBezTo>
                  <a:pt x="1854218" y="1761749"/>
                  <a:pt x="1837044" y="1757065"/>
                  <a:pt x="1826115" y="1752381"/>
                </a:cubicBezTo>
                <a:lnTo>
                  <a:pt x="1807151" y="1745258"/>
                </a:lnTo>
                <a:lnTo>
                  <a:pt x="1806452" y="1746655"/>
                </a:lnTo>
                <a:cubicBezTo>
                  <a:pt x="1806452" y="1749335"/>
                  <a:pt x="1805378" y="1749871"/>
                  <a:pt x="1803231" y="1747995"/>
                </a:cubicBezTo>
                <a:cubicBezTo>
                  <a:pt x="1800010" y="1745315"/>
                  <a:pt x="1797863" y="1745315"/>
                  <a:pt x="1797058" y="1749871"/>
                </a:cubicBezTo>
                <a:cubicBezTo>
                  <a:pt x="1796791" y="1750943"/>
                  <a:pt x="1795985" y="1752284"/>
                  <a:pt x="1794911" y="1750943"/>
                </a:cubicBezTo>
                <a:cubicBezTo>
                  <a:pt x="1791423" y="1747459"/>
                  <a:pt x="1789008" y="1749603"/>
                  <a:pt x="1786324" y="1752016"/>
                </a:cubicBezTo>
                <a:cubicBezTo>
                  <a:pt x="1786055" y="1752552"/>
                  <a:pt x="1784981" y="1752552"/>
                  <a:pt x="1784445" y="1752552"/>
                </a:cubicBezTo>
                <a:cubicBezTo>
                  <a:pt x="1778004" y="1748800"/>
                  <a:pt x="1771832" y="1744511"/>
                  <a:pt x="1765391" y="1740491"/>
                </a:cubicBezTo>
                <a:cubicBezTo>
                  <a:pt x="1762439" y="1738614"/>
                  <a:pt x="1760828" y="1733521"/>
                  <a:pt x="1759487" y="1729502"/>
                </a:cubicBezTo>
                <a:lnTo>
                  <a:pt x="1758441" y="1726965"/>
                </a:lnTo>
                <a:lnTo>
                  <a:pt x="1744535" y="1721742"/>
                </a:lnTo>
                <a:cubicBezTo>
                  <a:pt x="1717212" y="1711399"/>
                  <a:pt x="1689498" y="1701641"/>
                  <a:pt x="1660614" y="1694616"/>
                </a:cubicBezTo>
                <a:close/>
                <a:moveTo>
                  <a:pt x="2222100" y="1683103"/>
                </a:moveTo>
                <a:cubicBezTo>
                  <a:pt x="2219367" y="1684109"/>
                  <a:pt x="2216634" y="1686122"/>
                  <a:pt x="2214332" y="1687847"/>
                </a:cubicBezTo>
                <a:lnTo>
                  <a:pt x="2210127" y="1691249"/>
                </a:lnTo>
                <a:lnTo>
                  <a:pt x="2227208" y="1700872"/>
                </a:lnTo>
                <a:lnTo>
                  <a:pt x="2229867" y="1684397"/>
                </a:lnTo>
                <a:cubicBezTo>
                  <a:pt x="2227566" y="1682096"/>
                  <a:pt x="2224833" y="1682096"/>
                  <a:pt x="2222100" y="1683103"/>
                </a:cubicBezTo>
                <a:close/>
                <a:moveTo>
                  <a:pt x="1135797" y="1682585"/>
                </a:moveTo>
                <a:lnTo>
                  <a:pt x="1135657" y="1684620"/>
                </a:lnTo>
                <a:lnTo>
                  <a:pt x="1198655" y="1689272"/>
                </a:lnTo>
                <a:cubicBezTo>
                  <a:pt x="1237636" y="1694478"/>
                  <a:pt x="1276225" y="1701732"/>
                  <a:pt x="1314555" y="1710285"/>
                </a:cubicBezTo>
                <a:lnTo>
                  <a:pt x="1369793" y="1724206"/>
                </a:lnTo>
                <a:lnTo>
                  <a:pt x="1367679" y="1720297"/>
                </a:lnTo>
                <a:cubicBezTo>
                  <a:pt x="1365479" y="1715370"/>
                  <a:pt x="1361080" y="1710991"/>
                  <a:pt x="1355581" y="1708253"/>
                </a:cubicBezTo>
                <a:lnTo>
                  <a:pt x="1355581" y="1697458"/>
                </a:lnTo>
                <a:lnTo>
                  <a:pt x="1240593" y="1686150"/>
                </a:lnTo>
                <a:close/>
                <a:moveTo>
                  <a:pt x="7847880" y="1663016"/>
                </a:moveTo>
                <a:lnTo>
                  <a:pt x="7847780" y="1663140"/>
                </a:lnTo>
                <a:cubicBezTo>
                  <a:pt x="7847780" y="1663140"/>
                  <a:pt x="7847780" y="1663140"/>
                  <a:pt x="7843187" y="1666040"/>
                </a:cubicBezTo>
                <a:close/>
                <a:moveTo>
                  <a:pt x="5888368" y="1661582"/>
                </a:moveTo>
                <a:lnTo>
                  <a:pt x="5947745" y="1692506"/>
                </a:lnTo>
                <a:lnTo>
                  <a:pt x="5926033" y="1679415"/>
                </a:lnTo>
                <a:close/>
                <a:moveTo>
                  <a:pt x="12125881" y="1659984"/>
                </a:moveTo>
                <a:lnTo>
                  <a:pt x="12127684" y="1660723"/>
                </a:lnTo>
                <a:cubicBezTo>
                  <a:pt x="12130072" y="1660545"/>
                  <a:pt x="12130072" y="1660545"/>
                  <a:pt x="12130072" y="1660545"/>
                </a:cubicBezTo>
                <a:cubicBezTo>
                  <a:pt x="12130072" y="1660545"/>
                  <a:pt x="12130072" y="1660545"/>
                  <a:pt x="12132641" y="1662755"/>
                </a:cubicBezTo>
                <a:cubicBezTo>
                  <a:pt x="12130253" y="1662933"/>
                  <a:pt x="12127684" y="1660723"/>
                  <a:pt x="12127862" y="1663113"/>
                </a:cubicBezTo>
                <a:close/>
                <a:moveTo>
                  <a:pt x="12121197" y="1657374"/>
                </a:moveTo>
                <a:lnTo>
                  <a:pt x="12125479" y="1659349"/>
                </a:lnTo>
                <a:lnTo>
                  <a:pt x="12125881" y="1659984"/>
                </a:lnTo>
                <a:lnTo>
                  <a:pt x="12122726" y="1658691"/>
                </a:lnTo>
                <a:close/>
                <a:moveTo>
                  <a:pt x="12108878" y="1652983"/>
                </a:moveTo>
                <a:lnTo>
                  <a:pt x="12112781" y="1654212"/>
                </a:lnTo>
                <a:lnTo>
                  <a:pt x="12112811" y="1654627"/>
                </a:lnTo>
                <a:close/>
                <a:moveTo>
                  <a:pt x="12112633" y="1652237"/>
                </a:moveTo>
                <a:cubicBezTo>
                  <a:pt x="12115201" y="1654448"/>
                  <a:pt x="12117768" y="1656659"/>
                  <a:pt x="12120159" y="1656480"/>
                </a:cubicBezTo>
                <a:lnTo>
                  <a:pt x="12121197" y="1657374"/>
                </a:lnTo>
                <a:lnTo>
                  <a:pt x="12117701" y="1655763"/>
                </a:lnTo>
                <a:lnTo>
                  <a:pt x="12112781" y="1654212"/>
                </a:lnTo>
                <a:close/>
                <a:moveTo>
                  <a:pt x="1624616" y="1644976"/>
                </a:moveTo>
                <a:lnTo>
                  <a:pt x="1626230" y="1650353"/>
                </a:lnTo>
                <a:cubicBezTo>
                  <a:pt x="1625522" y="1653655"/>
                  <a:pt x="1627410" y="1655778"/>
                  <a:pt x="1629298" y="1657664"/>
                </a:cubicBezTo>
                <a:lnTo>
                  <a:pt x="1628882" y="1663751"/>
                </a:lnTo>
                <a:lnTo>
                  <a:pt x="1705819" y="1684982"/>
                </a:lnTo>
                <a:lnTo>
                  <a:pt x="1760201" y="1703428"/>
                </a:lnTo>
                <a:lnTo>
                  <a:pt x="1760561" y="1700555"/>
                </a:lnTo>
                <a:cubicBezTo>
                  <a:pt x="1762439" y="1693318"/>
                  <a:pt x="1770758" y="1695461"/>
                  <a:pt x="1773979" y="1690101"/>
                </a:cubicBezTo>
                <a:lnTo>
                  <a:pt x="1777976" y="1689976"/>
                </a:lnTo>
                <a:lnTo>
                  <a:pt x="1680131" y="1659294"/>
                </a:lnTo>
                <a:close/>
                <a:moveTo>
                  <a:pt x="6077418" y="1643024"/>
                </a:moveTo>
                <a:cubicBezTo>
                  <a:pt x="6072819" y="1658175"/>
                  <a:pt x="6110433" y="1675422"/>
                  <a:pt x="6132888" y="1688071"/>
                </a:cubicBezTo>
                <a:cubicBezTo>
                  <a:pt x="6145556" y="1704081"/>
                  <a:pt x="6162206" y="1717403"/>
                  <a:pt x="6180271" y="1731276"/>
                </a:cubicBezTo>
                <a:lnTo>
                  <a:pt x="6227322" y="1770443"/>
                </a:lnTo>
                <a:lnTo>
                  <a:pt x="6225014" y="1769544"/>
                </a:lnTo>
                <a:cubicBezTo>
                  <a:pt x="6220986" y="1773189"/>
                  <a:pt x="6224632" y="1777215"/>
                  <a:pt x="6228472" y="1777405"/>
                </a:cubicBezTo>
                <a:cubicBezTo>
                  <a:pt x="6228280" y="1781240"/>
                  <a:pt x="6228280" y="1781240"/>
                  <a:pt x="6228280" y="1781240"/>
                </a:cubicBezTo>
                <a:cubicBezTo>
                  <a:pt x="6187211" y="1756132"/>
                  <a:pt x="6138847" y="1722972"/>
                  <a:pt x="6105644" y="1694409"/>
                </a:cubicBezTo>
                <a:cubicBezTo>
                  <a:pt x="6079353" y="1681569"/>
                  <a:pt x="6049414" y="1664703"/>
                  <a:pt x="6026392" y="1663561"/>
                </a:cubicBezTo>
                <a:cubicBezTo>
                  <a:pt x="6115823" y="1721829"/>
                  <a:pt x="6182993" y="1763613"/>
                  <a:pt x="6238079" y="1816331"/>
                </a:cubicBezTo>
                <a:cubicBezTo>
                  <a:pt x="6260532" y="1828981"/>
                  <a:pt x="6290279" y="1849683"/>
                  <a:pt x="6304866" y="1865786"/>
                </a:cubicBezTo>
                <a:cubicBezTo>
                  <a:pt x="6285871" y="1860999"/>
                  <a:pt x="6300459" y="1877102"/>
                  <a:pt x="6292593" y="1880557"/>
                </a:cubicBezTo>
                <a:cubicBezTo>
                  <a:pt x="6299887" y="1888607"/>
                  <a:pt x="6303915" y="1884962"/>
                  <a:pt x="6315047" y="1893205"/>
                </a:cubicBezTo>
                <a:cubicBezTo>
                  <a:pt x="6329825" y="1905474"/>
                  <a:pt x="6300459" y="1877102"/>
                  <a:pt x="6319265" y="1885724"/>
                </a:cubicBezTo>
                <a:cubicBezTo>
                  <a:pt x="6359953" y="1918504"/>
                  <a:pt x="6385291" y="1950521"/>
                  <a:pt x="6430009" y="1979655"/>
                </a:cubicBezTo>
                <a:cubicBezTo>
                  <a:pt x="6436730" y="1999215"/>
                  <a:pt x="6458803" y="2019535"/>
                  <a:pt x="6477035" y="2039664"/>
                </a:cubicBezTo>
                <a:cubicBezTo>
                  <a:pt x="6499109" y="2059985"/>
                  <a:pt x="6521184" y="2080306"/>
                  <a:pt x="6535581" y="2100244"/>
                </a:cubicBezTo>
                <a:cubicBezTo>
                  <a:pt x="6520993" y="2084140"/>
                  <a:pt x="6516964" y="2087786"/>
                  <a:pt x="6513318" y="2083760"/>
                </a:cubicBezTo>
                <a:cubicBezTo>
                  <a:pt x="6516774" y="2091621"/>
                  <a:pt x="6512936" y="2091430"/>
                  <a:pt x="6512745" y="2095266"/>
                </a:cubicBezTo>
                <a:cubicBezTo>
                  <a:pt x="6534819" y="2115587"/>
                  <a:pt x="6534438" y="2123257"/>
                  <a:pt x="6552673" y="2143387"/>
                </a:cubicBezTo>
                <a:cubicBezTo>
                  <a:pt x="6556511" y="2143577"/>
                  <a:pt x="6560346" y="2143768"/>
                  <a:pt x="6563994" y="2147795"/>
                </a:cubicBezTo>
                <a:cubicBezTo>
                  <a:pt x="6568213" y="2140314"/>
                  <a:pt x="6561109" y="2128427"/>
                  <a:pt x="6572430" y="2132834"/>
                </a:cubicBezTo>
                <a:cubicBezTo>
                  <a:pt x="6590476" y="2156798"/>
                  <a:pt x="6601227" y="2172712"/>
                  <a:pt x="6619461" y="2192841"/>
                </a:cubicBezTo>
                <a:cubicBezTo>
                  <a:pt x="6634049" y="2208946"/>
                  <a:pt x="6648445" y="2228884"/>
                  <a:pt x="6677813" y="2257257"/>
                </a:cubicBezTo>
                <a:cubicBezTo>
                  <a:pt x="6677813" y="2257257"/>
                  <a:pt x="6681840" y="2253612"/>
                  <a:pt x="6685487" y="2257638"/>
                </a:cubicBezTo>
                <a:lnTo>
                  <a:pt x="6691580" y="2266907"/>
                </a:lnTo>
                <a:lnTo>
                  <a:pt x="6688771" y="2223084"/>
                </a:lnTo>
                <a:lnTo>
                  <a:pt x="6667332" y="2197141"/>
                </a:lnTo>
                <a:cubicBezTo>
                  <a:pt x="6655527" y="2183097"/>
                  <a:pt x="6643722" y="2169054"/>
                  <a:pt x="6629230" y="2151033"/>
                </a:cubicBezTo>
                <a:cubicBezTo>
                  <a:pt x="6618099" y="2142791"/>
                  <a:pt x="6610613" y="2138574"/>
                  <a:pt x="6603321" y="2130522"/>
                </a:cubicBezTo>
                <a:cubicBezTo>
                  <a:pt x="6570686" y="2090452"/>
                  <a:pt x="6534218" y="2050193"/>
                  <a:pt x="6493720" y="2013579"/>
                </a:cubicBezTo>
                <a:cubicBezTo>
                  <a:pt x="6475391" y="1995366"/>
                  <a:pt x="6457011" y="1978113"/>
                  <a:pt x="6439138" y="1960405"/>
                </a:cubicBezTo>
                <a:lnTo>
                  <a:pt x="6391362" y="1908599"/>
                </a:lnTo>
                <a:lnTo>
                  <a:pt x="6398708" y="1912738"/>
                </a:lnTo>
                <a:cubicBezTo>
                  <a:pt x="6398898" y="1908903"/>
                  <a:pt x="6399090" y="1905068"/>
                  <a:pt x="6391604" y="1900852"/>
                </a:cubicBezTo>
                <a:cubicBezTo>
                  <a:pt x="6391604" y="1900852"/>
                  <a:pt x="6387957" y="1896825"/>
                  <a:pt x="6387957" y="1896825"/>
                </a:cubicBezTo>
                <a:cubicBezTo>
                  <a:pt x="6388146" y="1892990"/>
                  <a:pt x="6391986" y="1893180"/>
                  <a:pt x="6391795" y="1897015"/>
                </a:cubicBezTo>
                <a:cubicBezTo>
                  <a:pt x="6421351" y="1921553"/>
                  <a:pt x="6457632" y="1965648"/>
                  <a:pt x="6494674" y="1994401"/>
                </a:cubicBezTo>
                <a:cubicBezTo>
                  <a:pt x="6502534" y="1990946"/>
                  <a:pt x="6506183" y="1994973"/>
                  <a:pt x="6499078" y="1983085"/>
                </a:cubicBezTo>
                <a:cubicBezTo>
                  <a:pt x="6491407" y="1982705"/>
                  <a:pt x="6480466" y="1970626"/>
                  <a:pt x="6469523" y="1958548"/>
                </a:cubicBezTo>
                <a:cubicBezTo>
                  <a:pt x="6477580" y="1951258"/>
                  <a:pt x="6443805" y="1934202"/>
                  <a:pt x="6425379" y="1917908"/>
                </a:cubicBezTo>
                <a:cubicBezTo>
                  <a:pt x="6377588" y="1873242"/>
                  <a:pt x="6330176" y="1820903"/>
                  <a:pt x="6274519" y="1779691"/>
                </a:cubicBezTo>
                <a:cubicBezTo>
                  <a:pt x="6267035" y="1775475"/>
                  <a:pt x="6263198" y="1775284"/>
                  <a:pt x="6255714" y="1771068"/>
                </a:cubicBezTo>
                <a:cubicBezTo>
                  <a:pt x="6237097" y="1758609"/>
                  <a:pt x="6204085" y="1726211"/>
                  <a:pt x="6188925" y="1721613"/>
                </a:cubicBezTo>
                <a:cubicBezTo>
                  <a:pt x="6192952" y="1717968"/>
                  <a:pt x="6193143" y="1714133"/>
                  <a:pt x="6181821" y="1709726"/>
                </a:cubicBezTo>
                <a:cubicBezTo>
                  <a:pt x="6178174" y="1705700"/>
                  <a:pt x="6148046" y="1692669"/>
                  <a:pt x="6148237" y="1688833"/>
                </a:cubicBezTo>
                <a:cubicBezTo>
                  <a:pt x="6151884" y="1692860"/>
                  <a:pt x="6152074" y="1689024"/>
                  <a:pt x="6155911" y="1689215"/>
                </a:cubicBezTo>
                <a:cubicBezTo>
                  <a:pt x="6126165" y="1668514"/>
                  <a:pt x="6107357" y="1659891"/>
                  <a:pt x="6077418" y="1643024"/>
                </a:cubicBezTo>
                <a:close/>
                <a:moveTo>
                  <a:pt x="11329355" y="1626097"/>
                </a:moveTo>
                <a:lnTo>
                  <a:pt x="11300277" y="1635142"/>
                </a:lnTo>
                <a:lnTo>
                  <a:pt x="11306517" y="1642970"/>
                </a:lnTo>
                <a:lnTo>
                  <a:pt x="11307007" y="1642790"/>
                </a:lnTo>
                <a:cubicBezTo>
                  <a:pt x="11313997" y="1639865"/>
                  <a:pt x="11323554" y="1639150"/>
                  <a:pt x="11330543" y="1636224"/>
                </a:cubicBezTo>
                <a:lnTo>
                  <a:pt x="11344214" y="1630503"/>
                </a:lnTo>
                <a:close/>
                <a:moveTo>
                  <a:pt x="5013373" y="1622666"/>
                </a:moveTo>
                <a:cubicBezTo>
                  <a:pt x="5006147" y="1622404"/>
                  <a:pt x="5000395" y="1621471"/>
                  <a:pt x="4995051" y="1629235"/>
                </a:cubicBezTo>
                <a:cubicBezTo>
                  <a:pt x="4997468" y="1642344"/>
                  <a:pt x="5009907" y="1638456"/>
                  <a:pt x="5017133" y="1638717"/>
                </a:cubicBezTo>
                <a:cubicBezTo>
                  <a:pt x="5170450" y="1639939"/>
                  <a:pt x="5319373" y="1662704"/>
                  <a:pt x="5467232" y="1694834"/>
                </a:cubicBezTo>
                <a:cubicBezTo>
                  <a:pt x="5472986" y="1695766"/>
                  <a:pt x="5478740" y="1696699"/>
                  <a:pt x="5484494" y="1697630"/>
                </a:cubicBezTo>
                <a:cubicBezTo>
                  <a:pt x="5492389" y="1699363"/>
                  <a:pt x="5498010" y="1703908"/>
                  <a:pt x="5493337" y="1713144"/>
                </a:cubicBezTo>
                <a:cubicBezTo>
                  <a:pt x="5491473" y="1724651"/>
                  <a:pt x="5485049" y="1722248"/>
                  <a:pt x="5477153" y="1720514"/>
                </a:cubicBezTo>
                <a:cubicBezTo>
                  <a:pt x="5448150" y="1712409"/>
                  <a:pt x="5418811" y="1706009"/>
                  <a:pt x="5389251" y="1700765"/>
                </a:cubicBezTo>
                <a:lnTo>
                  <a:pt x="5356133" y="1696011"/>
                </a:lnTo>
                <a:lnTo>
                  <a:pt x="5497172" y="1734144"/>
                </a:lnTo>
                <a:cubicBezTo>
                  <a:pt x="5722278" y="1810318"/>
                  <a:pt x="5928830" y="1926731"/>
                  <a:pt x="6108276" y="2074822"/>
                </a:cubicBezTo>
                <a:lnTo>
                  <a:pt x="6146858" y="2109890"/>
                </a:lnTo>
                <a:lnTo>
                  <a:pt x="6149367" y="2111743"/>
                </a:lnTo>
                <a:lnTo>
                  <a:pt x="6176331" y="2127293"/>
                </a:lnTo>
                <a:lnTo>
                  <a:pt x="6241887" y="2190772"/>
                </a:lnTo>
                <a:lnTo>
                  <a:pt x="6350117" y="2287711"/>
                </a:lnTo>
                <a:lnTo>
                  <a:pt x="6461731" y="2410512"/>
                </a:lnTo>
                <a:lnTo>
                  <a:pt x="6471242" y="2384680"/>
                </a:lnTo>
                <a:lnTo>
                  <a:pt x="6448551" y="2352402"/>
                </a:lnTo>
                <a:lnTo>
                  <a:pt x="6317077" y="2211359"/>
                </a:lnTo>
                <a:cubicBezTo>
                  <a:pt x="6289752" y="2185974"/>
                  <a:pt x="6264442" y="2158094"/>
                  <a:pt x="6238422" y="2132113"/>
                </a:cubicBezTo>
                <a:cubicBezTo>
                  <a:pt x="6235927" y="2130096"/>
                  <a:pt x="6232453" y="2128527"/>
                  <a:pt x="6230286" y="2126362"/>
                </a:cubicBezTo>
                <a:lnTo>
                  <a:pt x="6230166" y="2122666"/>
                </a:lnTo>
                <a:lnTo>
                  <a:pt x="6185979" y="2083352"/>
                </a:lnTo>
                <a:lnTo>
                  <a:pt x="6231235" y="2116002"/>
                </a:lnTo>
                <a:lnTo>
                  <a:pt x="6238420" y="2110045"/>
                </a:lnTo>
                <a:cubicBezTo>
                  <a:pt x="6241817" y="2109286"/>
                  <a:pt x="6245645" y="2109906"/>
                  <a:pt x="6249447" y="2111328"/>
                </a:cubicBezTo>
                <a:cubicBezTo>
                  <a:pt x="6266545" y="2117726"/>
                  <a:pt x="6280920" y="2128520"/>
                  <a:pt x="6291377" y="2141096"/>
                </a:cubicBezTo>
                <a:cubicBezTo>
                  <a:pt x="6324765" y="2176331"/>
                  <a:pt x="6360616" y="2210050"/>
                  <a:pt x="6394627" y="2245789"/>
                </a:cubicBezTo>
                <a:lnTo>
                  <a:pt x="6436562" y="2293242"/>
                </a:lnTo>
                <a:lnTo>
                  <a:pt x="6437768" y="2294418"/>
                </a:lnTo>
                <a:lnTo>
                  <a:pt x="6440279" y="2297454"/>
                </a:lnTo>
                <a:lnTo>
                  <a:pt x="6443729" y="2301354"/>
                </a:lnTo>
                <a:lnTo>
                  <a:pt x="6444971" y="2303119"/>
                </a:lnTo>
                <a:lnTo>
                  <a:pt x="6483937" y="2350194"/>
                </a:lnTo>
                <a:lnTo>
                  <a:pt x="6488663" y="2337349"/>
                </a:lnTo>
                <a:lnTo>
                  <a:pt x="6433933" y="2261706"/>
                </a:lnTo>
                <a:lnTo>
                  <a:pt x="6285011" y="2099996"/>
                </a:lnTo>
                <a:lnTo>
                  <a:pt x="6267052" y="2081952"/>
                </a:lnTo>
                <a:cubicBezTo>
                  <a:pt x="6262499" y="2077809"/>
                  <a:pt x="6257211" y="2073999"/>
                  <a:pt x="6252693" y="2068951"/>
                </a:cubicBezTo>
                <a:lnTo>
                  <a:pt x="6251057" y="2065525"/>
                </a:lnTo>
                <a:lnTo>
                  <a:pt x="6061716" y="1909575"/>
                </a:lnTo>
                <a:cubicBezTo>
                  <a:pt x="5991321" y="1859387"/>
                  <a:pt x="5916639" y="1813562"/>
                  <a:pt x="5837514" y="1772266"/>
                </a:cubicBezTo>
                <a:lnTo>
                  <a:pt x="5717199" y="1719450"/>
                </a:lnTo>
                <a:lnTo>
                  <a:pt x="5584900" y="1679208"/>
                </a:lnTo>
                <a:cubicBezTo>
                  <a:pt x="5537180" y="1666082"/>
                  <a:pt x="5488942" y="1654747"/>
                  <a:pt x="5440035" y="1646823"/>
                </a:cubicBezTo>
                <a:cubicBezTo>
                  <a:pt x="5414210" y="1640822"/>
                  <a:pt x="5391457" y="1629868"/>
                  <a:pt x="5365518" y="1647015"/>
                </a:cubicBezTo>
                <a:cubicBezTo>
                  <a:pt x="5350677" y="1657328"/>
                  <a:pt x="5329263" y="1649316"/>
                  <a:pt x="5310532" y="1647190"/>
                </a:cubicBezTo>
                <a:cubicBezTo>
                  <a:pt x="5212050" y="1629873"/>
                  <a:pt x="5112378" y="1625532"/>
                  <a:pt x="5013373" y="1622666"/>
                </a:cubicBezTo>
                <a:close/>
                <a:moveTo>
                  <a:pt x="5786006" y="1611402"/>
                </a:moveTo>
                <a:lnTo>
                  <a:pt x="5786068" y="1611427"/>
                </a:lnTo>
                <a:lnTo>
                  <a:pt x="5786068" y="1611402"/>
                </a:lnTo>
                <a:close/>
                <a:moveTo>
                  <a:pt x="1093926" y="1607896"/>
                </a:moveTo>
                <a:cubicBezTo>
                  <a:pt x="1030229" y="1605725"/>
                  <a:pt x="966215" y="1606799"/>
                  <a:pt x="901810" y="1611873"/>
                </a:cubicBezTo>
                <a:lnTo>
                  <a:pt x="840924" y="1618840"/>
                </a:lnTo>
                <a:lnTo>
                  <a:pt x="843366" y="1626503"/>
                </a:lnTo>
                <a:cubicBezTo>
                  <a:pt x="842445" y="1629572"/>
                  <a:pt x="843366" y="1632945"/>
                  <a:pt x="846438" y="1634787"/>
                </a:cubicBezTo>
                <a:cubicBezTo>
                  <a:pt x="846438" y="1636012"/>
                  <a:pt x="846438" y="1637239"/>
                  <a:pt x="846438" y="1638466"/>
                </a:cubicBezTo>
                <a:cubicBezTo>
                  <a:pt x="843673" y="1640000"/>
                  <a:pt x="842445" y="1641841"/>
                  <a:pt x="842751" y="1645828"/>
                </a:cubicBezTo>
                <a:lnTo>
                  <a:pt x="842591" y="1646042"/>
                </a:lnTo>
                <a:lnTo>
                  <a:pt x="923277" y="1638023"/>
                </a:lnTo>
                <a:cubicBezTo>
                  <a:pt x="1047793" y="1630217"/>
                  <a:pt x="1172700" y="1632168"/>
                  <a:pt x="1298386" y="1647780"/>
                </a:cubicBezTo>
                <a:cubicBezTo>
                  <a:pt x="1342493" y="1653635"/>
                  <a:pt x="1386308" y="1660563"/>
                  <a:pt x="1429781" y="1668711"/>
                </a:cubicBezTo>
                <a:lnTo>
                  <a:pt x="1539651" y="1692705"/>
                </a:lnTo>
                <a:lnTo>
                  <a:pt x="1540816" y="1691624"/>
                </a:lnTo>
                <a:cubicBezTo>
                  <a:pt x="1542939" y="1689501"/>
                  <a:pt x="1544119" y="1686671"/>
                  <a:pt x="1541996" y="1684313"/>
                </a:cubicBezTo>
                <a:cubicBezTo>
                  <a:pt x="1540108" y="1682427"/>
                  <a:pt x="1537513" y="1684313"/>
                  <a:pt x="1535625" y="1685728"/>
                </a:cubicBezTo>
                <a:cubicBezTo>
                  <a:pt x="1533974" y="1686907"/>
                  <a:pt x="1532793" y="1689030"/>
                  <a:pt x="1530670" y="1689737"/>
                </a:cubicBezTo>
                <a:cubicBezTo>
                  <a:pt x="1527602" y="1690916"/>
                  <a:pt x="1525715" y="1690445"/>
                  <a:pt x="1525950" y="1686671"/>
                </a:cubicBezTo>
                <a:cubicBezTo>
                  <a:pt x="1526187" y="1681483"/>
                  <a:pt x="1528311" y="1677238"/>
                  <a:pt x="1531142" y="1673229"/>
                </a:cubicBezTo>
                <a:lnTo>
                  <a:pt x="1531142" y="1666469"/>
                </a:lnTo>
                <a:lnTo>
                  <a:pt x="1472889" y="1653805"/>
                </a:lnTo>
                <a:cubicBezTo>
                  <a:pt x="1347446" y="1629558"/>
                  <a:pt x="1221320" y="1612238"/>
                  <a:pt x="1093926" y="1607896"/>
                </a:cubicBezTo>
                <a:close/>
                <a:moveTo>
                  <a:pt x="11301516" y="1604577"/>
                </a:moveTo>
                <a:lnTo>
                  <a:pt x="11301162" y="1604783"/>
                </a:lnTo>
                <a:lnTo>
                  <a:pt x="11281366" y="1611416"/>
                </a:lnTo>
                <a:lnTo>
                  <a:pt x="11292353" y="1625201"/>
                </a:lnTo>
                <a:lnTo>
                  <a:pt x="11315108" y="1618298"/>
                </a:lnTo>
                <a:close/>
                <a:moveTo>
                  <a:pt x="5818474" y="1603296"/>
                </a:moveTo>
                <a:lnTo>
                  <a:pt x="5822072" y="1604196"/>
                </a:lnTo>
                <a:cubicBezTo>
                  <a:pt x="5822072" y="1604196"/>
                  <a:pt x="5822072" y="1604196"/>
                  <a:pt x="5818474" y="1604197"/>
                </a:cubicBezTo>
                <a:close/>
                <a:moveTo>
                  <a:pt x="11443269" y="1601367"/>
                </a:moveTo>
                <a:cubicBezTo>
                  <a:pt x="11443269" y="1601367"/>
                  <a:pt x="11440879" y="1601545"/>
                  <a:pt x="11438669" y="1604113"/>
                </a:cubicBezTo>
                <a:cubicBezTo>
                  <a:pt x="11433890" y="1604470"/>
                  <a:pt x="11431500" y="1604649"/>
                  <a:pt x="11429110" y="1604828"/>
                </a:cubicBezTo>
                <a:cubicBezTo>
                  <a:pt x="11431322" y="1602260"/>
                  <a:pt x="11433712" y="1602081"/>
                  <a:pt x="11436101" y="1601902"/>
                </a:cubicBezTo>
                <a:cubicBezTo>
                  <a:pt x="11436101" y="1601902"/>
                  <a:pt x="11436101" y="1601902"/>
                  <a:pt x="11438490" y="1601724"/>
                </a:cubicBezTo>
                <a:cubicBezTo>
                  <a:pt x="11440879" y="1601545"/>
                  <a:pt x="11440879" y="1601545"/>
                  <a:pt x="11440879" y="1601545"/>
                </a:cubicBezTo>
                <a:close/>
                <a:moveTo>
                  <a:pt x="3850133" y="1600633"/>
                </a:moveTo>
                <a:cubicBezTo>
                  <a:pt x="3850133" y="1600633"/>
                  <a:pt x="3850133" y="1600633"/>
                  <a:pt x="3853369" y="1602700"/>
                </a:cubicBezTo>
                <a:lnTo>
                  <a:pt x="3842616" y="1606720"/>
                </a:lnTo>
                <a:close/>
                <a:moveTo>
                  <a:pt x="5807670" y="1600592"/>
                </a:moveTo>
                <a:cubicBezTo>
                  <a:pt x="5796870" y="1604197"/>
                  <a:pt x="5818472" y="1611402"/>
                  <a:pt x="5818474" y="1618609"/>
                </a:cubicBezTo>
                <a:cubicBezTo>
                  <a:pt x="5800471" y="1611402"/>
                  <a:pt x="5796870" y="1615007"/>
                  <a:pt x="5789670" y="1611403"/>
                </a:cubicBezTo>
                <a:lnTo>
                  <a:pt x="5788641" y="1612432"/>
                </a:lnTo>
                <a:lnTo>
                  <a:pt x="5810097" y="1620819"/>
                </a:lnTo>
                <a:lnTo>
                  <a:pt x="5851378" y="1642319"/>
                </a:lnTo>
                <a:lnTo>
                  <a:pt x="5853574" y="1635726"/>
                </a:lnTo>
                <a:cubicBezTo>
                  <a:pt x="5856276" y="1634825"/>
                  <a:pt x="5859876" y="1634824"/>
                  <a:pt x="5861676" y="1633022"/>
                </a:cubicBezTo>
                <a:cubicBezTo>
                  <a:pt x="5858075" y="1625817"/>
                  <a:pt x="5850875" y="1622212"/>
                  <a:pt x="5843675" y="1615007"/>
                </a:cubicBezTo>
                <a:cubicBezTo>
                  <a:pt x="5847273" y="1618609"/>
                  <a:pt x="5850874" y="1618609"/>
                  <a:pt x="5850874" y="1618609"/>
                </a:cubicBezTo>
                <a:cubicBezTo>
                  <a:pt x="5854476" y="1622213"/>
                  <a:pt x="5854476" y="1622213"/>
                  <a:pt x="5858075" y="1622213"/>
                </a:cubicBezTo>
                <a:cubicBezTo>
                  <a:pt x="5858075" y="1618609"/>
                  <a:pt x="5854475" y="1618609"/>
                  <a:pt x="5854475" y="1618609"/>
                </a:cubicBezTo>
                <a:cubicBezTo>
                  <a:pt x="5850875" y="1615007"/>
                  <a:pt x="5847277" y="1615007"/>
                  <a:pt x="5847277" y="1615007"/>
                </a:cubicBezTo>
                <a:cubicBezTo>
                  <a:pt x="5847277" y="1615007"/>
                  <a:pt x="5843675" y="1611403"/>
                  <a:pt x="5843675" y="1611403"/>
                </a:cubicBezTo>
                <a:cubicBezTo>
                  <a:pt x="5836475" y="1607800"/>
                  <a:pt x="5829273" y="1604197"/>
                  <a:pt x="5825672" y="1600593"/>
                </a:cubicBezTo>
                <a:cubicBezTo>
                  <a:pt x="5825672" y="1600593"/>
                  <a:pt x="5825672" y="1600593"/>
                  <a:pt x="5822072" y="1600593"/>
                </a:cubicBezTo>
                <a:cubicBezTo>
                  <a:pt x="5822072" y="1600593"/>
                  <a:pt x="5818474" y="1600593"/>
                  <a:pt x="5818474" y="1600593"/>
                </a:cubicBezTo>
                <a:lnTo>
                  <a:pt x="5818474" y="1603296"/>
                </a:lnTo>
                <a:lnTo>
                  <a:pt x="5814872" y="1602395"/>
                </a:lnTo>
                <a:cubicBezTo>
                  <a:pt x="5813073" y="1602395"/>
                  <a:pt x="5811270" y="1602395"/>
                  <a:pt x="5807670" y="1600592"/>
                </a:cubicBezTo>
                <a:close/>
                <a:moveTo>
                  <a:pt x="12017190" y="1596902"/>
                </a:moveTo>
                <a:cubicBezTo>
                  <a:pt x="12017190" y="1596902"/>
                  <a:pt x="12017190" y="1596902"/>
                  <a:pt x="12014802" y="1597080"/>
                </a:cubicBezTo>
                <a:cubicBezTo>
                  <a:pt x="12012412" y="1597258"/>
                  <a:pt x="12012412" y="1597258"/>
                  <a:pt x="12012412" y="1597258"/>
                </a:cubicBezTo>
                <a:lnTo>
                  <a:pt x="12011728" y="1596978"/>
                </a:lnTo>
                <a:close/>
                <a:moveTo>
                  <a:pt x="5729195" y="1588094"/>
                </a:moveTo>
                <a:lnTo>
                  <a:pt x="5727368" y="1588484"/>
                </a:lnTo>
                <a:lnTo>
                  <a:pt x="5750519" y="1597531"/>
                </a:lnTo>
                <a:lnTo>
                  <a:pt x="5741513" y="1592486"/>
                </a:lnTo>
                <a:cubicBezTo>
                  <a:pt x="5736788" y="1590233"/>
                  <a:pt x="5732626" y="1588657"/>
                  <a:pt x="5729195" y="1588094"/>
                </a:cubicBezTo>
                <a:close/>
                <a:moveTo>
                  <a:pt x="6445161" y="1583619"/>
                </a:moveTo>
                <a:cubicBezTo>
                  <a:pt x="6458401" y="1592444"/>
                  <a:pt x="6449574" y="1592446"/>
                  <a:pt x="6458402" y="1601272"/>
                </a:cubicBezTo>
                <a:cubicBezTo>
                  <a:pt x="6467224" y="1605686"/>
                  <a:pt x="6453988" y="1592446"/>
                  <a:pt x="6467224" y="1596859"/>
                </a:cubicBezTo>
                <a:cubicBezTo>
                  <a:pt x="6476055" y="1610098"/>
                  <a:pt x="6489293" y="1614513"/>
                  <a:pt x="6493708" y="1623339"/>
                </a:cubicBezTo>
                <a:cubicBezTo>
                  <a:pt x="6489293" y="1618926"/>
                  <a:pt x="6484877" y="1614513"/>
                  <a:pt x="6480468" y="1614513"/>
                </a:cubicBezTo>
                <a:cubicBezTo>
                  <a:pt x="6502530" y="1632165"/>
                  <a:pt x="6529013" y="1654232"/>
                  <a:pt x="6559906" y="1676299"/>
                </a:cubicBezTo>
                <a:cubicBezTo>
                  <a:pt x="6590799" y="1698366"/>
                  <a:pt x="6621689" y="1720433"/>
                  <a:pt x="6648172" y="1738086"/>
                </a:cubicBezTo>
                <a:cubicBezTo>
                  <a:pt x="6643759" y="1738086"/>
                  <a:pt x="6643759" y="1742499"/>
                  <a:pt x="6648172" y="1746913"/>
                </a:cubicBezTo>
                <a:cubicBezTo>
                  <a:pt x="6674652" y="1768979"/>
                  <a:pt x="6696717" y="1786632"/>
                  <a:pt x="6718784" y="1813113"/>
                </a:cubicBezTo>
                <a:cubicBezTo>
                  <a:pt x="6727610" y="1808699"/>
                  <a:pt x="6736436" y="1830765"/>
                  <a:pt x="6745263" y="1839593"/>
                </a:cubicBezTo>
                <a:cubicBezTo>
                  <a:pt x="6749678" y="1844006"/>
                  <a:pt x="6754092" y="1839593"/>
                  <a:pt x="6758503" y="1848420"/>
                </a:cubicBezTo>
                <a:cubicBezTo>
                  <a:pt x="6762917" y="1848420"/>
                  <a:pt x="6767331" y="1861660"/>
                  <a:pt x="6776157" y="1870486"/>
                </a:cubicBezTo>
                <a:cubicBezTo>
                  <a:pt x="6789396" y="1883726"/>
                  <a:pt x="6807051" y="1896966"/>
                  <a:pt x="6820290" y="1910206"/>
                </a:cubicBezTo>
                <a:cubicBezTo>
                  <a:pt x="6837943" y="1927860"/>
                  <a:pt x="6842356" y="1927860"/>
                  <a:pt x="6860009" y="1949926"/>
                </a:cubicBezTo>
                <a:lnTo>
                  <a:pt x="6881151" y="1971614"/>
                </a:lnTo>
                <a:lnTo>
                  <a:pt x="6931108" y="1901353"/>
                </a:lnTo>
                <a:lnTo>
                  <a:pt x="6873248" y="1857246"/>
                </a:lnTo>
                <a:cubicBezTo>
                  <a:pt x="6824703" y="1826353"/>
                  <a:pt x="6780571" y="1795460"/>
                  <a:pt x="6736436" y="1764566"/>
                </a:cubicBezTo>
                <a:cubicBezTo>
                  <a:pt x="6736436" y="1755738"/>
                  <a:pt x="6740851" y="1755739"/>
                  <a:pt x="6749678" y="1755739"/>
                </a:cubicBezTo>
                <a:cubicBezTo>
                  <a:pt x="6709956" y="1733672"/>
                  <a:pt x="6683479" y="1716019"/>
                  <a:pt x="6652584" y="1702780"/>
                </a:cubicBezTo>
                <a:cubicBezTo>
                  <a:pt x="6621689" y="1685126"/>
                  <a:pt x="6590799" y="1671886"/>
                  <a:pt x="6551080" y="1645405"/>
                </a:cubicBezTo>
                <a:cubicBezTo>
                  <a:pt x="6555492" y="1649819"/>
                  <a:pt x="6555492" y="1649819"/>
                  <a:pt x="6555490" y="1645405"/>
                </a:cubicBezTo>
                <a:cubicBezTo>
                  <a:pt x="6555490" y="1645405"/>
                  <a:pt x="6555492" y="1640991"/>
                  <a:pt x="6551080" y="1636580"/>
                </a:cubicBezTo>
                <a:cubicBezTo>
                  <a:pt x="6551080" y="1632165"/>
                  <a:pt x="6551080" y="1632165"/>
                  <a:pt x="6551080" y="1632165"/>
                </a:cubicBezTo>
                <a:cubicBezTo>
                  <a:pt x="6542255" y="1627752"/>
                  <a:pt x="6533424" y="1618926"/>
                  <a:pt x="6529013" y="1623339"/>
                </a:cubicBezTo>
                <a:cubicBezTo>
                  <a:pt x="6529013" y="1618926"/>
                  <a:pt x="6524602" y="1614513"/>
                  <a:pt x="6520186" y="1614513"/>
                </a:cubicBezTo>
                <a:cubicBezTo>
                  <a:pt x="6515773" y="1610098"/>
                  <a:pt x="6515773" y="1614513"/>
                  <a:pt x="6515773" y="1614513"/>
                </a:cubicBezTo>
                <a:cubicBezTo>
                  <a:pt x="6515773" y="1618926"/>
                  <a:pt x="6515773" y="1618926"/>
                  <a:pt x="6515773" y="1618926"/>
                </a:cubicBezTo>
                <a:cubicBezTo>
                  <a:pt x="6493708" y="1601272"/>
                  <a:pt x="6480469" y="1601272"/>
                  <a:pt x="6458402" y="1583619"/>
                </a:cubicBezTo>
                <a:cubicBezTo>
                  <a:pt x="6458402" y="1596859"/>
                  <a:pt x="6449574" y="1583619"/>
                  <a:pt x="6445161" y="1583619"/>
                </a:cubicBezTo>
                <a:close/>
                <a:moveTo>
                  <a:pt x="1284334" y="1582209"/>
                </a:moveTo>
                <a:cubicBezTo>
                  <a:pt x="1284335" y="1599384"/>
                  <a:pt x="1298386" y="1596260"/>
                  <a:pt x="1307754" y="1597821"/>
                </a:cubicBezTo>
                <a:lnTo>
                  <a:pt x="1535475" y="1641297"/>
                </a:lnTo>
                <a:lnTo>
                  <a:pt x="1538692" y="1635732"/>
                </a:lnTo>
                <a:cubicBezTo>
                  <a:pt x="1541288" y="1633609"/>
                  <a:pt x="1541524" y="1631958"/>
                  <a:pt x="1538928" y="1630072"/>
                </a:cubicBezTo>
                <a:cubicBezTo>
                  <a:pt x="1537513" y="1629128"/>
                  <a:pt x="1536569" y="1628186"/>
                  <a:pt x="1537040" y="1626299"/>
                </a:cubicBezTo>
                <a:cubicBezTo>
                  <a:pt x="1537513" y="1623705"/>
                  <a:pt x="1539401" y="1624176"/>
                  <a:pt x="1541051" y="1623705"/>
                </a:cubicBezTo>
                <a:lnTo>
                  <a:pt x="1541754" y="1623604"/>
                </a:lnTo>
                <a:lnTo>
                  <a:pt x="1524925" y="1619264"/>
                </a:lnTo>
                <a:cubicBezTo>
                  <a:pt x="1472767" y="1607384"/>
                  <a:pt x="1420169" y="1597041"/>
                  <a:pt x="1367084" y="1588454"/>
                </a:cubicBezTo>
                <a:cubicBezTo>
                  <a:pt x="1340542" y="1585331"/>
                  <a:pt x="1312438" y="1577525"/>
                  <a:pt x="1284334" y="1582209"/>
                </a:cubicBezTo>
                <a:close/>
                <a:moveTo>
                  <a:pt x="11263868" y="1571431"/>
                </a:moveTo>
                <a:lnTo>
                  <a:pt x="11253650" y="1575897"/>
                </a:lnTo>
                <a:lnTo>
                  <a:pt x="11253252" y="1576142"/>
                </a:lnTo>
                <a:lnTo>
                  <a:pt x="11254953" y="1578278"/>
                </a:lnTo>
                <a:lnTo>
                  <a:pt x="11256793" y="1577764"/>
                </a:lnTo>
                <a:cubicBezTo>
                  <a:pt x="11258773" y="1576116"/>
                  <a:pt x="11261027" y="1574144"/>
                  <a:pt x="11265806" y="1573787"/>
                </a:cubicBezTo>
                <a:lnTo>
                  <a:pt x="11266135" y="1573407"/>
                </a:lnTo>
                <a:close/>
                <a:moveTo>
                  <a:pt x="11625824" y="1568495"/>
                </a:moveTo>
                <a:cubicBezTo>
                  <a:pt x="11626002" y="1570885"/>
                  <a:pt x="11626002" y="1570885"/>
                  <a:pt x="11626002" y="1570885"/>
                </a:cubicBezTo>
                <a:cubicBezTo>
                  <a:pt x="11623613" y="1571063"/>
                  <a:pt x="11623613" y="1571063"/>
                  <a:pt x="11623613" y="1571063"/>
                </a:cubicBezTo>
                <a:cubicBezTo>
                  <a:pt x="11626002" y="1570885"/>
                  <a:pt x="11625824" y="1568495"/>
                  <a:pt x="11625824" y="1568495"/>
                </a:cubicBezTo>
                <a:close/>
                <a:moveTo>
                  <a:pt x="2526989" y="1561572"/>
                </a:moveTo>
                <a:cubicBezTo>
                  <a:pt x="2530161" y="1561608"/>
                  <a:pt x="2533189" y="1562400"/>
                  <a:pt x="2535640" y="1565856"/>
                </a:cubicBezTo>
                <a:cubicBezTo>
                  <a:pt x="2536504" y="1567008"/>
                  <a:pt x="2538235" y="1568448"/>
                  <a:pt x="2540542" y="1568448"/>
                </a:cubicBezTo>
                <a:cubicBezTo>
                  <a:pt x="2543714" y="1568160"/>
                  <a:pt x="2545445" y="1569889"/>
                  <a:pt x="2546021" y="1573057"/>
                </a:cubicBezTo>
                <a:cubicBezTo>
                  <a:pt x="2546598" y="1575073"/>
                  <a:pt x="2548040" y="1576225"/>
                  <a:pt x="2549482" y="1577665"/>
                </a:cubicBezTo>
                <a:cubicBezTo>
                  <a:pt x="2553231" y="1581121"/>
                  <a:pt x="2554962" y="1585154"/>
                  <a:pt x="2553520" y="1590338"/>
                </a:cubicBezTo>
                <a:cubicBezTo>
                  <a:pt x="2552655" y="1593218"/>
                  <a:pt x="2553520" y="1596387"/>
                  <a:pt x="2556404" y="1598115"/>
                </a:cubicBezTo>
                <a:cubicBezTo>
                  <a:pt x="2556404" y="1599266"/>
                  <a:pt x="2556404" y="1600419"/>
                  <a:pt x="2556404" y="1601571"/>
                </a:cubicBezTo>
                <a:cubicBezTo>
                  <a:pt x="2553808" y="1603011"/>
                  <a:pt x="2552655" y="1604739"/>
                  <a:pt x="2552942" y="1608483"/>
                </a:cubicBezTo>
                <a:cubicBezTo>
                  <a:pt x="2553231" y="1613668"/>
                  <a:pt x="2550924" y="1617700"/>
                  <a:pt x="2545156" y="1618853"/>
                </a:cubicBezTo>
                <a:cubicBezTo>
                  <a:pt x="2542561" y="1619140"/>
                  <a:pt x="2543138" y="1621156"/>
                  <a:pt x="2543138" y="1622885"/>
                </a:cubicBezTo>
                <a:cubicBezTo>
                  <a:pt x="2543138" y="1625765"/>
                  <a:pt x="2541984" y="1626341"/>
                  <a:pt x="2539677" y="1624324"/>
                </a:cubicBezTo>
                <a:cubicBezTo>
                  <a:pt x="2536216" y="1621445"/>
                  <a:pt x="2533909" y="1621445"/>
                  <a:pt x="2533044" y="1626341"/>
                </a:cubicBezTo>
                <a:cubicBezTo>
                  <a:pt x="2532756" y="1627493"/>
                  <a:pt x="2531891" y="1628934"/>
                  <a:pt x="2530737" y="1627493"/>
                </a:cubicBezTo>
                <a:cubicBezTo>
                  <a:pt x="2526988" y="1623748"/>
                  <a:pt x="2524393" y="1626053"/>
                  <a:pt x="2521509" y="1628645"/>
                </a:cubicBezTo>
                <a:cubicBezTo>
                  <a:pt x="2521220" y="1629221"/>
                  <a:pt x="2520067" y="1629221"/>
                  <a:pt x="2519489" y="1629221"/>
                </a:cubicBezTo>
                <a:cubicBezTo>
                  <a:pt x="2512568" y="1625189"/>
                  <a:pt x="2505935" y="1620580"/>
                  <a:pt x="2499014" y="1616260"/>
                </a:cubicBezTo>
                <a:cubicBezTo>
                  <a:pt x="2495841" y="1614244"/>
                  <a:pt x="2494112" y="1608772"/>
                  <a:pt x="2492670" y="1604452"/>
                </a:cubicBezTo>
                <a:cubicBezTo>
                  <a:pt x="2492093" y="1602723"/>
                  <a:pt x="2492381" y="1600995"/>
                  <a:pt x="2490651" y="1599555"/>
                </a:cubicBezTo>
                <a:cubicBezTo>
                  <a:pt x="2488920" y="1598115"/>
                  <a:pt x="2489209" y="1596387"/>
                  <a:pt x="2490362" y="1594658"/>
                </a:cubicBezTo>
                <a:cubicBezTo>
                  <a:pt x="2490939" y="1593506"/>
                  <a:pt x="2492093" y="1592066"/>
                  <a:pt x="2491228" y="1590914"/>
                </a:cubicBezTo>
                <a:cubicBezTo>
                  <a:pt x="2488344" y="1587458"/>
                  <a:pt x="2488055" y="1584865"/>
                  <a:pt x="2492670" y="1583138"/>
                </a:cubicBezTo>
                <a:cubicBezTo>
                  <a:pt x="2493823" y="1582849"/>
                  <a:pt x="2494112" y="1581121"/>
                  <a:pt x="2492958" y="1580257"/>
                </a:cubicBezTo>
                <a:cubicBezTo>
                  <a:pt x="2489209" y="1577089"/>
                  <a:pt x="2493246" y="1575649"/>
                  <a:pt x="2493823" y="1573344"/>
                </a:cubicBezTo>
                <a:cubicBezTo>
                  <a:pt x="2495841" y="1565568"/>
                  <a:pt x="2504782" y="1567872"/>
                  <a:pt x="2508243" y="1562111"/>
                </a:cubicBezTo>
                <a:cubicBezTo>
                  <a:pt x="2509397" y="1560096"/>
                  <a:pt x="2514876" y="1561535"/>
                  <a:pt x="2517471" y="1561824"/>
                </a:cubicBezTo>
                <a:cubicBezTo>
                  <a:pt x="2520500" y="1562256"/>
                  <a:pt x="2523816" y="1561536"/>
                  <a:pt x="2526989" y="1561572"/>
                </a:cubicBezTo>
                <a:close/>
                <a:moveTo>
                  <a:pt x="11737946" y="1557710"/>
                </a:moveTo>
                <a:cubicBezTo>
                  <a:pt x="11737946" y="1557710"/>
                  <a:pt x="11737946" y="1557710"/>
                  <a:pt x="11735556" y="1557889"/>
                </a:cubicBezTo>
                <a:lnTo>
                  <a:pt x="11735549" y="1557776"/>
                </a:lnTo>
                <a:close/>
                <a:moveTo>
                  <a:pt x="11740157" y="1555142"/>
                </a:moveTo>
                <a:lnTo>
                  <a:pt x="11740023" y="1555298"/>
                </a:lnTo>
                <a:lnTo>
                  <a:pt x="11737766" y="1555321"/>
                </a:lnTo>
                <a:cubicBezTo>
                  <a:pt x="11737766" y="1555321"/>
                  <a:pt x="11737766" y="1555321"/>
                  <a:pt x="11740157" y="1555142"/>
                </a:cubicBezTo>
                <a:close/>
                <a:moveTo>
                  <a:pt x="11245767" y="1554323"/>
                </a:moveTo>
                <a:lnTo>
                  <a:pt x="11236367" y="1558672"/>
                </a:lnTo>
                <a:lnTo>
                  <a:pt x="11242962" y="1564701"/>
                </a:lnTo>
                <a:lnTo>
                  <a:pt x="11252069" y="1561090"/>
                </a:lnTo>
                <a:close/>
                <a:moveTo>
                  <a:pt x="11702451" y="1548951"/>
                </a:moveTo>
                <a:cubicBezTo>
                  <a:pt x="11709708" y="1549609"/>
                  <a:pt x="11717011" y="1550866"/>
                  <a:pt x="11723074" y="1551613"/>
                </a:cubicBezTo>
                <a:cubicBezTo>
                  <a:pt x="11720684" y="1551792"/>
                  <a:pt x="11720684" y="1551792"/>
                  <a:pt x="11720863" y="1554182"/>
                </a:cubicBezTo>
                <a:cubicBezTo>
                  <a:pt x="11720863" y="1554182"/>
                  <a:pt x="11723253" y="1554003"/>
                  <a:pt x="11723253" y="1554003"/>
                </a:cubicBezTo>
                <a:cubicBezTo>
                  <a:pt x="11732987" y="1555678"/>
                  <a:pt x="11732987" y="1555678"/>
                  <a:pt x="11732987" y="1555678"/>
                </a:cubicBezTo>
                <a:cubicBezTo>
                  <a:pt x="11735379" y="1555499"/>
                  <a:pt x="11735379" y="1555499"/>
                  <a:pt x="11735379" y="1555499"/>
                </a:cubicBezTo>
                <a:lnTo>
                  <a:pt x="11735549" y="1557776"/>
                </a:lnTo>
                <a:lnTo>
                  <a:pt x="11731613" y="1557883"/>
                </a:lnTo>
                <a:cubicBezTo>
                  <a:pt x="11727537" y="1559089"/>
                  <a:pt x="11728700" y="1562606"/>
                  <a:pt x="11721399" y="1561350"/>
                </a:cubicBezTo>
                <a:cubicBezTo>
                  <a:pt x="11721218" y="1558961"/>
                  <a:pt x="11721218" y="1558961"/>
                  <a:pt x="11718831" y="1559139"/>
                </a:cubicBezTo>
                <a:cubicBezTo>
                  <a:pt x="11716442" y="1559318"/>
                  <a:pt x="11716442" y="1559318"/>
                  <a:pt x="11716442" y="1559318"/>
                </a:cubicBezTo>
                <a:cubicBezTo>
                  <a:pt x="11716263" y="1556929"/>
                  <a:pt x="11716263" y="1556929"/>
                  <a:pt x="11713872" y="1557107"/>
                </a:cubicBezTo>
                <a:cubicBezTo>
                  <a:pt x="11713872" y="1557107"/>
                  <a:pt x="11713872" y="1557107"/>
                  <a:pt x="11711484" y="1557285"/>
                </a:cubicBezTo>
                <a:cubicBezTo>
                  <a:pt x="11711662" y="1559675"/>
                  <a:pt x="11714052" y="1559497"/>
                  <a:pt x="11711662" y="1559675"/>
                </a:cubicBezTo>
                <a:cubicBezTo>
                  <a:pt x="11704495" y="1560212"/>
                  <a:pt x="11697146" y="1558358"/>
                  <a:pt x="11692726" y="1563494"/>
                </a:cubicBezTo>
                <a:cubicBezTo>
                  <a:pt x="11694936" y="1560926"/>
                  <a:pt x="11694936" y="1560926"/>
                  <a:pt x="11692548" y="1561105"/>
                </a:cubicBezTo>
                <a:cubicBezTo>
                  <a:pt x="11689979" y="1558893"/>
                  <a:pt x="11687768" y="1561461"/>
                  <a:pt x="11687768" y="1561461"/>
                </a:cubicBezTo>
                <a:cubicBezTo>
                  <a:pt x="11687768" y="1561461"/>
                  <a:pt x="11687768" y="1561461"/>
                  <a:pt x="11685380" y="1561641"/>
                </a:cubicBezTo>
                <a:cubicBezTo>
                  <a:pt x="11677854" y="1557398"/>
                  <a:pt x="11671221" y="1565101"/>
                  <a:pt x="11661307" y="1561037"/>
                </a:cubicBezTo>
                <a:cubicBezTo>
                  <a:pt x="11661485" y="1563427"/>
                  <a:pt x="11661485" y="1563427"/>
                  <a:pt x="11661485" y="1563427"/>
                </a:cubicBezTo>
                <a:cubicBezTo>
                  <a:pt x="11661307" y="1561037"/>
                  <a:pt x="11658917" y="1561215"/>
                  <a:pt x="11658917" y="1561215"/>
                </a:cubicBezTo>
                <a:cubicBezTo>
                  <a:pt x="11656527" y="1561395"/>
                  <a:pt x="11656527" y="1561395"/>
                  <a:pt x="11656706" y="1563784"/>
                </a:cubicBezTo>
                <a:cubicBezTo>
                  <a:pt x="11649538" y="1564320"/>
                  <a:pt x="11642371" y="1564856"/>
                  <a:pt x="11642371" y="1564856"/>
                </a:cubicBezTo>
                <a:cubicBezTo>
                  <a:pt x="11635201" y="1565391"/>
                  <a:pt x="11647328" y="1566888"/>
                  <a:pt x="11635381" y="1567781"/>
                </a:cubicBezTo>
                <a:cubicBezTo>
                  <a:pt x="11637591" y="1565213"/>
                  <a:pt x="11635024" y="1563003"/>
                  <a:pt x="11632813" y="1565571"/>
                </a:cubicBezTo>
                <a:cubicBezTo>
                  <a:pt x="11630602" y="1568138"/>
                  <a:pt x="11642727" y="1569634"/>
                  <a:pt x="11630780" y="1570527"/>
                </a:cubicBezTo>
                <a:cubicBezTo>
                  <a:pt x="11630780" y="1570527"/>
                  <a:pt x="11630780" y="1570527"/>
                  <a:pt x="11630602" y="1568138"/>
                </a:cubicBezTo>
                <a:cubicBezTo>
                  <a:pt x="11630602" y="1568138"/>
                  <a:pt x="11630602" y="1568138"/>
                  <a:pt x="11628212" y="1568317"/>
                </a:cubicBezTo>
                <a:cubicBezTo>
                  <a:pt x="11628212" y="1568317"/>
                  <a:pt x="11625824" y="1568495"/>
                  <a:pt x="11625824" y="1568495"/>
                </a:cubicBezTo>
                <a:cubicBezTo>
                  <a:pt x="11623434" y="1568674"/>
                  <a:pt x="11623434" y="1568674"/>
                  <a:pt x="11623434" y="1568674"/>
                </a:cubicBezTo>
                <a:cubicBezTo>
                  <a:pt x="11621044" y="1568853"/>
                  <a:pt x="11621044" y="1568853"/>
                  <a:pt x="11621044" y="1568853"/>
                </a:cubicBezTo>
                <a:cubicBezTo>
                  <a:pt x="11620866" y="1566464"/>
                  <a:pt x="11618476" y="1566642"/>
                  <a:pt x="11616087" y="1566821"/>
                </a:cubicBezTo>
                <a:cubicBezTo>
                  <a:pt x="11616265" y="1569210"/>
                  <a:pt x="11613876" y="1569388"/>
                  <a:pt x="11611487" y="1569568"/>
                </a:cubicBezTo>
                <a:cubicBezTo>
                  <a:pt x="11608919" y="1567357"/>
                  <a:pt x="11601750" y="1567893"/>
                  <a:pt x="11596972" y="1568250"/>
                </a:cubicBezTo>
                <a:cubicBezTo>
                  <a:pt x="11616087" y="1566821"/>
                  <a:pt x="11623256" y="1566285"/>
                  <a:pt x="11639802" y="1562645"/>
                </a:cubicBezTo>
                <a:cubicBezTo>
                  <a:pt x="11637056" y="1558045"/>
                  <a:pt x="11646434" y="1554941"/>
                  <a:pt x="11658381" y="1554048"/>
                </a:cubicBezTo>
                <a:cubicBezTo>
                  <a:pt x="11670328" y="1553155"/>
                  <a:pt x="11682275" y="1552262"/>
                  <a:pt x="11682097" y="1549872"/>
                </a:cubicBezTo>
                <a:cubicBezTo>
                  <a:pt x="11687980" y="1548230"/>
                  <a:pt x="11695193" y="1548292"/>
                  <a:pt x="11702451" y="1548951"/>
                </a:cubicBezTo>
                <a:close/>
                <a:moveTo>
                  <a:pt x="5573650" y="1535735"/>
                </a:moveTo>
                <a:lnTo>
                  <a:pt x="5576678" y="1537105"/>
                </a:lnTo>
                <a:lnTo>
                  <a:pt x="5645856" y="1556624"/>
                </a:lnTo>
                <a:lnTo>
                  <a:pt x="5689903" y="1573840"/>
                </a:lnTo>
                <a:lnTo>
                  <a:pt x="5685709" y="1569965"/>
                </a:lnTo>
                <a:cubicBezTo>
                  <a:pt x="5676259" y="1564560"/>
                  <a:pt x="5663657" y="1559156"/>
                  <a:pt x="5649256" y="1553750"/>
                </a:cubicBezTo>
                <a:cubicBezTo>
                  <a:pt x="5620452" y="1542940"/>
                  <a:pt x="5591650" y="1539338"/>
                  <a:pt x="5573650" y="1535735"/>
                </a:cubicBezTo>
                <a:close/>
                <a:moveTo>
                  <a:pt x="11310914" y="1534374"/>
                </a:moveTo>
                <a:cubicBezTo>
                  <a:pt x="11311093" y="1536762"/>
                  <a:pt x="11303925" y="1537298"/>
                  <a:pt x="11303925" y="1537298"/>
                </a:cubicBezTo>
                <a:cubicBezTo>
                  <a:pt x="11308525" y="1534552"/>
                  <a:pt x="11306136" y="1534730"/>
                  <a:pt x="11303746" y="1534909"/>
                </a:cubicBezTo>
                <a:cubicBezTo>
                  <a:pt x="11301714" y="1539866"/>
                  <a:pt x="11292156" y="1540581"/>
                  <a:pt x="11285346" y="1545895"/>
                </a:cubicBezTo>
                <a:cubicBezTo>
                  <a:pt x="11285346" y="1545895"/>
                  <a:pt x="11282958" y="1546074"/>
                  <a:pt x="11280568" y="1546253"/>
                </a:cubicBezTo>
                <a:cubicBezTo>
                  <a:pt x="11280568" y="1546253"/>
                  <a:pt x="11278178" y="1546432"/>
                  <a:pt x="11278178" y="1546432"/>
                </a:cubicBezTo>
                <a:cubicBezTo>
                  <a:pt x="11275788" y="1546610"/>
                  <a:pt x="11275788" y="1546610"/>
                  <a:pt x="11275788" y="1546610"/>
                </a:cubicBezTo>
                <a:lnTo>
                  <a:pt x="11275815" y="1546961"/>
                </a:lnTo>
                <a:lnTo>
                  <a:pt x="11280366" y="1552208"/>
                </a:lnTo>
                <a:lnTo>
                  <a:pt x="11292184" y="1548989"/>
                </a:lnTo>
                <a:cubicBezTo>
                  <a:pt x="11298666" y="1547302"/>
                  <a:pt x="11303356" y="1545751"/>
                  <a:pt x="11299683" y="1544824"/>
                </a:cubicBezTo>
                <a:cubicBezTo>
                  <a:pt x="11302073" y="1544646"/>
                  <a:pt x="11302073" y="1544646"/>
                  <a:pt x="11302073" y="1544646"/>
                </a:cubicBezTo>
                <a:cubicBezTo>
                  <a:pt x="11304462" y="1544466"/>
                  <a:pt x="11304462" y="1544466"/>
                  <a:pt x="11304462" y="1544466"/>
                </a:cubicBezTo>
                <a:cubicBezTo>
                  <a:pt x="11304282" y="1542077"/>
                  <a:pt x="11304282" y="1542077"/>
                  <a:pt x="11304282" y="1542077"/>
                </a:cubicBezTo>
                <a:cubicBezTo>
                  <a:pt x="11301892" y="1542256"/>
                  <a:pt x="11301892" y="1542256"/>
                  <a:pt x="11301892" y="1542256"/>
                </a:cubicBezTo>
                <a:cubicBezTo>
                  <a:pt x="11299146" y="1537655"/>
                  <a:pt x="11308883" y="1539330"/>
                  <a:pt x="11311272" y="1539152"/>
                </a:cubicBezTo>
                <a:cubicBezTo>
                  <a:pt x="11306315" y="1537120"/>
                  <a:pt x="11320294" y="1531269"/>
                  <a:pt x="11310914" y="1534374"/>
                </a:cubicBezTo>
                <a:close/>
                <a:moveTo>
                  <a:pt x="4043942" y="1532803"/>
                </a:moveTo>
                <a:lnTo>
                  <a:pt x="4043807" y="1532885"/>
                </a:lnTo>
                <a:cubicBezTo>
                  <a:pt x="4043807" y="1532885"/>
                  <a:pt x="4043807" y="1532885"/>
                  <a:pt x="4038502" y="1534055"/>
                </a:cubicBezTo>
                <a:close/>
                <a:moveTo>
                  <a:pt x="1520195" y="1516692"/>
                </a:moveTo>
                <a:lnTo>
                  <a:pt x="1521010" y="1523208"/>
                </a:lnTo>
                <a:cubicBezTo>
                  <a:pt x="1519364" y="1524442"/>
                  <a:pt x="1519776" y="1526906"/>
                  <a:pt x="1521421" y="1527317"/>
                </a:cubicBezTo>
                <a:cubicBezTo>
                  <a:pt x="1528005" y="1529784"/>
                  <a:pt x="1527594" y="1533482"/>
                  <a:pt x="1523479" y="1538413"/>
                </a:cubicBezTo>
                <a:cubicBezTo>
                  <a:pt x="1522244" y="1540056"/>
                  <a:pt x="1523891" y="1542112"/>
                  <a:pt x="1524713" y="1543756"/>
                </a:cubicBezTo>
                <a:cubicBezTo>
                  <a:pt x="1526358" y="1546221"/>
                  <a:pt x="1526771" y="1548688"/>
                  <a:pt x="1524301" y="1550742"/>
                </a:cubicBezTo>
                <a:cubicBezTo>
                  <a:pt x="1521833" y="1552797"/>
                  <a:pt x="1522244" y="1555262"/>
                  <a:pt x="1521421" y="1557728"/>
                </a:cubicBezTo>
                <a:lnTo>
                  <a:pt x="1520621" y="1559216"/>
                </a:lnTo>
                <a:lnTo>
                  <a:pt x="1557567" y="1566598"/>
                </a:lnTo>
                <a:cubicBezTo>
                  <a:pt x="1729311" y="1596260"/>
                  <a:pt x="1893251" y="1647780"/>
                  <a:pt x="2044700" y="1732086"/>
                </a:cubicBezTo>
                <a:cubicBezTo>
                  <a:pt x="2058753" y="1739891"/>
                  <a:pt x="2074365" y="1743015"/>
                  <a:pt x="2072803" y="1764871"/>
                </a:cubicBezTo>
                <a:cubicBezTo>
                  <a:pt x="2071244" y="1771117"/>
                  <a:pt x="2077489" y="1775801"/>
                  <a:pt x="2083734" y="1777361"/>
                </a:cubicBezTo>
                <a:lnTo>
                  <a:pt x="2144160" y="1808500"/>
                </a:lnTo>
                <a:lnTo>
                  <a:pt x="2149319" y="1788482"/>
                </a:lnTo>
                <a:cubicBezTo>
                  <a:pt x="2147592" y="1782156"/>
                  <a:pt x="2153921" y="1779281"/>
                  <a:pt x="2157949" y="1778131"/>
                </a:cubicBezTo>
                <a:lnTo>
                  <a:pt x="2166424" y="1772423"/>
                </a:lnTo>
                <a:lnTo>
                  <a:pt x="2143844" y="1758236"/>
                </a:lnTo>
                <a:cubicBezTo>
                  <a:pt x="2073975" y="1716474"/>
                  <a:pt x="2002544" y="1677443"/>
                  <a:pt x="1927600" y="1644658"/>
                </a:cubicBezTo>
                <a:cubicBezTo>
                  <a:pt x="1805036" y="1591576"/>
                  <a:pt x="1679740" y="1550594"/>
                  <a:pt x="1551712" y="1522103"/>
                </a:cubicBezTo>
                <a:close/>
                <a:moveTo>
                  <a:pt x="11205212" y="1510774"/>
                </a:moveTo>
                <a:lnTo>
                  <a:pt x="11189992" y="1516273"/>
                </a:lnTo>
                <a:lnTo>
                  <a:pt x="11195545" y="1521349"/>
                </a:lnTo>
                <a:lnTo>
                  <a:pt x="11209758" y="1515656"/>
                </a:lnTo>
                <a:close/>
                <a:moveTo>
                  <a:pt x="2143439" y="1497950"/>
                </a:moveTo>
                <a:cubicBezTo>
                  <a:pt x="2146062" y="1497745"/>
                  <a:pt x="2148429" y="1497950"/>
                  <a:pt x="2149252" y="1499389"/>
                </a:cubicBezTo>
                <a:cubicBezTo>
                  <a:pt x="2154189" y="1507608"/>
                  <a:pt x="2166945" y="1504319"/>
                  <a:pt x="2169825" y="1515415"/>
                </a:cubicBezTo>
                <a:cubicBezTo>
                  <a:pt x="2170647" y="1518702"/>
                  <a:pt x="2176408" y="1520758"/>
                  <a:pt x="2171059" y="1525279"/>
                </a:cubicBezTo>
                <a:cubicBezTo>
                  <a:pt x="2169413" y="1526512"/>
                  <a:pt x="2169825" y="1528976"/>
                  <a:pt x="2171470" y="1529387"/>
                </a:cubicBezTo>
                <a:cubicBezTo>
                  <a:pt x="2178054" y="1531853"/>
                  <a:pt x="2177643" y="1535552"/>
                  <a:pt x="2173528" y="1540483"/>
                </a:cubicBezTo>
                <a:cubicBezTo>
                  <a:pt x="2172294" y="1542127"/>
                  <a:pt x="2173940" y="1544182"/>
                  <a:pt x="2174763" y="1545825"/>
                </a:cubicBezTo>
                <a:cubicBezTo>
                  <a:pt x="2176408" y="1548292"/>
                  <a:pt x="2176821" y="1550757"/>
                  <a:pt x="2174351" y="1552813"/>
                </a:cubicBezTo>
                <a:cubicBezTo>
                  <a:pt x="2171883" y="1554866"/>
                  <a:pt x="2172294" y="1557332"/>
                  <a:pt x="2171470" y="1559798"/>
                </a:cubicBezTo>
                <a:cubicBezTo>
                  <a:pt x="2169413" y="1565962"/>
                  <a:pt x="2166945" y="1573770"/>
                  <a:pt x="2162418" y="1576648"/>
                </a:cubicBezTo>
                <a:cubicBezTo>
                  <a:pt x="2152543" y="1582811"/>
                  <a:pt x="2143078" y="1589387"/>
                  <a:pt x="2133204" y="1595140"/>
                </a:cubicBezTo>
                <a:cubicBezTo>
                  <a:pt x="2132381" y="1595140"/>
                  <a:pt x="2130735" y="1595140"/>
                  <a:pt x="2130324" y="1594318"/>
                </a:cubicBezTo>
                <a:cubicBezTo>
                  <a:pt x="2126208" y="1590619"/>
                  <a:pt x="2122506" y="1587331"/>
                  <a:pt x="2117156" y="1592673"/>
                </a:cubicBezTo>
                <a:cubicBezTo>
                  <a:pt x="2115511" y="1594729"/>
                  <a:pt x="2114276" y="1592673"/>
                  <a:pt x="2113865" y="1591030"/>
                </a:cubicBezTo>
                <a:cubicBezTo>
                  <a:pt x="2112631" y="1584044"/>
                  <a:pt x="2109338" y="1584044"/>
                  <a:pt x="2104400" y="1588154"/>
                </a:cubicBezTo>
                <a:lnTo>
                  <a:pt x="2103158" y="1587637"/>
                </a:lnTo>
                <a:lnTo>
                  <a:pt x="2101436" y="1591844"/>
                </a:lnTo>
                <a:cubicBezTo>
                  <a:pt x="2100655" y="1595343"/>
                  <a:pt x="2098312" y="1596897"/>
                  <a:pt x="2095578" y="1598841"/>
                </a:cubicBezTo>
                <a:cubicBezTo>
                  <a:pt x="2092845" y="1600785"/>
                  <a:pt x="2088940" y="1600396"/>
                  <a:pt x="2086989" y="1603117"/>
                </a:cubicBezTo>
                <a:cubicBezTo>
                  <a:pt x="2084254" y="1603117"/>
                  <a:pt x="2081912" y="1603117"/>
                  <a:pt x="2079179" y="1603117"/>
                </a:cubicBezTo>
                <a:cubicBezTo>
                  <a:pt x="2079179" y="1601950"/>
                  <a:pt x="2078788" y="1601562"/>
                  <a:pt x="2078008" y="1601562"/>
                </a:cubicBezTo>
                <a:cubicBezTo>
                  <a:pt x="2072150" y="1601562"/>
                  <a:pt x="2069027" y="1597675"/>
                  <a:pt x="2067074" y="1593010"/>
                </a:cubicBezTo>
                <a:cubicBezTo>
                  <a:pt x="2065122" y="1588734"/>
                  <a:pt x="2062779" y="1584846"/>
                  <a:pt x="2063559" y="1579794"/>
                </a:cubicBezTo>
                <a:cubicBezTo>
                  <a:pt x="2064731" y="1574351"/>
                  <a:pt x="2064341" y="1568520"/>
                  <a:pt x="2069027" y="1564244"/>
                </a:cubicBezTo>
                <a:cubicBezTo>
                  <a:pt x="2070588" y="1562690"/>
                  <a:pt x="2072150" y="1561523"/>
                  <a:pt x="2074883" y="1560746"/>
                </a:cubicBezTo>
                <a:lnTo>
                  <a:pt x="2080535" y="1553638"/>
                </a:lnTo>
                <a:lnTo>
                  <a:pt x="2080535" y="1550757"/>
                </a:lnTo>
                <a:cubicBezTo>
                  <a:pt x="2084649" y="1548292"/>
                  <a:pt x="2085884" y="1543771"/>
                  <a:pt x="2084649" y="1539662"/>
                </a:cubicBezTo>
                <a:cubicBezTo>
                  <a:pt x="2082592" y="1532264"/>
                  <a:pt x="2085062" y="1526512"/>
                  <a:pt x="2090411" y="1521580"/>
                </a:cubicBezTo>
                <a:cubicBezTo>
                  <a:pt x="2092467" y="1519525"/>
                  <a:pt x="2094525" y="1517880"/>
                  <a:pt x="2095348" y="1515005"/>
                </a:cubicBezTo>
                <a:cubicBezTo>
                  <a:pt x="2096171" y="1510484"/>
                  <a:pt x="2098640" y="1508019"/>
                  <a:pt x="2103166" y="1508430"/>
                </a:cubicBezTo>
                <a:cubicBezTo>
                  <a:pt x="2106458" y="1508430"/>
                  <a:pt x="2108927" y="1506374"/>
                  <a:pt x="2110161" y="1504730"/>
                </a:cubicBezTo>
                <a:cubicBezTo>
                  <a:pt x="2113658" y="1499799"/>
                  <a:pt x="2117979" y="1498669"/>
                  <a:pt x="2122505" y="1498618"/>
                </a:cubicBezTo>
                <a:cubicBezTo>
                  <a:pt x="2127032" y="1498567"/>
                  <a:pt x="2131764" y="1499595"/>
                  <a:pt x="2136083" y="1498978"/>
                </a:cubicBezTo>
                <a:cubicBezTo>
                  <a:pt x="2137935" y="1498773"/>
                  <a:pt x="2140816" y="1498156"/>
                  <a:pt x="2143439" y="1497950"/>
                </a:cubicBezTo>
                <a:close/>
                <a:moveTo>
                  <a:pt x="7618397" y="1490081"/>
                </a:moveTo>
                <a:lnTo>
                  <a:pt x="7613886" y="1492291"/>
                </a:lnTo>
                <a:lnTo>
                  <a:pt x="7614345" y="1491396"/>
                </a:lnTo>
                <a:cubicBezTo>
                  <a:pt x="7614345" y="1491396"/>
                  <a:pt x="7614345" y="1491396"/>
                  <a:pt x="7618397" y="1490081"/>
                </a:cubicBezTo>
                <a:close/>
                <a:moveTo>
                  <a:pt x="1224994" y="1479214"/>
                </a:moveTo>
                <a:lnTo>
                  <a:pt x="1226764" y="1480150"/>
                </a:lnTo>
                <a:cubicBezTo>
                  <a:pt x="1229907" y="1479865"/>
                  <a:pt x="1231623" y="1481578"/>
                  <a:pt x="1232193" y="1484717"/>
                </a:cubicBezTo>
                <a:cubicBezTo>
                  <a:pt x="1232765" y="1486716"/>
                  <a:pt x="1234195" y="1487857"/>
                  <a:pt x="1235623" y="1489284"/>
                </a:cubicBezTo>
                <a:cubicBezTo>
                  <a:pt x="1239339" y="1492710"/>
                  <a:pt x="1241054" y="1496705"/>
                  <a:pt x="1239625" y="1501843"/>
                </a:cubicBezTo>
                <a:lnTo>
                  <a:pt x="1242000" y="1508249"/>
                </a:lnTo>
                <a:lnTo>
                  <a:pt x="1256767" y="1509734"/>
                </a:lnTo>
                <a:cubicBezTo>
                  <a:pt x="1290482" y="1514443"/>
                  <a:pt x="1323953" y="1520249"/>
                  <a:pt x="1357327" y="1526591"/>
                </a:cubicBezTo>
                <a:lnTo>
                  <a:pt x="1433068" y="1541724"/>
                </a:lnTo>
                <a:lnTo>
                  <a:pt x="1434600" y="1537592"/>
                </a:lnTo>
                <a:cubicBezTo>
                  <a:pt x="1432543" y="1530195"/>
                  <a:pt x="1435012" y="1524442"/>
                  <a:pt x="1440361" y="1519510"/>
                </a:cubicBezTo>
                <a:cubicBezTo>
                  <a:pt x="1442418" y="1517454"/>
                  <a:pt x="1444476" y="1515811"/>
                  <a:pt x="1445299" y="1512935"/>
                </a:cubicBezTo>
                <a:cubicBezTo>
                  <a:pt x="1446122" y="1508414"/>
                  <a:pt x="1448590" y="1505948"/>
                  <a:pt x="1453117" y="1506359"/>
                </a:cubicBezTo>
                <a:lnTo>
                  <a:pt x="1454806" y="1505466"/>
                </a:lnTo>
                <a:lnTo>
                  <a:pt x="1357619" y="1488781"/>
                </a:lnTo>
                <a:close/>
                <a:moveTo>
                  <a:pt x="6132368" y="1467768"/>
                </a:moveTo>
                <a:cubicBezTo>
                  <a:pt x="6135126" y="1468871"/>
                  <a:pt x="6138437" y="1471079"/>
                  <a:pt x="6140641" y="1473285"/>
                </a:cubicBezTo>
                <a:lnTo>
                  <a:pt x="6132066" y="1467836"/>
                </a:lnTo>
                <a:close/>
                <a:moveTo>
                  <a:pt x="34570" y="1458927"/>
                </a:moveTo>
                <a:lnTo>
                  <a:pt x="35069" y="1459045"/>
                </a:lnTo>
                <a:lnTo>
                  <a:pt x="34801" y="1459311"/>
                </a:lnTo>
                <a:close/>
                <a:moveTo>
                  <a:pt x="562" y="1449881"/>
                </a:moveTo>
                <a:lnTo>
                  <a:pt x="817" y="1450873"/>
                </a:lnTo>
                <a:cubicBezTo>
                  <a:pt x="2995" y="1454138"/>
                  <a:pt x="3648" y="1457185"/>
                  <a:pt x="1252" y="1461103"/>
                </a:cubicBezTo>
                <a:cubicBezTo>
                  <a:pt x="-1361" y="1465239"/>
                  <a:pt x="163" y="1467633"/>
                  <a:pt x="5390" y="1468503"/>
                </a:cubicBezTo>
                <a:cubicBezTo>
                  <a:pt x="5607" y="1468503"/>
                  <a:pt x="5825" y="1468503"/>
                  <a:pt x="6044" y="1468503"/>
                </a:cubicBezTo>
                <a:cubicBezTo>
                  <a:pt x="8003" y="1468721"/>
                  <a:pt x="9963" y="1469156"/>
                  <a:pt x="10180" y="1471115"/>
                </a:cubicBezTo>
                <a:cubicBezTo>
                  <a:pt x="10616" y="1473074"/>
                  <a:pt x="8221" y="1472856"/>
                  <a:pt x="7132" y="1473509"/>
                </a:cubicBezTo>
                <a:lnTo>
                  <a:pt x="562" y="1486475"/>
                </a:lnTo>
                <a:close/>
                <a:moveTo>
                  <a:pt x="1794068" y="1432985"/>
                </a:moveTo>
                <a:lnTo>
                  <a:pt x="1794536" y="1433095"/>
                </a:lnTo>
                <a:lnTo>
                  <a:pt x="1794285" y="1433345"/>
                </a:lnTo>
                <a:close/>
                <a:moveTo>
                  <a:pt x="4645364" y="1403800"/>
                </a:moveTo>
                <a:lnTo>
                  <a:pt x="4645041" y="1404106"/>
                </a:lnTo>
                <a:cubicBezTo>
                  <a:pt x="4644118" y="1404657"/>
                  <a:pt x="4642792" y="1404949"/>
                  <a:pt x="4641173" y="1403915"/>
                </a:cubicBezTo>
                <a:close/>
                <a:moveTo>
                  <a:pt x="6040339" y="1401066"/>
                </a:moveTo>
                <a:lnTo>
                  <a:pt x="6043550" y="1402671"/>
                </a:lnTo>
                <a:cubicBezTo>
                  <a:pt x="6047963" y="1402671"/>
                  <a:pt x="6047963" y="1402671"/>
                  <a:pt x="6047963" y="1402671"/>
                </a:cubicBezTo>
                <a:cubicBezTo>
                  <a:pt x="6047963" y="1402671"/>
                  <a:pt x="6047963" y="1402671"/>
                  <a:pt x="6052377" y="1407085"/>
                </a:cubicBezTo>
                <a:cubicBezTo>
                  <a:pt x="6047964" y="1407085"/>
                  <a:pt x="6043550" y="1402671"/>
                  <a:pt x="6043549" y="1407085"/>
                </a:cubicBezTo>
                <a:close/>
                <a:moveTo>
                  <a:pt x="6032096" y="1395631"/>
                </a:moveTo>
                <a:lnTo>
                  <a:pt x="6039690" y="1399844"/>
                </a:lnTo>
                <a:lnTo>
                  <a:pt x="6040339" y="1401066"/>
                </a:lnTo>
                <a:lnTo>
                  <a:pt x="6034725" y="1398258"/>
                </a:lnTo>
                <a:close/>
                <a:moveTo>
                  <a:pt x="4827373" y="1390663"/>
                </a:moveTo>
                <a:cubicBezTo>
                  <a:pt x="4771991" y="1391752"/>
                  <a:pt x="4721012" y="1400214"/>
                  <a:pt x="4672101" y="1405439"/>
                </a:cubicBezTo>
                <a:cubicBezTo>
                  <a:pt x="4667830" y="1404990"/>
                  <a:pt x="4662750" y="1404025"/>
                  <a:pt x="4657412" y="1403463"/>
                </a:cubicBezTo>
                <a:lnTo>
                  <a:pt x="4645364" y="1403800"/>
                </a:lnTo>
                <a:lnTo>
                  <a:pt x="4646478" y="1402745"/>
                </a:lnTo>
                <a:cubicBezTo>
                  <a:pt x="4648097" y="1403779"/>
                  <a:pt x="4649423" y="1403487"/>
                  <a:pt x="4649939" y="1402678"/>
                </a:cubicBezTo>
                <a:lnTo>
                  <a:pt x="4649338" y="1401305"/>
                </a:lnTo>
                <a:lnTo>
                  <a:pt x="4492082" y="1420776"/>
                </a:lnTo>
                <a:lnTo>
                  <a:pt x="4490306" y="1426064"/>
                </a:lnTo>
                <a:cubicBezTo>
                  <a:pt x="4444633" y="1433356"/>
                  <a:pt x="4418109" y="1439206"/>
                  <a:pt x="4372435" y="1446498"/>
                </a:cubicBezTo>
                <a:cubicBezTo>
                  <a:pt x="4359757" y="1452076"/>
                  <a:pt x="4352384" y="1456484"/>
                  <a:pt x="4341774" y="1458823"/>
                </a:cubicBezTo>
                <a:cubicBezTo>
                  <a:pt x="4290795" y="1467285"/>
                  <a:pt x="4237748" y="1478986"/>
                  <a:pt x="4185869" y="1495990"/>
                </a:cubicBezTo>
                <a:cubicBezTo>
                  <a:pt x="4160961" y="1502874"/>
                  <a:pt x="4136865" y="1510274"/>
                  <a:pt x="4112623" y="1517012"/>
                </a:cubicBezTo>
                <a:lnTo>
                  <a:pt x="4043942" y="1532803"/>
                </a:lnTo>
                <a:lnTo>
                  <a:pt x="4051181" y="1528477"/>
                </a:lnTo>
                <a:cubicBezTo>
                  <a:pt x="4047945" y="1526410"/>
                  <a:pt x="4044709" y="1524342"/>
                  <a:pt x="4037335" y="1528749"/>
                </a:cubicBezTo>
                <a:cubicBezTo>
                  <a:pt x="4037335" y="1528749"/>
                  <a:pt x="4032030" y="1529920"/>
                  <a:pt x="4032030" y="1529920"/>
                </a:cubicBezTo>
                <a:cubicBezTo>
                  <a:pt x="4028794" y="1527852"/>
                  <a:pt x="4030863" y="1524614"/>
                  <a:pt x="4034099" y="1526682"/>
                </a:cubicBezTo>
                <a:cubicBezTo>
                  <a:pt x="4070065" y="1513187"/>
                  <a:pt x="4126348" y="1503554"/>
                  <a:pt x="4169688" y="1485651"/>
                </a:cubicBezTo>
                <a:cubicBezTo>
                  <a:pt x="4170588" y="1477109"/>
                  <a:pt x="4175894" y="1475939"/>
                  <a:pt x="4162048" y="1476211"/>
                </a:cubicBezTo>
                <a:cubicBezTo>
                  <a:pt x="4157911" y="1482687"/>
                  <a:pt x="4141996" y="1486197"/>
                  <a:pt x="4126083" y="1489706"/>
                </a:cubicBezTo>
                <a:cubicBezTo>
                  <a:pt x="4123748" y="1479095"/>
                  <a:pt x="4092186" y="1499964"/>
                  <a:pt x="4068898" y="1507881"/>
                </a:cubicBezTo>
                <a:cubicBezTo>
                  <a:pt x="4006408" y="1527226"/>
                  <a:pt x="3937445" y="1542436"/>
                  <a:pt x="3874055" y="1570324"/>
                </a:cubicBezTo>
                <a:cubicBezTo>
                  <a:pt x="3866682" y="1574732"/>
                  <a:pt x="3864614" y="1577969"/>
                  <a:pt x="3857240" y="1582377"/>
                </a:cubicBezTo>
                <a:cubicBezTo>
                  <a:pt x="3837188" y="1592361"/>
                  <a:pt x="3792682" y="1604960"/>
                  <a:pt x="3781170" y="1615843"/>
                </a:cubicBezTo>
                <a:cubicBezTo>
                  <a:pt x="3780004" y="1610538"/>
                  <a:pt x="3776768" y="1608470"/>
                  <a:pt x="3767325" y="1616114"/>
                </a:cubicBezTo>
                <a:cubicBezTo>
                  <a:pt x="3762021" y="1617284"/>
                  <a:pt x="3735763" y="1636983"/>
                  <a:pt x="3732527" y="1634915"/>
                </a:cubicBezTo>
                <a:cubicBezTo>
                  <a:pt x="3737831" y="1633745"/>
                  <a:pt x="3734595" y="1631678"/>
                  <a:pt x="3736664" y="1628439"/>
                </a:cubicBezTo>
                <a:cubicBezTo>
                  <a:pt x="3703935" y="1644003"/>
                  <a:pt x="3687119" y="1656056"/>
                  <a:pt x="3657624" y="1673686"/>
                </a:cubicBezTo>
                <a:cubicBezTo>
                  <a:pt x="3668500" y="1685195"/>
                  <a:pt x="3702131" y="1661089"/>
                  <a:pt x="3724251" y="1647866"/>
                </a:cubicBezTo>
                <a:cubicBezTo>
                  <a:pt x="3744436" y="1644805"/>
                  <a:pt x="3764262" y="1636956"/>
                  <a:pt x="3785269" y="1628150"/>
                </a:cubicBezTo>
                <a:lnTo>
                  <a:pt x="3842616" y="1606720"/>
                </a:lnTo>
                <a:lnTo>
                  <a:pt x="3840691" y="1608278"/>
                </a:lnTo>
                <a:cubicBezTo>
                  <a:pt x="3841857" y="1613583"/>
                  <a:pt x="3847162" y="1612414"/>
                  <a:pt x="3849231" y="1609175"/>
                </a:cubicBezTo>
                <a:cubicBezTo>
                  <a:pt x="3852467" y="1611244"/>
                  <a:pt x="3852467" y="1611244"/>
                  <a:pt x="3852467" y="1611244"/>
                </a:cubicBezTo>
                <a:cubicBezTo>
                  <a:pt x="3810294" y="1634452"/>
                  <a:pt x="3757514" y="1660000"/>
                  <a:pt x="3716243" y="1674665"/>
                </a:cubicBezTo>
                <a:cubicBezTo>
                  <a:pt x="3692053" y="1691126"/>
                  <a:pt x="3662559" y="1708756"/>
                  <a:pt x="3650148" y="1728182"/>
                </a:cubicBezTo>
                <a:cubicBezTo>
                  <a:pt x="3745101" y="1679426"/>
                  <a:pt x="3814698" y="1641824"/>
                  <a:pt x="3887797" y="1620139"/>
                </a:cubicBezTo>
                <a:cubicBezTo>
                  <a:pt x="3909918" y="1606917"/>
                  <a:pt x="3942647" y="1591353"/>
                  <a:pt x="3963866" y="1586674"/>
                </a:cubicBezTo>
                <a:cubicBezTo>
                  <a:pt x="3950287" y="1600795"/>
                  <a:pt x="3971505" y="1596116"/>
                  <a:pt x="3970604" y="1604658"/>
                </a:cubicBezTo>
                <a:cubicBezTo>
                  <a:pt x="3981213" y="1602318"/>
                  <a:pt x="3980046" y="1597012"/>
                  <a:pt x="3992724" y="1591434"/>
                </a:cubicBezTo>
                <a:cubicBezTo>
                  <a:pt x="4010707" y="1584688"/>
                  <a:pt x="3971505" y="1596116"/>
                  <a:pt x="3988320" y="1584062"/>
                </a:cubicBezTo>
                <a:cubicBezTo>
                  <a:pt x="4036965" y="1564990"/>
                  <a:pt x="4077333" y="1558867"/>
                  <a:pt x="4124811" y="1534489"/>
                </a:cubicBezTo>
                <a:cubicBezTo>
                  <a:pt x="4145129" y="1538352"/>
                  <a:pt x="4173721" y="1529264"/>
                  <a:pt x="4200245" y="1523415"/>
                </a:cubicBezTo>
                <a:cubicBezTo>
                  <a:pt x="4228838" y="1514327"/>
                  <a:pt x="4257431" y="1505239"/>
                  <a:pt x="4281883" y="1502627"/>
                </a:cubicBezTo>
                <a:cubicBezTo>
                  <a:pt x="4260666" y="1507307"/>
                  <a:pt x="4261832" y="1512612"/>
                  <a:pt x="4256528" y="1513783"/>
                </a:cubicBezTo>
                <a:cubicBezTo>
                  <a:pt x="4265069" y="1514680"/>
                  <a:pt x="4263000" y="1517917"/>
                  <a:pt x="4266236" y="1519986"/>
                </a:cubicBezTo>
                <a:cubicBezTo>
                  <a:pt x="4294830" y="1510898"/>
                  <a:pt x="4301302" y="1515033"/>
                  <a:pt x="4327824" y="1509183"/>
                </a:cubicBezTo>
                <a:cubicBezTo>
                  <a:pt x="4329893" y="1505946"/>
                  <a:pt x="4331961" y="1502708"/>
                  <a:pt x="4337267" y="1501538"/>
                </a:cubicBezTo>
                <a:cubicBezTo>
                  <a:pt x="4332864" y="1494166"/>
                  <a:pt x="4319019" y="1494438"/>
                  <a:pt x="4328461" y="1486792"/>
                </a:cubicBezTo>
                <a:cubicBezTo>
                  <a:pt x="4358220" y="1483010"/>
                  <a:pt x="4377370" y="1481567"/>
                  <a:pt x="4403894" y="1475718"/>
                </a:cubicBezTo>
                <a:cubicBezTo>
                  <a:pt x="4425113" y="1471038"/>
                  <a:pt x="4449568" y="1468425"/>
                  <a:pt x="4488769" y="1456999"/>
                </a:cubicBezTo>
                <a:cubicBezTo>
                  <a:pt x="4488769" y="1456999"/>
                  <a:pt x="4487603" y="1451693"/>
                  <a:pt x="4492907" y="1450523"/>
                </a:cubicBezTo>
                <a:cubicBezTo>
                  <a:pt x="4525902" y="1448808"/>
                  <a:pt x="4517363" y="1447912"/>
                  <a:pt x="4545052" y="1447366"/>
                </a:cubicBezTo>
                <a:cubicBezTo>
                  <a:pt x="4555663" y="1445026"/>
                  <a:pt x="4566272" y="1442687"/>
                  <a:pt x="4582186" y="1439177"/>
                </a:cubicBezTo>
                <a:cubicBezTo>
                  <a:pt x="4647276" y="1444291"/>
                  <a:pt x="4709765" y="1424945"/>
                  <a:pt x="4787533" y="1424481"/>
                </a:cubicBezTo>
                <a:cubicBezTo>
                  <a:pt x="4789604" y="1421244"/>
                  <a:pt x="4803450" y="1420972"/>
                  <a:pt x="4814058" y="1418633"/>
                </a:cubicBezTo>
                <a:cubicBezTo>
                  <a:pt x="4815225" y="1423938"/>
                  <a:pt x="4836443" y="1419257"/>
                  <a:pt x="4834375" y="1422495"/>
                </a:cubicBezTo>
                <a:cubicBezTo>
                  <a:pt x="4821696" y="1428073"/>
                  <a:pt x="4799312" y="1427447"/>
                  <a:pt x="4801647" y="1438057"/>
                </a:cubicBezTo>
                <a:cubicBezTo>
                  <a:pt x="4846418" y="1439309"/>
                  <a:pt x="4867636" y="1434629"/>
                  <a:pt x="4888857" y="1429949"/>
                </a:cubicBezTo>
                <a:cubicBezTo>
                  <a:pt x="4904770" y="1426439"/>
                  <a:pt x="4873842" y="1424915"/>
                  <a:pt x="4872675" y="1419611"/>
                </a:cubicBezTo>
                <a:cubicBezTo>
                  <a:pt x="4872675" y="1419611"/>
                  <a:pt x="4883285" y="1417270"/>
                  <a:pt x="4882118" y="1411966"/>
                </a:cubicBezTo>
                <a:cubicBezTo>
                  <a:pt x="4884187" y="1408728"/>
                  <a:pt x="4855328" y="1403967"/>
                  <a:pt x="4888324" y="1402253"/>
                </a:cubicBezTo>
                <a:cubicBezTo>
                  <a:pt x="4891559" y="1404320"/>
                  <a:pt x="4891559" y="1404320"/>
                  <a:pt x="4891559" y="1404320"/>
                </a:cubicBezTo>
                <a:cubicBezTo>
                  <a:pt x="4886255" y="1405491"/>
                  <a:pt x="4886255" y="1405491"/>
                  <a:pt x="4886255" y="1405491"/>
                </a:cubicBezTo>
                <a:cubicBezTo>
                  <a:pt x="4886255" y="1405491"/>
                  <a:pt x="4886255" y="1405491"/>
                  <a:pt x="4889490" y="1407558"/>
                </a:cubicBezTo>
                <a:cubicBezTo>
                  <a:pt x="4889490" y="1407558"/>
                  <a:pt x="4892727" y="1409625"/>
                  <a:pt x="4892727" y="1409625"/>
                </a:cubicBezTo>
                <a:cubicBezTo>
                  <a:pt x="4894796" y="1406388"/>
                  <a:pt x="4898033" y="1408456"/>
                  <a:pt x="4898033" y="1408456"/>
                </a:cubicBezTo>
                <a:cubicBezTo>
                  <a:pt x="4900100" y="1405217"/>
                  <a:pt x="4900100" y="1405217"/>
                  <a:pt x="4900100" y="1405217"/>
                </a:cubicBezTo>
                <a:cubicBezTo>
                  <a:pt x="4895962" y="1411694"/>
                  <a:pt x="4928960" y="1409979"/>
                  <a:pt x="4925723" y="1407911"/>
                </a:cubicBezTo>
                <a:cubicBezTo>
                  <a:pt x="4922487" y="1405843"/>
                  <a:pt x="4922487" y="1405843"/>
                  <a:pt x="4922487" y="1405843"/>
                </a:cubicBezTo>
                <a:cubicBezTo>
                  <a:pt x="4922487" y="1405843"/>
                  <a:pt x="4925723" y="1407911"/>
                  <a:pt x="4931029" y="1406740"/>
                </a:cubicBezTo>
                <a:cubicBezTo>
                  <a:pt x="4931029" y="1406740"/>
                  <a:pt x="4936333" y="1405571"/>
                  <a:pt x="4936333" y="1405571"/>
                </a:cubicBezTo>
                <a:cubicBezTo>
                  <a:pt x="4936333" y="1405571"/>
                  <a:pt x="4938400" y="1402333"/>
                  <a:pt x="4933097" y="1403503"/>
                </a:cubicBezTo>
                <a:cubicBezTo>
                  <a:pt x="4933097" y="1403503"/>
                  <a:pt x="4929860" y="1401436"/>
                  <a:pt x="4929860" y="1401436"/>
                </a:cubicBezTo>
                <a:cubicBezTo>
                  <a:pt x="4952247" y="1402061"/>
                  <a:pt x="5017069" y="1393327"/>
                  <a:pt x="5035319" y="1400428"/>
                </a:cubicBezTo>
                <a:cubicBezTo>
                  <a:pt x="5017335" y="1407174"/>
                  <a:pt x="5001421" y="1410686"/>
                  <a:pt x="5003757" y="1421295"/>
                </a:cubicBezTo>
                <a:cubicBezTo>
                  <a:pt x="5009061" y="1420125"/>
                  <a:pt x="5031447" y="1420751"/>
                  <a:pt x="5019937" y="1431633"/>
                </a:cubicBezTo>
                <a:cubicBezTo>
                  <a:pt x="5042322" y="1432260"/>
                  <a:pt x="5059404" y="1434055"/>
                  <a:pt x="5076486" y="1435850"/>
                </a:cubicBezTo>
                <a:cubicBezTo>
                  <a:pt x="5078555" y="1432613"/>
                  <a:pt x="5066777" y="1429647"/>
                  <a:pt x="5077387" y="1427307"/>
                </a:cubicBezTo>
                <a:cubicBezTo>
                  <a:pt x="5095634" y="1434408"/>
                  <a:pt x="5111551" y="1430898"/>
                  <a:pt x="5135105" y="1436828"/>
                </a:cubicBezTo>
                <a:cubicBezTo>
                  <a:pt x="5163696" y="1427741"/>
                  <a:pt x="5185180" y="1436909"/>
                  <a:pt x="5236425" y="1442296"/>
                </a:cubicBezTo>
                <a:cubicBezTo>
                  <a:pt x="5232286" y="1448771"/>
                  <a:pt x="5240829" y="1449670"/>
                  <a:pt x="5238761" y="1452907"/>
                </a:cubicBezTo>
                <a:cubicBezTo>
                  <a:pt x="5281464" y="1457396"/>
                  <a:pt x="5320029" y="1468360"/>
                  <a:pt x="5360662" y="1476084"/>
                </a:cubicBezTo>
                <a:cubicBezTo>
                  <a:pt x="5399231" y="1487050"/>
                  <a:pt x="5437796" y="1498013"/>
                  <a:pt x="5468724" y="1499537"/>
                </a:cubicBezTo>
                <a:cubicBezTo>
                  <a:pt x="5451641" y="1497740"/>
                  <a:pt x="5467555" y="1494231"/>
                  <a:pt x="5476098" y="1495129"/>
                </a:cubicBezTo>
                <a:cubicBezTo>
                  <a:pt x="5485804" y="1501332"/>
                  <a:pt x="5508191" y="1501957"/>
                  <a:pt x="5500817" y="1506365"/>
                </a:cubicBezTo>
                <a:cubicBezTo>
                  <a:pt x="5532913" y="1513193"/>
                  <a:pt x="5544686" y="1516158"/>
                  <a:pt x="5580018" y="1525055"/>
                </a:cubicBezTo>
                <a:cubicBezTo>
                  <a:pt x="5589726" y="1531258"/>
                  <a:pt x="5596198" y="1535394"/>
                  <a:pt x="5605907" y="1541597"/>
                </a:cubicBezTo>
                <a:cubicBezTo>
                  <a:pt x="5619753" y="1541324"/>
                  <a:pt x="5638000" y="1548424"/>
                  <a:pt x="5656251" y="1555525"/>
                </a:cubicBezTo>
                <a:cubicBezTo>
                  <a:pt x="5672428" y="1565863"/>
                  <a:pt x="5687443" y="1570897"/>
                  <a:pt x="5698051" y="1568557"/>
                </a:cubicBezTo>
                <a:cubicBezTo>
                  <a:pt x="5698051" y="1568557"/>
                  <a:pt x="5698051" y="1568557"/>
                  <a:pt x="5700120" y="1565319"/>
                </a:cubicBezTo>
                <a:cubicBezTo>
                  <a:pt x="5693649" y="1561183"/>
                  <a:pt x="5690413" y="1559116"/>
                  <a:pt x="5683939" y="1554980"/>
                </a:cubicBezTo>
                <a:cubicBezTo>
                  <a:pt x="5667760" y="1544641"/>
                  <a:pt x="5649511" y="1537542"/>
                  <a:pt x="5629194" y="1533678"/>
                </a:cubicBezTo>
                <a:cubicBezTo>
                  <a:pt x="5599168" y="1523612"/>
                  <a:pt x="5569143" y="1513547"/>
                  <a:pt x="5543521" y="1510854"/>
                </a:cubicBezTo>
                <a:cubicBezTo>
                  <a:pt x="5540285" y="1508785"/>
                  <a:pt x="5528508" y="1505821"/>
                  <a:pt x="5527341" y="1500515"/>
                </a:cubicBezTo>
                <a:cubicBezTo>
                  <a:pt x="5467555" y="1494231"/>
                  <a:pt x="5440501" y="1472384"/>
                  <a:pt x="5386922" y="1456387"/>
                </a:cubicBezTo>
                <a:cubicBezTo>
                  <a:pt x="5324167" y="1461883"/>
                  <a:pt x="5262949" y="1436447"/>
                  <a:pt x="5172236" y="1428639"/>
                </a:cubicBezTo>
                <a:cubicBezTo>
                  <a:pt x="5179611" y="1424231"/>
                  <a:pt x="5161362" y="1417130"/>
                  <a:pt x="5163429" y="1413892"/>
                </a:cubicBezTo>
                <a:cubicBezTo>
                  <a:pt x="5146348" y="1412097"/>
                  <a:pt x="5129268" y="1410302"/>
                  <a:pt x="5112186" y="1408507"/>
                </a:cubicBezTo>
                <a:cubicBezTo>
                  <a:pt x="5117489" y="1407337"/>
                  <a:pt x="5117489" y="1407337"/>
                  <a:pt x="5117489" y="1407337"/>
                </a:cubicBezTo>
                <a:cubicBezTo>
                  <a:pt x="5122797" y="1406166"/>
                  <a:pt x="5122797" y="1406166"/>
                  <a:pt x="5122797" y="1406166"/>
                </a:cubicBezTo>
                <a:cubicBezTo>
                  <a:pt x="5119559" y="1404099"/>
                  <a:pt x="5116323" y="1402032"/>
                  <a:pt x="5113087" y="1399963"/>
                </a:cubicBezTo>
                <a:cubicBezTo>
                  <a:pt x="5107782" y="1401134"/>
                  <a:pt x="5107782" y="1401134"/>
                  <a:pt x="5107782" y="1401134"/>
                </a:cubicBezTo>
                <a:cubicBezTo>
                  <a:pt x="5107782" y="1401134"/>
                  <a:pt x="5107782" y="1401134"/>
                  <a:pt x="5105715" y="1404371"/>
                </a:cubicBezTo>
                <a:cubicBezTo>
                  <a:pt x="5098075" y="1394931"/>
                  <a:pt x="5061843" y="1394577"/>
                  <a:pt x="5017069" y="1393327"/>
                </a:cubicBezTo>
                <a:cubicBezTo>
                  <a:pt x="4972299" y="1392076"/>
                  <a:pt x="4916918" y="1393166"/>
                  <a:pt x="4872144" y="1391914"/>
                </a:cubicBezTo>
                <a:cubicBezTo>
                  <a:pt x="4855061" y="1390119"/>
                  <a:pt x="4841217" y="1390391"/>
                  <a:pt x="4827373" y="1390663"/>
                </a:cubicBezTo>
                <a:close/>
                <a:moveTo>
                  <a:pt x="6010071" y="1385873"/>
                </a:moveTo>
                <a:lnTo>
                  <a:pt x="6017070" y="1388666"/>
                </a:lnTo>
                <a:lnTo>
                  <a:pt x="6017071" y="1389431"/>
                </a:lnTo>
                <a:close/>
                <a:moveTo>
                  <a:pt x="6017071" y="1385018"/>
                </a:moveTo>
                <a:cubicBezTo>
                  <a:pt x="6021485" y="1389430"/>
                  <a:pt x="6025895" y="1393844"/>
                  <a:pt x="6030310" y="1393844"/>
                </a:cubicBezTo>
                <a:lnTo>
                  <a:pt x="6032096" y="1395631"/>
                </a:lnTo>
                <a:lnTo>
                  <a:pt x="6025895" y="1392190"/>
                </a:lnTo>
                <a:lnTo>
                  <a:pt x="6017070" y="1388666"/>
                </a:lnTo>
                <a:close/>
                <a:moveTo>
                  <a:pt x="6102027" y="1366261"/>
                </a:moveTo>
                <a:cubicBezTo>
                  <a:pt x="6103130" y="1367365"/>
                  <a:pt x="6103130" y="1369571"/>
                  <a:pt x="6100923" y="1371777"/>
                </a:cubicBezTo>
                <a:cubicBezTo>
                  <a:pt x="6100923" y="1367365"/>
                  <a:pt x="6100923" y="1367365"/>
                  <a:pt x="6096509" y="1367364"/>
                </a:cubicBezTo>
                <a:cubicBezTo>
                  <a:pt x="6098715" y="1365158"/>
                  <a:pt x="6100922" y="1365158"/>
                  <a:pt x="6102027" y="1366261"/>
                </a:cubicBezTo>
                <a:close/>
                <a:moveTo>
                  <a:pt x="8033215" y="1346577"/>
                </a:moveTo>
                <a:lnTo>
                  <a:pt x="8031841" y="1350007"/>
                </a:lnTo>
                <a:lnTo>
                  <a:pt x="8037040" y="1346609"/>
                </a:lnTo>
                <a:close/>
                <a:moveTo>
                  <a:pt x="169856" y="1343418"/>
                </a:moveTo>
                <a:cubicBezTo>
                  <a:pt x="172479" y="1343212"/>
                  <a:pt x="174845" y="1343418"/>
                  <a:pt x="175669" y="1344856"/>
                </a:cubicBezTo>
                <a:cubicBezTo>
                  <a:pt x="180607" y="1353075"/>
                  <a:pt x="193362" y="1349787"/>
                  <a:pt x="196243" y="1360883"/>
                </a:cubicBezTo>
                <a:cubicBezTo>
                  <a:pt x="197065" y="1364171"/>
                  <a:pt x="202825" y="1366225"/>
                  <a:pt x="197477" y="1370746"/>
                </a:cubicBezTo>
                <a:cubicBezTo>
                  <a:pt x="195831" y="1371979"/>
                  <a:pt x="196243" y="1374444"/>
                  <a:pt x="197887" y="1374854"/>
                </a:cubicBezTo>
                <a:cubicBezTo>
                  <a:pt x="204472" y="1377321"/>
                  <a:pt x="204061" y="1381020"/>
                  <a:pt x="199945" y="1385950"/>
                </a:cubicBezTo>
                <a:cubicBezTo>
                  <a:pt x="198710" y="1387595"/>
                  <a:pt x="200357" y="1389649"/>
                  <a:pt x="201180" y="1391293"/>
                </a:cubicBezTo>
                <a:cubicBezTo>
                  <a:pt x="202825" y="1393759"/>
                  <a:pt x="203237" y="1396225"/>
                  <a:pt x="200768" y="1398280"/>
                </a:cubicBezTo>
                <a:cubicBezTo>
                  <a:pt x="198299" y="1400334"/>
                  <a:pt x="198710" y="1402799"/>
                  <a:pt x="197887" y="1405266"/>
                </a:cubicBezTo>
                <a:cubicBezTo>
                  <a:pt x="195831" y="1411429"/>
                  <a:pt x="193362" y="1419238"/>
                  <a:pt x="188836" y="1422115"/>
                </a:cubicBezTo>
                <a:cubicBezTo>
                  <a:pt x="178960" y="1428279"/>
                  <a:pt x="169496" y="1434854"/>
                  <a:pt x="159620" y="1440607"/>
                </a:cubicBezTo>
                <a:cubicBezTo>
                  <a:pt x="158798" y="1440607"/>
                  <a:pt x="157152" y="1440607"/>
                  <a:pt x="156741" y="1439785"/>
                </a:cubicBezTo>
                <a:cubicBezTo>
                  <a:pt x="152626" y="1436086"/>
                  <a:pt x="148923" y="1432800"/>
                  <a:pt x="143574" y="1438141"/>
                </a:cubicBezTo>
                <a:cubicBezTo>
                  <a:pt x="141928" y="1440196"/>
                  <a:pt x="140693" y="1438141"/>
                  <a:pt x="140282" y="1436497"/>
                </a:cubicBezTo>
                <a:cubicBezTo>
                  <a:pt x="139047" y="1429512"/>
                  <a:pt x="135755" y="1429512"/>
                  <a:pt x="130817" y="1433622"/>
                </a:cubicBezTo>
                <a:cubicBezTo>
                  <a:pt x="127526" y="1436497"/>
                  <a:pt x="125880" y="1435676"/>
                  <a:pt x="125880" y="1431566"/>
                </a:cubicBezTo>
                <a:cubicBezTo>
                  <a:pt x="125880" y="1429101"/>
                  <a:pt x="126703" y="1426223"/>
                  <a:pt x="122999" y="1425812"/>
                </a:cubicBezTo>
                <a:cubicBezTo>
                  <a:pt x="114770" y="1424169"/>
                  <a:pt x="111479" y="1418416"/>
                  <a:pt x="111889" y="1411019"/>
                </a:cubicBezTo>
                <a:cubicBezTo>
                  <a:pt x="112300" y="1405677"/>
                  <a:pt x="110656" y="1403210"/>
                  <a:pt x="106952" y="1401156"/>
                </a:cubicBezTo>
                <a:cubicBezTo>
                  <a:pt x="106952" y="1399512"/>
                  <a:pt x="106952" y="1397870"/>
                  <a:pt x="106952" y="1396225"/>
                </a:cubicBezTo>
                <a:cubicBezTo>
                  <a:pt x="111067" y="1393759"/>
                  <a:pt x="112300" y="1389238"/>
                  <a:pt x="111067" y="1385129"/>
                </a:cubicBezTo>
                <a:cubicBezTo>
                  <a:pt x="109010" y="1377732"/>
                  <a:pt x="111479" y="1371979"/>
                  <a:pt x="116828" y="1367047"/>
                </a:cubicBezTo>
                <a:cubicBezTo>
                  <a:pt x="118885" y="1364993"/>
                  <a:pt x="120942" y="1363348"/>
                  <a:pt x="121765" y="1360473"/>
                </a:cubicBezTo>
                <a:cubicBezTo>
                  <a:pt x="122588" y="1355952"/>
                  <a:pt x="125057" y="1353486"/>
                  <a:pt x="129583" y="1353897"/>
                </a:cubicBezTo>
                <a:cubicBezTo>
                  <a:pt x="132875" y="1353897"/>
                  <a:pt x="135344" y="1351843"/>
                  <a:pt x="136579" y="1350198"/>
                </a:cubicBezTo>
                <a:cubicBezTo>
                  <a:pt x="140076" y="1345266"/>
                  <a:pt x="144397" y="1344136"/>
                  <a:pt x="148923" y="1344085"/>
                </a:cubicBezTo>
                <a:cubicBezTo>
                  <a:pt x="153449" y="1344034"/>
                  <a:pt x="158182" y="1345062"/>
                  <a:pt x="162501" y="1344445"/>
                </a:cubicBezTo>
                <a:cubicBezTo>
                  <a:pt x="164352" y="1344240"/>
                  <a:pt x="167233" y="1343623"/>
                  <a:pt x="169856" y="1343418"/>
                </a:cubicBezTo>
                <a:close/>
                <a:moveTo>
                  <a:pt x="977648" y="1343134"/>
                </a:moveTo>
                <a:cubicBezTo>
                  <a:pt x="981026" y="1343173"/>
                  <a:pt x="984251" y="1344016"/>
                  <a:pt x="986861" y="1347698"/>
                </a:cubicBezTo>
                <a:cubicBezTo>
                  <a:pt x="987782" y="1348924"/>
                  <a:pt x="989626" y="1350458"/>
                  <a:pt x="992081" y="1350458"/>
                </a:cubicBezTo>
                <a:cubicBezTo>
                  <a:pt x="995461" y="1350151"/>
                  <a:pt x="997304" y="1351993"/>
                  <a:pt x="997918" y="1355367"/>
                </a:cubicBezTo>
                <a:cubicBezTo>
                  <a:pt x="998532" y="1357513"/>
                  <a:pt x="1000068" y="1358740"/>
                  <a:pt x="1001603" y="1360274"/>
                </a:cubicBezTo>
                <a:cubicBezTo>
                  <a:pt x="1005596" y="1363953"/>
                  <a:pt x="1007438" y="1368248"/>
                  <a:pt x="1005903" y="1373770"/>
                </a:cubicBezTo>
                <a:cubicBezTo>
                  <a:pt x="1004983" y="1376837"/>
                  <a:pt x="1005903" y="1380211"/>
                  <a:pt x="1008974" y="1382053"/>
                </a:cubicBezTo>
                <a:cubicBezTo>
                  <a:pt x="1008974" y="1383278"/>
                  <a:pt x="1008974" y="1384505"/>
                  <a:pt x="1008974" y="1385733"/>
                </a:cubicBezTo>
                <a:cubicBezTo>
                  <a:pt x="1006211" y="1387266"/>
                  <a:pt x="1004983" y="1389107"/>
                  <a:pt x="1005288" y="1393094"/>
                </a:cubicBezTo>
                <a:cubicBezTo>
                  <a:pt x="1005596" y="1398615"/>
                  <a:pt x="1003139" y="1402910"/>
                  <a:pt x="996996" y="1404138"/>
                </a:cubicBezTo>
                <a:cubicBezTo>
                  <a:pt x="994233" y="1404444"/>
                  <a:pt x="994847" y="1406591"/>
                  <a:pt x="994847" y="1408431"/>
                </a:cubicBezTo>
                <a:cubicBezTo>
                  <a:pt x="994847" y="1411499"/>
                  <a:pt x="993617" y="1412112"/>
                  <a:pt x="991161" y="1409964"/>
                </a:cubicBezTo>
                <a:cubicBezTo>
                  <a:pt x="987474" y="1406898"/>
                  <a:pt x="985019" y="1406898"/>
                  <a:pt x="984097" y="1412112"/>
                </a:cubicBezTo>
                <a:cubicBezTo>
                  <a:pt x="983789" y="1413338"/>
                  <a:pt x="982869" y="1414873"/>
                  <a:pt x="981639" y="1413338"/>
                </a:cubicBezTo>
                <a:cubicBezTo>
                  <a:pt x="977647" y="1409351"/>
                  <a:pt x="974883" y="1411806"/>
                  <a:pt x="971812" y="1414566"/>
                </a:cubicBezTo>
                <a:cubicBezTo>
                  <a:pt x="971505" y="1415180"/>
                  <a:pt x="970276" y="1415180"/>
                  <a:pt x="969662" y="1415180"/>
                </a:cubicBezTo>
                <a:cubicBezTo>
                  <a:pt x="962291" y="1410886"/>
                  <a:pt x="955227" y="1405977"/>
                  <a:pt x="947856" y="1401375"/>
                </a:cubicBezTo>
                <a:cubicBezTo>
                  <a:pt x="944477" y="1399228"/>
                  <a:pt x="942636" y="1393402"/>
                  <a:pt x="941100" y="1388800"/>
                </a:cubicBezTo>
                <a:cubicBezTo>
                  <a:pt x="940484" y="1386960"/>
                  <a:pt x="940792" y="1385119"/>
                  <a:pt x="938949" y="1383586"/>
                </a:cubicBezTo>
                <a:cubicBezTo>
                  <a:pt x="937106" y="1382053"/>
                  <a:pt x="937413" y="1380211"/>
                  <a:pt x="938642" y="1378371"/>
                </a:cubicBezTo>
                <a:cubicBezTo>
                  <a:pt x="939257" y="1377144"/>
                  <a:pt x="940484" y="1375611"/>
                  <a:pt x="939564" y="1374384"/>
                </a:cubicBezTo>
                <a:cubicBezTo>
                  <a:pt x="936493" y="1370703"/>
                  <a:pt x="936185" y="1367942"/>
                  <a:pt x="941100" y="1366101"/>
                </a:cubicBezTo>
                <a:cubicBezTo>
                  <a:pt x="942328" y="1365795"/>
                  <a:pt x="942636" y="1363953"/>
                  <a:pt x="941406" y="1363034"/>
                </a:cubicBezTo>
                <a:cubicBezTo>
                  <a:pt x="937413" y="1359660"/>
                  <a:pt x="941714" y="1358127"/>
                  <a:pt x="942328" y="1355672"/>
                </a:cubicBezTo>
                <a:cubicBezTo>
                  <a:pt x="944477" y="1347391"/>
                  <a:pt x="953999" y="1349845"/>
                  <a:pt x="957685" y="1343709"/>
                </a:cubicBezTo>
                <a:cubicBezTo>
                  <a:pt x="958913" y="1341562"/>
                  <a:pt x="964748" y="1343096"/>
                  <a:pt x="967513" y="1343404"/>
                </a:cubicBezTo>
                <a:cubicBezTo>
                  <a:pt x="970737" y="1343864"/>
                  <a:pt x="974270" y="1343096"/>
                  <a:pt x="977648" y="1343134"/>
                </a:cubicBezTo>
                <a:close/>
                <a:moveTo>
                  <a:pt x="8369829" y="1337567"/>
                </a:moveTo>
                <a:lnTo>
                  <a:pt x="8369629" y="1337966"/>
                </a:lnTo>
                <a:cubicBezTo>
                  <a:pt x="8368950" y="1338797"/>
                  <a:pt x="8367801" y="1339523"/>
                  <a:pt x="8365928" y="1339098"/>
                </a:cubicBezTo>
                <a:close/>
                <a:moveTo>
                  <a:pt x="1901444" y="1325150"/>
                </a:moveTo>
                <a:cubicBezTo>
                  <a:pt x="1905695" y="1325102"/>
                  <a:pt x="1910138" y="1326067"/>
                  <a:pt x="1914194" y="1325488"/>
                </a:cubicBezTo>
                <a:cubicBezTo>
                  <a:pt x="1917671" y="1325102"/>
                  <a:pt x="1925012" y="1323172"/>
                  <a:pt x="1926558" y="1325873"/>
                </a:cubicBezTo>
                <a:cubicBezTo>
                  <a:pt x="1931194" y="1333591"/>
                  <a:pt x="1943172" y="1330503"/>
                  <a:pt x="1945877" y="1340922"/>
                </a:cubicBezTo>
                <a:cubicBezTo>
                  <a:pt x="1946648" y="1344009"/>
                  <a:pt x="1952058" y="1345939"/>
                  <a:pt x="1947036" y="1350184"/>
                </a:cubicBezTo>
                <a:cubicBezTo>
                  <a:pt x="1945490" y="1351342"/>
                  <a:pt x="1945877" y="1353656"/>
                  <a:pt x="1947421" y="1354042"/>
                </a:cubicBezTo>
                <a:cubicBezTo>
                  <a:pt x="1953604" y="1356357"/>
                  <a:pt x="1953218" y="1359831"/>
                  <a:pt x="1949353" y="1364460"/>
                </a:cubicBezTo>
                <a:cubicBezTo>
                  <a:pt x="1948194" y="1366004"/>
                  <a:pt x="1949740" y="1367934"/>
                  <a:pt x="1950513" y="1369477"/>
                </a:cubicBezTo>
                <a:cubicBezTo>
                  <a:pt x="1952058" y="1371793"/>
                  <a:pt x="1952445" y="1374108"/>
                  <a:pt x="1950126" y="1376038"/>
                </a:cubicBezTo>
                <a:cubicBezTo>
                  <a:pt x="1947808" y="1377966"/>
                  <a:pt x="1948194" y="1380282"/>
                  <a:pt x="1947421" y="1382597"/>
                </a:cubicBezTo>
                <a:cubicBezTo>
                  <a:pt x="1945490" y="1388385"/>
                  <a:pt x="1943172" y="1395717"/>
                  <a:pt x="1938921" y="1398419"/>
                </a:cubicBezTo>
                <a:cubicBezTo>
                  <a:pt x="1929649" y="1404206"/>
                  <a:pt x="1920762" y="1410381"/>
                  <a:pt x="1911489" y="1415783"/>
                </a:cubicBezTo>
                <a:cubicBezTo>
                  <a:pt x="1910717" y="1415783"/>
                  <a:pt x="1909171" y="1415783"/>
                  <a:pt x="1908785" y="1415011"/>
                </a:cubicBezTo>
                <a:cubicBezTo>
                  <a:pt x="1904921" y="1411537"/>
                  <a:pt x="1901444" y="1408451"/>
                  <a:pt x="1896421" y="1413467"/>
                </a:cubicBezTo>
                <a:cubicBezTo>
                  <a:pt x="1894876" y="1415397"/>
                  <a:pt x="1893716" y="1413467"/>
                  <a:pt x="1893330" y="1411923"/>
                </a:cubicBezTo>
                <a:cubicBezTo>
                  <a:pt x="1892171" y="1405364"/>
                  <a:pt x="1889080" y="1405364"/>
                  <a:pt x="1884443" y="1409223"/>
                </a:cubicBezTo>
                <a:cubicBezTo>
                  <a:pt x="1881353" y="1411923"/>
                  <a:pt x="1879807" y="1411153"/>
                  <a:pt x="1879807" y="1407294"/>
                </a:cubicBezTo>
                <a:cubicBezTo>
                  <a:pt x="1879807" y="1404978"/>
                  <a:pt x="1880580" y="1402277"/>
                  <a:pt x="1877102" y="1401891"/>
                </a:cubicBezTo>
                <a:cubicBezTo>
                  <a:pt x="1869375" y="1400347"/>
                  <a:pt x="1866284" y="1394945"/>
                  <a:pt x="1866670" y="1387999"/>
                </a:cubicBezTo>
                <a:cubicBezTo>
                  <a:pt x="1867056" y="1382983"/>
                  <a:pt x="1865512" y="1380668"/>
                  <a:pt x="1862034" y="1378738"/>
                </a:cubicBezTo>
                <a:cubicBezTo>
                  <a:pt x="1862034" y="1377194"/>
                  <a:pt x="1862034" y="1375652"/>
                  <a:pt x="1862034" y="1374108"/>
                </a:cubicBezTo>
                <a:cubicBezTo>
                  <a:pt x="1865897" y="1371793"/>
                  <a:pt x="1867056" y="1367548"/>
                  <a:pt x="1865897" y="1363690"/>
                </a:cubicBezTo>
                <a:cubicBezTo>
                  <a:pt x="1863966" y="1356743"/>
                  <a:pt x="1866284" y="1351342"/>
                  <a:pt x="1871307" y="1346711"/>
                </a:cubicBezTo>
                <a:cubicBezTo>
                  <a:pt x="1873239" y="1344781"/>
                  <a:pt x="1875170" y="1343237"/>
                  <a:pt x="1875943" y="1340537"/>
                </a:cubicBezTo>
                <a:cubicBezTo>
                  <a:pt x="1876716" y="1336292"/>
                  <a:pt x="1879034" y="1333977"/>
                  <a:pt x="1883284" y="1334362"/>
                </a:cubicBezTo>
                <a:cubicBezTo>
                  <a:pt x="1886375" y="1334362"/>
                  <a:pt x="1888694" y="1332433"/>
                  <a:pt x="1889853" y="1330889"/>
                </a:cubicBezTo>
                <a:cubicBezTo>
                  <a:pt x="1893137" y="1326259"/>
                  <a:pt x="1897194" y="1325198"/>
                  <a:pt x="1901444" y="1325150"/>
                </a:cubicBezTo>
                <a:close/>
                <a:moveTo>
                  <a:pt x="2679609" y="1324257"/>
                </a:moveTo>
                <a:cubicBezTo>
                  <a:pt x="2682781" y="1324293"/>
                  <a:pt x="2685809" y="1325085"/>
                  <a:pt x="2688260" y="1328541"/>
                </a:cubicBezTo>
                <a:cubicBezTo>
                  <a:pt x="2689125" y="1329693"/>
                  <a:pt x="2690856" y="1331133"/>
                  <a:pt x="2693162" y="1331133"/>
                </a:cubicBezTo>
                <a:cubicBezTo>
                  <a:pt x="2696335" y="1330845"/>
                  <a:pt x="2698066" y="1332574"/>
                  <a:pt x="2698642" y="1335742"/>
                </a:cubicBezTo>
                <a:cubicBezTo>
                  <a:pt x="2699219" y="1337758"/>
                  <a:pt x="2700661" y="1338910"/>
                  <a:pt x="2702103" y="1340350"/>
                </a:cubicBezTo>
                <a:cubicBezTo>
                  <a:pt x="2705852" y="1343806"/>
                  <a:pt x="2707582" y="1347839"/>
                  <a:pt x="2706140" y="1353023"/>
                </a:cubicBezTo>
                <a:cubicBezTo>
                  <a:pt x="2705275" y="1355904"/>
                  <a:pt x="2706140" y="1359072"/>
                  <a:pt x="2709024" y="1360800"/>
                </a:cubicBezTo>
                <a:cubicBezTo>
                  <a:pt x="2709024" y="1361951"/>
                  <a:pt x="2709024" y="1363104"/>
                  <a:pt x="2709024" y="1364256"/>
                </a:cubicBezTo>
                <a:cubicBezTo>
                  <a:pt x="2706429" y="1365696"/>
                  <a:pt x="2705275" y="1367424"/>
                  <a:pt x="2705563" y="1371169"/>
                </a:cubicBezTo>
                <a:cubicBezTo>
                  <a:pt x="2705852" y="1376353"/>
                  <a:pt x="2703545" y="1380386"/>
                  <a:pt x="2697777" y="1381538"/>
                </a:cubicBezTo>
                <a:cubicBezTo>
                  <a:pt x="2695182" y="1381825"/>
                  <a:pt x="2695759" y="1383841"/>
                  <a:pt x="2695759" y="1385570"/>
                </a:cubicBezTo>
                <a:cubicBezTo>
                  <a:pt x="2695759" y="1388450"/>
                  <a:pt x="2694604" y="1389027"/>
                  <a:pt x="2692298" y="1387010"/>
                </a:cubicBezTo>
                <a:cubicBezTo>
                  <a:pt x="2688836" y="1384130"/>
                  <a:pt x="2686530" y="1384130"/>
                  <a:pt x="2685665" y="1389027"/>
                </a:cubicBezTo>
                <a:cubicBezTo>
                  <a:pt x="2685376" y="1390178"/>
                  <a:pt x="2684512" y="1391619"/>
                  <a:pt x="2683357" y="1390178"/>
                </a:cubicBezTo>
                <a:cubicBezTo>
                  <a:pt x="2679608" y="1386433"/>
                  <a:pt x="2677013" y="1388738"/>
                  <a:pt x="2674129" y="1391330"/>
                </a:cubicBezTo>
                <a:cubicBezTo>
                  <a:pt x="2673840" y="1391906"/>
                  <a:pt x="2672687" y="1391906"/>
                  <a:pt x="2672110" y="1391906"/>
                </a:cubicBezTo>
                <a:cubicBezTo>
                  <a:pt x="2665189" y="1387874"/>
                  <a:pt x="2658556" y="1383265"/>
                  <a:pt x="2651635" y="1378945"/>
                </a:cubicBezTo>
                <a:cubicBezTo>
                  <a:pt x="2648462" y="1376929"/>
                  <a:pt x="2646733" y="1371457"/>
                  <a:pt x="2645291" y="1367137"/>
                </a:cubicBezTo>
                <a:cubicBezTo>
                  <a:pt x="2644713" y="1365408"/>
                  <a:pt x="2645002" y="1363680"/>
                  <a:pt x="2643271" y="1362240"/>
                </a:cubicBezTo>
                <a:cubicBezTo>
                  <a:pt x="2641541" y="1360800"/>
                  <a:pt x="2641829" y="1359072"/>
                  <a:pt x="2642983" y="1357343"/>
                </a:cubicBezTo>
                <a:cubicBezTo>
                  <a:pt x="2643560" y="1356191"/>
                  <a:pt x="2644713" y="1354751"/>
                  <a:pt x="2643849" y="1353599"/>
                </a:cubicBezTo>
                <a:cubicBezTo>
                  <a:pt x="2640965" y="1350143"/>
                  <a:pt x="2640676" y="1347550"/>
                  <a:pt x="2645291" y="1345823"/>
                </a:cubicBezTo>
                <a:cubicBezTo>
                  <a:pt x="2646444" y="1345534"/>
                  <a:pt x="2646733" y="1343806"/>
                  <a:pt x="2645578" y="1342942"/>
                </a:cubicBezTo>
                <a:cubicBezTo>
                  <a:pt x="2641829" y="1339774"/>
                  <a:pt x="2645867" y="1338334"/>
                  <a:pt x="2646444" y="1336030"/>
                </a:cubicBezTo>
                <a:cubicBezTo>
                  <a:pt x="2648462" y="1328253"/>
                  <a:pt x="2657403" y="1330557"/>
                  <a:pt x="2660864" y="1324797"/>
                </a:cubicBezTo>
                <a:cubicBezTo>
                  <a:pt x="2662017" y="1322781"/>
                  <a:pt x="2667496" y="1324220"/>
                  <a:pt x="2670092" y="1324509"/>
                </a:cubicBezTo>
                <a:cubicBezTo>
                  <a:pt x="2673120" y="1324941"/>
                  <a:pt x="2676437" y="1324221"/>
                  <a:pt x="2679609" y="1324257"/>
                </a:cubicBezTo>
                <a:close/>
                <a:moveTo>
                  <a:pt x="466848" y="1320313"/>
                </a:moveTo>
                <a:cubicBezTo>
                  <a:pt x="469992" y="1320348"/>
                  <a:pt x="472992" y="1321133"/>
                  <a:pt x="475421" y="1324559"/>
                </a:cubicBezTo>
                <a:cubicBezTo>
                  <a:pt x="476280" y="1325701"/>
                  <a:pt x="477994" y="1327128"/>
                  <a:pt x="480282" y="1327128"/>
                </a:cubicBezTo>
                <a:cubicBezTo>
                  <a:pt x="483424" y="1326842"/>
                  <a:pt x="485140" y="1328556"/>
                  <a:pt x="485711" y="1331694"/>
                </a:cubicBezTo>
                <a:cubicBezTo>
                  <a:pt x="486283" y="1333693"/>
                  <a:pt x="487712" y="1334834"/>
                  <a:pt x="489140" y="1336262"/>
                </a:cubicBezTo>
                <a:cubicBezTo>
                  <a:pt x="492857" y="1339687"/>
                  <a:pt x="494572" y="1343683"/>
                  <a:pt x="493142" y="1348821"/>
                </a:cubicBezTo>
                <a:cubicBezTo>
                  <a:pt x="492285" y="1351675"/>
                  <a:pt x="493142" y="1354816"/>
                  <a:pt x="496000" y="1356528"/>
                </a:cubicBezTo>
                <a:cubicBezTo>
                  <a:pt x="496000" y="1357670"/>
                  <a:pt x="496000" y="1358812"/>
                  <a:pt x="496000" y="1359953"/>
                </a:cubicBezTo>
                <a:cubicBezTo>
                  <a:pt x="493428" y="1361380"/>
                  <a:pt x="492285" y="1363094"/>
                  <a:pt x="492571" y="1366804"/>
                </a:cubicBezTo>
                <a:cubicBezTo>
                  <a:pt x="492857" y="1371942"/>
                  <a:pt x="490571" y="1375938"/>
                  <a:pt x="484854" y="1377080"/>
                </a:cubicBezTo>
                <a:cubicBezTo>
                  <a:pt x="482282" y="1377365"/>
                  <a:pt x="482854" y="1379362"/>
                  <a:pt x="482854" y="1381076"/>
                </a:cubicBezTo>
                <a:cubicBezTo>
                  <a:pt x="482854" y="1383930"/>
                  <a:pt x="481710" y="1384501"/>
                  <a:pt x="479423" y="1382503"/>
                </a:cubicBezTo>
                <a:cubicBezTo>
                  <a:pt x="475993" y="1379649"/>
                  <a:pt x="473707" y="1379649"/>
                  <a:pt x="472849" y="1384501"/>
                </a:cubicBezTo>
                <a:cubicBezTo>
                  <a:pt x="472565" y="1385643"/>
                  <a:pt x="471707" y="1387071"/>
                  <a:pt x="470563" y="1385643"/>
                </a:cubicBezTo>
                <a:cubicBezTo>
                  <a:pt x="466848" y="1381932"/>
                  <a:pt x="464276" y="1384216"/>
                  <a:pt x="461418" y="1386785"/>
                </a:cubicBezTo>
                <a:cubicBezTo>
                  <a:pt x="461131" y="1387356"/>
                  <a:pt x="459988" y="1387356"/>
                  <a:pt x="459417" y="1387356"/>
                </a:cubicBezTo>
                <a:cubicBezTo>
                  <a:pt x="452557" y="1383360"/>
                  <a:pt x="445984" y="1378793"/>
                  <a:pt x="439125" y="1374512"/>
                </a:cubicBezTo>
                <a:cubicBezTo>
                  <a:pt x="435981" y="1372513"/>
                  <a:pt x="434266" y="1367090"/>
                  <a:pt x="432837" y="1362809"/>
                </a:cubicBezTo>
                <a:cubicBezTo>
                  <a:pt x="432266" y="1361096"/>
                  <a:pt x="432551" y="1359383"/>
                  <a:pt x="430836" y="1357955"/>
                </a:cubicBezTo>
                <a:cubicBezTo>
                  <a:pt x="429121" y="1356528"/>
                  <a:pt x="429407" y="1354816"/>
                  <a:pt x="430551" y="1353102"/>
                </a:cubicBezTo>
                <a:cubicBezTo>
                  <a:pt x="431123" y="1351961"/>
                  <a:pt x="432266" y="1350534"/>
                  <a:pt x="431408" y="1349392"/>
                </a:cubicBezTo>
                <a:cubicBezTo>
                  <a:pt x="428550" y="1345967"/>
                  <a:pt x="428264" y="1343397"/>
                  <a:pt x="432837" y="1341685"/>
                </a:cubicBezTo>
                <a:cubicBezTo>
                  <a:pt x="433981" y="1341399"/>
                  <a:pt x="434266" y="1339687"/>
                  <a:pt x="433123" y="1338832"/>
                </a:cubicBezTo>
                <a:cubicBezTo>
                  <a:pt x="429407" y="1335691"/>
                  <a:pt x="433409" y="1334264"/>
                  <a:pt x="433981" y="1331981"/>
                </a:cubicBezTo>
                <a:cubicBezTo>
                  <a:pt x="435981" y="1324274"/>
                  <a:pt x="444841" y="1326557"/>
                  <a:pt x="448271" y="1320848"/>
                </a:cubicBezTo>
                <a:cubicBezTo>
                  <a:pt x="449415" y="1318850"/>
                  <a:pt x="454845" y="1320278"/>
                  <a:pt x="457416" y="1320563"/>
                </a:cubicBezTo>
                <a:cubicBezTo>
                  <a:pt x="460417" y="1320990"/>
                  <a:pt x="463704" y="1320277"/>
                  <a:pt x="466848" y="1320313"/>
                </a:cubicBezTo>
                <a:close/>
                <a:moveTo>
                  <a:pt x="12191438" y="1309133"/>
                </a:moveTo>
                <a:lnTo>
                  <a:pt x="12192528" y="1309308"/>
                </a:lnTo>
                <a:lnTo>
                  <a:pt x="12192528" y="1309531"/>
                </a:lnTo>
                <a:close/>
                <a:moveTo>
                  <a:pt x="2199973" y="1302827"/>
                </a:moveTo>
                <a:cubicBezTo>
                  <a:pt x="2202925" y="1302860"/>
                  <a:pt x="2205742" y="1303598"/>
                  <a:pt x="2208023" y="1306814"/>
                </a:cubicBezTo>
                <a:cubicBezTo>
                  <a:pt x="2208829" y="1307886"/>
                  <a:pt x="2210439" y="1309227"/>
                  <a:pt x="2212587" y="1309227"/>
                </a:cubicBezTo>
                <a:cubicBezTo>
                  <a:pt x="2215538" y="1308959"/>
                  <a:pt x="2217149" y="1310567"/>
                  <a:pt x="2217685" y="1313514"/>
                </a:cubicBezTo>
                <a:cubicBezTo>
                  <a:pt x="2218222" y="1315391"/>
                  <a:pt x="2219564" y="1316463"/>
                  <a:pt x="2220905" y="1317803"/>
                </a:cubicBezTo>
                <a:cubicBezTo>
                  <a:pt x="2224395" y="1321019"/>
                  <a:pt x="2226005" y="1324771"/>
                  <a:pt x="2224662" y="1329596"/>
                </a:cubicBezTo>
                <a:cubicBezTo>
                  <a:pt x="2223858" y="1332277"/>
                  <a:pt x="2224662" y="1335225"/>
                  <a:pt x="2227346" y="1336833"/>
                </a:cubicBezTo>
                <a:cubicBezTo>
                  <a:pt x="2227346" y="1337906"/>
                  <a:pt x="2227346" y="1338977"/>
                  <a:pt x="2227346" y="1340049"/>
                </a:cubicBezTo>
                <a:cubicBezTo>
                  <a:pt x="2224931" y="1341390"/>
                  <a:pt x="2223858" y="1342998"/>
                  <a:pt x="2224126" y="1346482"/>
                </a:cubicBezTo>
                <a:cubicBezTo>
                  <a:pt x="2224395" y="1351307"/>
                  <a:pt x="2222247" y="1355059"/>
                  <a:pt x="2216880" y="1356131"/>
                </a:cubicBezTo>
                <a:cubicBezTo>
                  <a:pt x="2214465" y="1356399"/>
                  <a:pt x="2215001" y="1358275"/>
                  <a:pt x="2215001" y="1359883"/>
                </a:cubicBezTo>
                <a:cubicBezTo>
                  <a:pt x="2215001" y="1362564"/>
                  <a:pt x="2213928" y="1363099"/>
                  <a:pt x="2211781" y="1361223"/>
                </a:cubicBezTo>
                <a:cubicBezTo>
                  <a:pt x="2208560" y="1358544"/>
                  <a:pt x="2206413" y="1358544"/>
                  <a:pt x="2205608" y="1363099"/>
                </a:cubicBezTo>
                <a:cubicBezTo>
                  <a:pt x="2205341" y="1364172"/>
                  <a:pt x="2204535" y="1365512"/>
                  <a:pt x="2203461" y="1364172"/>
                </a:cubicBezTo>
                <a:cubicBezTo>
                  <a:pt x="2199973" y="1360688"/>
                  <a:pt x="2197558" y="1362831"/>
                  <a:pt x="2194874" y="1365244"/>
                </a:cubicBezTo>
                <a:cubicBezTo>
                  <a:pt x="2194605" y="1365780"/>
                  <a:pt x="2193531" y="1365780"/>
                  <a:pt x="2192995" y="1365780"/>
                </a:cubicBezTo>
                <a:cubicBezTo>
                  <a:pt x="2186554" y="1362028"/>
                  <a:pt x="2180382" y="1357739"/>
                  <a:pt x="2173941" y="1353719"/>
                </a:cubicBezTo>
                <a:cubicBezTo>
                  <a:pt x="2170989" y="1351842"/>
                  <a:pt x="2169378" y="1346750"/>
                  <a:pt x="2168037" y="1342730"/>
                </a:cubicBezTo>
                <a:cubicBezTo>
                  <a:pt x="2167500" y="1341122"/>
                  <a:pt x="2167768" y="1339514"/>
                  <a:pt x="2166158" y="1338173"/>
                </a:cubicBezTo>
                <a:cubicBezTo>
                  <a:pt x="2164547" y="1336833"/>
                  <a:pt x="2164816" y="1335225"/>
                  <a:pt x="2165890" y="1333617"/>
                </a:cubicBezTo>
                <a:cubicBezTo>
                  <a:pt x="2166427" y="1332544"/>
                  <a:pt x="2167500" y="1331204"/>
                  <a:pt x="2166695" y="1330133"/>
                </a:cubicBezTo>
                <a:cubicBezTo>
                  <a:pt x="2164011" y="1326916"/>
                  <a:pt x="2163743" y="1324504"/>
                  <a:pt x="2168037" y="1322895"/>
                </a:cubicBezTo>
                <a:cubicBezTo>
                  <a:pt x="2169111" y="1322628"/>
                  <a:pt x="2169378" y="1321019"/>
                  <a:pt x="2168305" y="1320216"/>
                </a:cubicBezTo>
                <a:cubicBezTo>
                  <a:pt x="2164816" y="1317267"/>
                  <a:pt x="2168574" y="1315927"/>
                  <a:pt x="2169111" y="1313783"/>
                </a:cubicBezTo>
                <a:cubicBezTo>
                  <a:pt x="2170989" y="1306546"/>
                  <a:pt x="2179308" y="1308690"/>
                  <a:pt x="2182529" y="1303330"/>
                </a:cubicBezTo>
                <a:cubicBezTo>
                  <a:pt x="2183603" y="1301454"/>
                  <a:pt x="2188701" y="1302794"/>
                  <a:pt x="2191116" y="1303062"/>
                </a:cubicBezTo>
                <a:cubicBezTo>
                  <a:pt x="2193934" y="1303464"/>
                  <a:pt x="2197021" y="1302793"/>
                  <a:pt x="2199973" y="1302827"/>
                </a:cubicBezTo>
                <a:close/>
                <a:moveTo>
                  <a:pt x="8123738" y="1295917"/>
                </a:moveTo>
                <a:lnTo>
                  <a:pt x="8118487" y="1298762"/>
                </a:lnTo>
                <a:cubicBezTo>
                  <a:pt x="8110368" y="1303075"/>
                  <a:pt x="8102756" y="1307224"/>
                  <a:pt x="8096071" y="1311213"/>
                </a:cubicBezTo>
                <a:lnTo>
                  <a:pt x="8089514" y="1315681"/>
                </a:lnTo>
                <a:close/>
                <a:moveTo>
                  <a:pt x="5839320" y="1269662"/>
                </a:moveTo>
                <a:lnTo>
                  <a:pt x="5849364" y="1270271"/>
                </a:lnTo>
                <a:cubicBezTo>
                  <a:pt x="5849364" y="1270271"/>
                  <a:pt x="5849364" y="1270271"/>
                  <a:pt x="5844952" y="1270271"/>
                </a:cubicBezTo>
                <a:cubicBezTo>
                  <a:pt x="5840538" y="1270271"/>
                  <a:pt x="5840538" y="1270271"/>
                  <a:pt x="5840538" y="1270271"/>
                </a:cubicBezTo>
                <a:close/>
                <a:moveTo>
                  <a:pt x="8260284" y="1261482"/>
                </a:moveTo>
                <a:cubicBezTo>
                  <a:pt x="8099248" y="1330563"/>
                  <a:pt x="7953433" y="1430147"/>
                  <a:pt x="7803694" y="1518508"/>
                </a:cubicBezTo>
                <a:lnTo>
                  <a:pt x="7802681" y="1516829"/>
                </a:lnTo>
                <a:lnTo>
                  <a:pt x="7767484" y="1549228"/>
                </a:lnTo>
                <a:cubicBezTo>
                  <a:pt x="7732212" y="1578584"/>
                  <a:pt x="7702306" y="1610681"/>
                  <a:pt x="7676563" y="1627987"/>
                </a:cubicBezTo>
                <a:cubicBezTo>
                  <a:pt x="7681934" y="1630726"/>
                  <a:pt x="7677881" y="1632040"/>
                  <a:pt x="7671090" y="1638722"/>
                </a:cubicBezTo>
                <a:cubicBezTo>
                  <a:pt x="7673829" y="1633355"/>
                  <a:pt x="7672512" y="1629302"/>
                  <a:pt x="7669773" y="1634671"/>
                </a:cubicBezTo>
                <a:cubicBezTo>
                  <a:pt x="7667038" y="1640038"/>
                  <a:pt x="7620918" y="1677390"/>
                  <a:pt x="7630342" y="1678814"/>
                </a:cubicBezTo>
                <a:cubicBezTo>
                  <a:pt x="7614021" y="1697545"/>
                  <a:pt x="7604598" y="1696122"/>
                  <a:pt x="7604598" y="1696122"/>
                </a:cubicBezTo>
                <a:cubicBezTo>
                  <a:pt x="7592331" y="1713538"/>
                  <a:pt x="7605913" y="1700174"/>
                  <a:pt x="7611280" y="1702913"/>
                </a:cubicBezTo>
                <a:cubicBezTo>
                  <a:pt x="7594959" y="1721645"/>
                  <a:pt x="7594959" y="1721645"/>
                  <a:pt x="7594959" y="1721645"/>
                </a:cubicBezTo>
                <a:cubicBezTo>
                  <a:pt x="7599122" y="1706856"/>
                  <a:pt x="7585540" y="1720220"/>
                  <a:pt x="7581487" y="1721535"/>
                </a:cubicBezTo>
                <a:cubicBezTo>
                  <a:pt x="7571848" y="1747057"/>
                  <a:pt x="7531208" y="1773676"/>
                  <a:pt x="7507986" y="1812562"/>
                </a:cubicBezTo>
                <a:cubicBezTo>
                  <a:pt x="7503933" y="1813876"/>
                  <a:pt x="7505250" y="1817929"/>
                  <a:pt x="7501198" y="1819243"/>
                </a:cubicBezTo>
                <a:cubicBezTo>
                  <a:pt x="7497145" y="1820559"/>
                  <a:pt x="7498458" y="1824612"/>
                  <a:pt x="7498458" y="1824612"/>
                </a:cubicBezTo>
                <a:cubicBezTo>
                  <a:pt x="7495720" y="1829979"/>
                  <a:pt x="7499773" y="1828664"/>
                  <a:pt x="7502513" y="1823297"/>
                </a:cubicBezTo>
                <a:cubicBezTo>
                  <a:pt x="7502513" y="1823297"/>
                  <a:pt x="7502513" y="1823297"/>
                  <a:pt x="7506564" y="1821982"/>
                </a:cubicBezTo>
                <a:cubicBezTo>
                  <a:pt x="7475241" y="1863498"/>
                  <a:pt x="7453549" y="1879491"/>
                  <a:pt x="7426279" y="1919691"/>
                </a:cubicBezTo>
                <a:cubicBezTo>
                  <a:pt x="7420913" y="1916953"/>
                  <a:pt x="7418174" y="1922321"/>
                  <a:pt x="7412805" y="1919582"/>
                </a:cubicBezTo>
                <a:lnTo>
                  <a:pt x="7371706" y="1978466"/>
                </a:lnTo>
                <a:lnTo>
                  <a:pt x="7377643" y="1988410"/>
                </a:lnTo>
                <a:lnTo>
                  <a:pt x="7408533" y="1947843"/>
                </a:lnTo>
                <a:cubicBezTo>
                  <a:pt x="7412586" y="1946529"/>
                  <a:pt x="7423432" y="1938532"/>
                  <a:pt x="7423432" y="1938532"/>
                </a:cubicBezTo>
                <a:cubicBezTo>
                  <a:pt x="7442490" y="1914433"/>
                  <a:pt x="7460234" y="1886281"/>
                  <a:pt x="7476552" y="1867550"/>
                </a:cubicBezTo>
                <a:cubicBezTo>
                  <a:pt x="7480604" y="1866235"/>
                  <a:pt x="7477866" y="1871603"/>
                  <a:pt x="7484657" y="1864921"/>
                </a:cubicBezTo>
                <a:cubicBezTo>
                  <a:pt x="7480604" y="1866235"/>
                  <a:pt x="7483346" y="1860870"/>
                  <a:pt x="7482028" y="1856816"/>
                </a:cubicBezTo>
                <a:cubicBezTo>
                  <a:pt x="7507878" y="1826035"/>
                  <a:pt x="7536357" y="1803360"/>
                  <a:pt x="7559467" y="1777947"/>
                </a:cubicBezTo>
                <a:cubicBezTo>
                  <a:pt x="7556729" y="1783314"/>
                  <a:pt x="7552677" y="1784629"/>
                  <a:pt x="7549940" y="1789996"/>
                </a:cubicBezTo>
                <a:cubicBezTo>
                  <a:pt x="7534932" y="1812780"/>
                  <a:pt x="7518612" y="1831512"/>
                  <a:pt x="7525405" y="1824830"/>
                </a:cubicBezTo>
                <a:cubicBezTo>
                  <a:pt x="7509084" y="1843561"/>
                  <a:pt x="7491340" y="1871712"/>
                  <a:pt x="7479071" y="1889129"/>
                </a:cubicBezTo>
                <a:cubicBezTo>
                  <a:pt x="7476335" y="1894497"/>
                  <a:pt x="7476335" y="1894497"/>
                  <a:pt x="7472282" y="1895812"/>
                </a:cubicBezTo>
                <a:cubicBezTo>
                  <a:pt x="7473705" y="1886390"/>
                  <a:pt x="7466808" y="1906546"/>
                  <a:pt x="7464177" y="1898440"/>
                </a:cubicBezTo>
                <a:cubicBezTo>
                  <a:pt x="7458702" y="1909175"/>
                  <a:pt x="7453223" y="1919910"/>
                  <a:pt x="7450485" y="1925278"/>
                </a:cubicBezTo>
                <a:cubicBezTo>
                  <a:pt x="7440958" y="1937326"/>
                  <a:pt x="7434165" y="1944009"/>
                  <a:pt x="7428687" y="1954743"/>
                </a:cubicBezTo>
                <a:cubicBezTo>
                  <a:pt x="7412360" y="1973474"/>
                  <a:pt x="7391997" y="1993521"/>
                  <a:pt x="7385207" y="2000202"/>
                </a:cubicBezTo>
                <a:cubicBezTo>
                  <a:pt x="7387232" y="1999545"/>
                  <a:pt x="7387561" y="2000558"/>
                  <a:pt x="7387380" y="2001736"/>
                </a:cubicBezTo>
                <a:lnTo>
                  <a:pt x="7386735" y="2003634"/>
                </a:lnTo>
                <a:lnTo>
                  <a:pt x="7396409" y="2019844"/>
                </a:lnTo>
                <a:lnTo>
                  <a:pt x="7462534" y="1934806"/>
                </a:lnTo>
                <a:cubicBezTo>
                  <a:pt x="7469327" y="1928125"/>
                  <a:pt x="7484221" y="1918813"/>
                  <a:pt x="7481591" y="1910708"/>
                </a:cubicBezTo>
                <a:cubicBezTo>
                  <a:pt x="7481591" y="1910708"/>
                  <a:pt x="7481591" y="1910708"/>
                  <a:pt x="7485646" y="1909393"/>
                </a:cubicBezTo>
                <a:cubicBezTo>
                  <a:pt x="7489697" y="1908079"/>
                  <a:pt x="7492435" y="1902712"/>
                  <a:pt x="7496487" y="1901397"/>
                </a:cubicBezTo>
                <a:cubicBezTo>
                  <a:pt x="7496487" y="1901397"/>
                  <a:pt x="7499228" y="1896029"/>
                  <a:pt x="7499228" y="1896029"/>
                </a:cubicBezTo>
                <a:cubicBezTo>
                  <a:pt x="7499228" y="1896029"/>
                  <a:pt x="7495175" y="1897344"/>
                  <a:pt x="7495175" y="1897344"/>
                </a:cubicBezTo>
                <a:cubicBezTo>
                  <a:pt x="7511494" y="1878613"/>
                  <a:pt x="7527814" y="1859882"/>
                  <a:pt x="7544135" y="1841151"/>
                </a:cubicBezTo>
                <a:cubicBezTo>
                  <a:pt x="7583568" y="1797006"/>
                  <a:pt x="7583568" y="1797006"/>
                  <a:pt x="7583568" y="1797006"/>
                </a:cubicBezTo>
                <a:lnTo>
                  <a:pt x="7585733" y="1794876"/>
                </a:lnTo>
                <a:lnTo>
                  <a:pt x="7586554" y="1793880"/>
                </a:lnTo>
                <a:lnTo>
                  <a:pt x="7661003" y="1718541"/>
                </a:lnTo>
                <a:lnTo>
                  <a:pt x="7661013" y="1718136"/>
                </a:lnTo>
                <a:lnTo>
                  <a:pt x="7670454" y="1708976"/>
                </a:lnTo>
                <a:lnTo>
                  <a:pt x="7788388" y="1589632"/>
                </a:lnTo>
                <a:cubicBezTo>
                  <a:pt x="7932218" y="1460136"/>
                  <a:pt x="8087344" y="1349920"/>
                  <a:pt x="8260284" y="1261482"/>
                </a:cubicBezTo>
                <a:close/>
                <a:moveTo>
                  <a:pt x="12104980" y="1249920"/>
                </a:moveTo>
                <a:lnTo>
                  <a:pt x="12105097" y="1250254"/>
                </a:lnTo>
                <a:lnTo>
                  <a:pt x="12104628" y="1250151"/>
                </a:lnTo>
                <a:close/>
                <a:moveTo>
                  <a:pt x="8417266" y="1232514"/>
                </a:moveTo>
                <a:lnTo>
                  <a:pt x="8411559" y="1234786"/>
                </a:lnTo>
                <a:lnTo>
                  <a:pt x="8410022" y="1237798"/>
                </a:lnTo>
                <a:cubicBezTo>
                  <a:pt x="8414074" y="1236484"/>
                  <a:pt x="8418129" y="1235169"/>
                  <a:pt x="8418129" y="1235169"/>
                </a:cubicBezTo>
                <a:close/>
                <a:moveTo>
                  <a:pt x="2911864" y="1232309"/>
                </a:moveTo>
                <a:cubicBezTo>
                  <a:pt x="2898331" y="1241075"/>
                  <a:pt x="2871803" y="1274270"/>
                  <a:pt x="2863322" y="1295774"/>
                </a:cubicBezTo>
                <a:lnTo>
                  <a:pt x="2850587" y="1310351"/>
                </a:lnTo>
                <a:lnTo>
                  <a:pt x="2852691" y="1311805"/>
                </a:lnTo>
                <a:cubicBezTo>
                  <a:pt x="2857783" y="1313768"/>
                  <a:pt x="2862737" y="1314142"/>
                  <a:pt x="2867409" y="1313020"/>
                </a:cubicBezTo>
                <a:cubicBezTo>
                  <a:pt x="2876754" y="1310776"/>
                  <a:pt x="2884978" y="1302549"/>
                  <a:pt x="2890959" y="1289088"/>
                </a:cubicBezTo>
                <a:cubicBezTo>
                  <a:pt x="2896940" y="1274132"/>
                  <a:pt x="2899930" y="1259174"/>
                  <a:pt x="2905911" y="1244216"/>
                </a:cubicBezTo>
                <a:lnTo>
                  <a:pt x="2911933" y="1233374"/>
                </a:lnTo>
                <a:close/>
                <a:moveTo>
                  <a:pt x="2155643" y="1216915"/>
                </a:moveTo>
                <a:cubicBezTo>
                  <a:pt x="2158788" y="1216951"/>
                  <a:pt x="2161788" y="1217736"/>
                  <a:pt x="2164217" y="1221161"/>
                </a:cubicBezTo>
                <a:cubicBezTo>
                  <a:pt x="2165075" y="1222303"/>
                  <a:pt x="2166790" y="1223730"/>
                  <a:pt x="2169076" y="1223730"/>
                </a:cubicBezTo>
                <a:cubicBezTo>
                  <a:pt x="2172220" y="1223445"/>
                  <a:pt x="2173936" y="1225158"/>
                  <a:pt x="2174507" y="1228297"/>
                </a:cubicBezTo>
                <a:cubicBezTo>
                  <a:pt x="2175078" y="1230296"/>
                  <a:pt x="2176507" y="1231437"/>
                  <a:pt x="2177936" y="1232864"/>
                </a:cubicBezTo>
                <a:cubicBezTo>
                  <a:pt x="2181651" y="1236290"/>
                  <a:pt x="2183367" y="1240285"/>
                  <a:pt x="2181937" y="1245423"/>
                </a:cubicBezTo>
                <a:cubicBezTo>
                  <a:pt x="2181080" y="1248278"/>
                  <a:pt x="2181937" y="1251418"/>
                  <a:pt x="2184795" y="1253130"/>
                </a:cubicBezTo>
                <a:cubicBezTo>
                  <a:pt x="2184795" y="1254273"/>
                  <a:pt x="2184795" y="1255413"/>
                  <a:pt x="2184795" y="1256556"/>
                </a:cubicBezTo>
                <a:cubicBezTo>
                  <a:pt x="2182223" y="1257983"/>
                  <a:pt x="2181080" y="1259696"/>
                  <a:pt x="2181366" y="1263406"/>
                </a:cubicBezTo>
                <a:cubicBezTo>
                  <a:pt x="2181651" y="1268545"/>
                  <a:pt x="2179365" y="1272540"/>
                  <a:pt x="2173649" y="1273682"/>
                </a:cubicBezTo>
                <a:cubicBezTo>
                  <a:pt x="2171077" y="1273967"/>
                  <a:pt x="2171648" y="1275965"/>
                  <a:pt x="2171648" y="1277678"/>
                </a:cubicBezTo>
                <a:cubicBezTo>
                  <a:pt x="2171648" y="1280533"/>
                  <a:pt x="2170505" y="1281103"/>
                  <a:pt x="2168219" y="1279105"/>
                </a:cubicBezTo>
                <a:cubicBezTo>
                  <a:pt x="2164789" y="1276252"/>
                  <a:pt x="2162502" y="1276252"/>
                  <a:pt x="2161645" y="1281103"/>
                </a:cubicBezTo>
                <a:cubicBezTo>
                  <a:pt x="2161359" y="1282245"/>
                  <a:pt x="2160502" y="1283673"/>
                  <a:pt x="2159358" y="1282245"/>
                </a:cubicBezTo>
                <a:cubicBezTo>
                  <a:pt x="2155644" y="1278535"/>
                  <a:pt x="2153072" y="1280818"/>
                  <a:pt x="2150213" y="1283387"/>
                </a:cubicBezTo>
                <a:cubicBezTo>
                  <a:pt x="2149927" y="1283958"/>
                  <a:pt x="2148783" y="1283958"/>
                  <a:pt x="2148211" y="1283958"/>
                </a:cubicBezTo>
                <a:cubicBezTo>
                  <a:pt x="2141353" y="1279962"/>
                  <a:pt x="2134780" y="1275394"/>
                  <a:pt x="2127919" y="1271113"/>
                </a:cubicBezTo>
                <a:cubicBezTo>
                  <a:pt x="2124777" y="1269114"/>
                  <a:pt x="2123061" y="1263691"/>
                  <a:pt x="2121633" y="1259410"/>
                </a:cubicBezTo>
                <a:cubicBezTo>
                  <a:pt x="2121061" y="1257698"/>
                  <a:pt x="2121346" y="1255985"/>
                  <a:pt x="2119632" y="1254558"/>
                </a:cubicBezTo>
                <a:cubicBezTo>
                  <a:pt x="2117916" y="1253130"/>
                  <a:pt x="2118203" y="1251418"/>
                  <a:pt x="2119346" y="1249705"/>
                </a:cubicBezTo>
                <a:cubicBezTo>
                  <a:pt x="2119918" y="1248564"/>
                  <a:pt x="2121061" y="1247135"/>
                  <a:pt x="2120203" y="1245995"/>
                </a:cubicBezTo>
                <a:cubicBezTo>
                  <a:pt x="2117345" y="1242570"/>
                  <a:pt x="2117060" y="1240000"/>
                  <a:pt x="2121633" y="1238288"/>
                </a:cubicBezTo>
                <a:cubicBezTo>
                  <a:pt x="2122776" y="1238002"/>
                  <a:pt x="2123061" y="1236290"/>
                  <a:pt x="2121918" y="1235433"/>
                </a:cubicBezTo>
                <a:cubicBezTo>
                  <a:pt x="2118203" y="1232294"/>
                  <a:pt x="2122205" y="1230866"/>
                  <a:pt x="2122776" y="1228582"/>
                </a:cubicBezTo>
                <a:cubicBezTo>
                  <a:pt x="2124777" y="1220875"/>
                  <a:pt x="2133636" y="1223159"/>
                  <a:pt x="2137066" y="1217450"/>
                </a:cubicBezTo>
                <a:cubicBezTo>
                  <a:pt x="2138209" y="1215452"/>
                  <a:pt x="2143639" y="1216880"/>
                  <a:pt x="2146211" y="1217165"/>
                </a:cubicBezTo>
                <a:cubicBezTo>
                  <a:pt x="2149212" y="1217593"/>
                  <a:pt x="2152500" y="1216880"/>
                  <a:pt x="2155643" y="1216915"/>
                </a:cubicBezTo>
                <a:close/>
                <a:moveTo>
                  <a:pt x="8275194" y="1215563"/>
                </a:moveTo>
                <a:lnTo>
                  <a:pt x="8263740" y="1220296"/>
                </a:lnTo>
                <a:cubicBezTo>
                  <a:pt x="8254207" y="1224787"/>
                  <a:pt x="8243763" y="1230134"/>
                  <a:pt x="8233022" y="1235857"/>
                </a:cubicBezTo>
                <a:lnTo>
                  <a:pt x="8211486" y="1247811"/>
                </a:lnTo>
                <a:close/>
                <a:moveTo>
                  <a:pt x="7487079" y="1209056"/>
                </a:moveTo>
                <a:lnTo>
                  <a:pt x="7486867" y="1209417"/>
                </a:lnTo>
                <a:lnTo>
                  <a:pt x="7486613" y="1209167"/>
                </a:lnTo>
                <a:close/>
                <a:moveTo>
                  <a:pt x="1563784" y="1205899"/>
                </a:moveTo>
                <a:lnTo>
                  <a:pt x="1563518" y="1206342"/>
                </a:lnTo>
                <a:lnTo>
                  <a:pt x="1563209" y="1206035"/>
                </a:lnTo>
                <a:close/>
                <a:moveTo>
                  <a:pt x="4781344" y="1199658"/>
                </a:moveTo>
                <a:cubicBezTo>
                  <a:pt x="4781344" y="1199658"/>
                  <a:pt x="4781344" y="1199658"/>
                  <a:pt x="4785755" y="1199658"/>
                </a:cubicBezTo>
                <a:cubicBezTo>
                  <a:pt x="4790168" y="1199658"/>
                  <a:pt x="4790168" y="1199658"/>
                  <a:pt x="4790168" y="1199658"/>
                </a:cubicBezTo>
                <a:lnTo>
                  <a:pt x="4794583" y="1199658"/>
                </a:lnTo>
                <a:cubicBezTo>
                  <a:pt x="4794583" y="1199658"/>
                  <a:pt x="4790168" y="1199658"/>
                  <a:pt x="4785755" y="1204071"/>
                </a:cubicBezTo>
                <a:cubicBezTo>
                  <a:pt x="4776928" y="1204071"/>
                  <a:pt x="4772515" y="1204071"/>
                  <a:pt x="4768102" y="1204071"/>
                </a:cubicBezTo>
                <a:cubicBezTo>
                  <a:pt x="4772515" y="1199658"/>
                  <a:pt x="4776928" y="1199658"/>
                  <a:pt x="4781344" y="1199658"/>
                </a:cubicBezTo>
                <a:close/>
                <a:moveTo>
                  <a:pt x="62800" y="1178205"/>
                </a:moveTo>
                <a:cubicBezTo>
                  <a:pt x="66542" y="1179032"/>
                  <a:pt x="69869" y="1179861"/>
                  <a:pt x="73611" y="1179861"/>
                </a:cubicBezTo>
                <a:cubicBezTo>
                  <a:pt x="77354" y="1179861"/>
                  <a:pt x="81096" y="1182346"/>
                  <a:pt x="82760" y="1185657"/>
                </a:cubicBezTo>
                <a:cubicBezTo>
                  <a:pt x="84006" y="1188554"/>
                  <a:pt x="85254" y="1190212"/>
                  <a:pt x="87750" y="1191452"/>
                </a:cubicBezTo>
                <a:cubicBezTo>
                  <a:pt x="87750" y="1196420"/>
                  <a:pt x="87750" y="1201388"/>
                  <a:pt x="87750" y="1206355"/>
                </a:cubicBezTo>
                <a:cubicBezTo>
                  <a:pt x="83591" y="1208426"/>
                  <a:pt x="80265" y="1211737"/>
                  <a:pt x="78601" y="1215463"/>
                </a:cubicBezTo>
                <a:cubicBezTo>
                  <a:pt x="76522" y="1218775"/>
                  <a:pt x="74859" y="1222500"/>
                  <a:pt x="72779" y="1226227"/>
                </a:cubicBezTo>
                <a:cubicBezTo>
                  <a:pt x="70700" y="1229539"/>
                  <a:pt x="68621" y="1233264"/>
                  <a:pt x="68205" y="1237405"/>
                </a:cubicBezTo>
                <a:cubicBezTo>
                  <a:pt x="67373" y="1241130"/>
                  <a:pt x="64879" y="1242786"/>
                  <a:pt x="61967" y="1244856"/>
                </a:cubicBezTo>
                <a:cubicBezTo>
                  <a:pt x="59056" y="1246926"/>
                  <a:pt x="54897" y="1246511"/>
                  <a:pt x="52820" y="1249409"/>
                </a:cubicBezTo>
                <a:cubicBezTo>
                  <a:pt x="49908" y="1249409"/>
                  <a:pt x="47413" y="1249409"/>
                  <a:pt x="44502" y="1249409"/>
                </a:cubicBezTo>
                <a:cubicBezTo>
                  <a:pt x="44502" y="1248167"/>
                  <a:pt x="44087" y="1247754"/>
                  <a:pt x="43255" y="1247754"/>
                </a:cubicBezTo>
                <a:cubicBezTo>
                  <a:pt x="37016" y="1247754"/>
                  <a:pt x="33690" y="1243614"/>
                  <a:pt x="31611" y="1238645"/>
                </a:cubicBezTo>
                <a:cubicBezTo>
                  <a:pt x="29532" y="1234093"/>
                  <a:pt x="27037" y="1229952"/>
                  <a:pt x="27868" y="1224571"/>
                </a:cubicBezTo>
                <a:cubicBezTo>
                  <a:pt x="29116" y="1218775"/>
                  <a:pt x="28700" y="1212565"/>
                  <a:pt x="33690" y="1208011"/>
                </a:cubicBezTo>
                <a:cubicBezTo>
                  <a:pt x="35353" y="1206355"/>
                  <a:pt x="37016" y="1205114"/>
                  <a:pt x="39927" y="1204286"/>
                </a:cubicBezTo>
                <a:cubicBezTo>
                  <a:pt x="44087" y="1203043"/>
                  <a:pt x="49076" y="1200973"/>
                  <a:pt x="47829" y="1194350"/>
                </a:cubicBezTo>
                <a:cubicBezTo>
                  <a:pt x="47413" y="1191866"/>
                  <a:pt x="49908" y="1191039"/>
                  <a:pt x="50324" y="1189796"/>
                </a:cubicBezTo>
                <a:cubicBezTo>
                  <a:pt x="52403" y="1183173"/>
                  <a:pt x="57393" y="1180275"/>
                  <a:pt x="62800" y="1178205"/>
                </a:cubicBezTo>
                <a:close/>
                <a:moveTo>
                  <a:pt x="1179814" y="1173359"/>
                </a:moveTo>
                <a:cubicBezTo>
                  <a:pt x="1183192" y="1173398"/>
                  <a:pt x="1186417" y="1174241"/>
                  <a:pt x="1189028" y="1177922"/>
                </a:cubicBezTo>
                <a:cubicBezTo>
                  <a:pt x="1189948" y="1179150"/>
                  <a:pt x="1191792" y="1180682"/>
                  <a:pt x="1194248" y="1180682"/>
                </a:cubicBezTo>
                <a:cubicBezTo>
                  <a:pt x="1197627" y="1180376"/>
                  <a:pt x="1199470" y="1182217"/>
                  <a:pt x="1200083" y="1185592"/>
                </a:cubicBezTo>
                <a:cubicBezTo>
                  <a:pt x="1200698" y="1187738"/>
                  <a:pt x="1202234" y="1188965"/>
                  <a:pt x="1203769" y="1190499"/>
                </a:cubicBezTo>
                <a:cubicBezTo>
                  <a:pt x="1207762" y="1194179"/>
                  <a:pt x="1209604" y="1198474"/>
                  <a:pt x="1208069" y="1203994"/>
                </a:cubicBezTo>
                <a:cubicBezTo>
                  <a:pt x="1207149" y="1207063"/>
                  <a:pt x="1208069" y="1210436"/>
                  <a:pt x="1211140" y="1212278"/>
                </a:cubicBezTo>
                <a:cubicBezTo>
                  <a:pt x="1211140" y="1213504"/>
                  <a:pt x="1211140" y="1214730"/>
                  <a:pt x="1211140" y="1215957"/>
                </a:cubicBezTo>
                <a:cubicBezTo>
                  <a:pt x="1208377" y="1217491"/>
                  <a:pt x="1207149" y="1219332"/>
                  <a:pt x="1207454" y="1223319"/>
                </a:cubicBezTo>
                <a:cubicBezTo>
                  <a:pt x="1207762" y="1228840"/>
                  <a:pt x="1205305" y="1233135"/>
                  <a:pt x="1199162" y="1234362"/>
                </a:cubicBezTo>
                <a:cubicBezTo>
                  <a:pt x="1196399" y="1234669"/>
                  <a:pt x="1197013" y="1236816"/>
                  <a:pt x="1197013" y="1238656"/>
                </a:cubicBezTo>
                <a:cubicBezTo>
                  <a:pt x="1197013" y="1241724"/>
                  <a:pt x="1195784" y="1242338"/>
                  <a:pt x="1193327" y="1240190"/>
                </a:cubicBezTo>
                <a:cubicBezTo>
                  <a:pt x="1189642" y="1237123"/>
                  <a:pt x="1187185" y="1237123"/>
                  <a:pt x="1186263" y="1242338"/>
                </a:cubicBezTo>
                <a:cubicBezTo>
                  <a:pt x="1185957" y="1243563"/>
                  <a:pt x="1185036" y="1245098"/>
                  <a:pt x="1183805" y="1243563"/>
                </a:cubicBezTo>
                <a:cubicBezTo>
                  <a:pt x="1179814" y="1239576"/>
                  <a:pt x="1177049" y="1242030"/>
                  <a:pt x="1173978" y="1244790"/>
                </a:cubicBezTo>
                <a:cubicBezTo>
                  <a:pt x="1173671" y="1245405"/>
                  <a:pt x="1172442" y="1245405"/>
                  <a:pt x="1171828" y="1245405"/>
                </a:cubicBezTo>
                <a:cubicBezTo>
                  <a:pt x="1164457" y="1241111"/>
                  <a:pt x="1157393" y="1236202"/>
                  <a:pt x="1150022" y="1231601"/>
                </a:cubicBezTo>
                <a:cubicBezTo>
                  <a:pt x="1146643" y="1229454"/>
                  <a:pt x="1144802" y="1223627"/>
                  <a:pt x="1143266" y="1219025"/>
                </a:cubicBezTo>
                <a:cubicBezTo>
                  <a:pt x="1142652" y="1217185"/>
                  <a:pt x="1142958" y="1215344"/>
                  <a:pt x="1141116" y="1213810"/>
                </a:cubicBezTo>
                <a:cubicBezTo>
                  <a:pt x="1139273" y="1212278"/>
                  <a:pt x="1139580" y="1210436"/>
                  <a:pt x="1140808" y="1208596"/>
                </a:cubicBezTo>
                <a:cubicBezTo>
                  <a:pt x="1141423" y="1207369"/>
                  <a:pt x="1142652" y="1205836"/>
                  <a:pt x="1141731" y="1204609"/>
                </a:cubicBezTo>
                <a:cubicBezTo>
                  <a:pt x="1138659" y="1200928"/>
                  <a:pt x="1138351" y="1198167"/>
                  <a:pt x="1143266" y="1196327"/>
                </a:cubicBezTo>
                <a:cubicBezTo>
                  <a:pt x="1144494" y="1196020"/>
                  <a:pt x="1144802" y="1194179"/>
                  <a:pt x="1143572" y="1193259"/>
                </a:cubicBezTo>
                <a:cubicBezTo>
                  <a:pt x="1139580" y="1189885"/>
                  <a:pt x="1143880" y="1188352"/>
                  <a:pt x="1144494" y="1185897"/>
                </a:cubicBezTo>
                <a:cubicBezTo>
                  <a:pt x="1146643" y="1177616"/>
                  <a:pt x="1156165" y="1180069"/>
                  <a:pt x="1159851" y="1173934"/>
                </a:cubicBezTo>
                <a:cubicBezTo>
                  <a:pt x="1161079" y="1171787"/>
                  <a:pt x="1166915" y="1173321"/>
                  <a:pt x="1169678" y="1173629"/>
                </a:cubicBezTo>
                <a:cubicBezTo>
                  <a:pt x="1172904" y="1174088"/>
                  <a:pt x="1176436" y="1173321"/>
                  <a:pt x="1179814" y="1173359"/>
                </a:cubicBezTo>
                <a:close/>
                <a:moveTo>
                  <a:pt x="1820575" y="1169389"/>
                </a:moveTo>
                <a:cubicBezTo>
                  <a:pt x="1824089" y="1170167"/>
                  <a:pt x="1827213" y="1170944"/>
                  <a:pt x="1830727" y="1170944"/>
                </a:cubicBezTo>
                <a:cubicBezTo>
                  <a:pt x="1834242" y="1170944"/>
                  <a:pt x="1837755" y="1173277"/>
                  <a:pt x="1839318" y="1176386"/>
                </a:cubicBezTo>
                <a:cubicBezTo>
                  <a:pt x="1840488" y="1179107"/>
                  <a:pt x="1841660" y="1180663"/>
                  <a:pt x="1844003" y="1181828"/>
                </a:cubicBezTo>
                <a:cubicBezTo>
                  <a:pt x="1844003" y="1186493"/>
                  <a:pt x="1844003" y="1191158"/>
                  <a:pt x="1844003" y="1195823"/>
                </a:cubicBezTo>
                <a:cubicBezTo>
                  <a:pt x="1840098" y="1197767"/>
                  <a:pt x="1836975" y="1200876"/>
                  <a:pt x="1835413" y="1204374"/>
                </a:cubicBezTo>
                <a:cubicBezTo>
                  <a:pt x="1833460" y="1207484"/>
                  <a:pt x="1831899" y="1210983"/>
                  <a:pt x="1829946" y="1214481"/>
                </a:cubicBezTo>
                <a:cubicBezTo>
                  <a:pt x="1827994" y="1217591"/>
                  <a:pt x="1826041" y="1221090"/>
                  <a:pt x="1825651" y="1224977"/>
                </a:cubicBezTo>
                <a:cubicBezTo>
                  <a:pt x="1824870" y="1228476"/>
                  <a:pt x="1822528" y="1230030"/>
                  <a:pt x="1819793" y="1231974"/>
                </a:cubicBezTo>
                <a:cubicBezTo>
                  <a:pt x="1817060" y="1233918"/>
                  <a:pt x="1813155" y="1233529"/>
                  <a:pt x="1811204" y="1236250"/>
                </a:cubicBezTo>
                <a:cubicBezTo>
                  <a:pt x="1808470" y="1236250"/>
                  <a:pt x="1806127" y="1236250"/>
                  <a:pt x="1803394" y="1236250"/>
                </a:cubicBezTo>
                <a:cubicBezTo>
                  <a:pt x="1803394" y="1235083"/>
                  <a:pt x="1803003" y="1234695"/>
                  <a:pt x="1802223" y="1234695"/>
                </a:cubicBezTo>
                <a:cubicBezTo>
                  <a:pt x="1796365" y="1234695"/>
                  <a:pt x="1793242" y="1230808"/>
                  <a:pt x="1791289" y="1226143"/>
                </a:cubicBezTo>
                <a:cubicBezTo>
                  <a:pt x="1789337" y="1221867"/>
                  <a:pt x="1786994" y="1217980"/>
                  <a:pt x="1787775" y="1212927"/>
                </a:cubicBezTo>
                <a:cubicBezTo>
                  <a:pt x="1788947" y="1207484"/>
                  <a:pt x="1788556" y="1201653"/>
                  <a:pt x="1793242" y="1197377"/>
                </a:cubicBezTo>
                <a:cubicBezTo>
                  <a:pt x="1794803" y="1195823"/>
                  <a:pt x="1796365" y="1194656"/>
                  <a:pt x="1799098" y="1193879"/>
                </a:cubicBezTo>
                <a:cubicBezTo>
                  <a:pt x="1803003" y="1192713"/>
                  <a:pt x="1807689" y="1190769"/>
                  <a:pt x="1806518" y="1184549"/>
                </a:cubicBezTo>
                <a:cubicBezTo>
                  <a:pt x="1806127" y="1182217"/>
                  <a:pt x="1808470" y="1181440"/>
                  <a:pt x="1808861" y="1180274"/>
                </a:cubicBezTo>
                <a:cubicBezTo>
                  <a:pt x="1810812" y="1174054"/>
                  <a:pt x="1815498" y="1171333"/>
                  <a:pt x="1820575" y="1169389"/>
                </a:cubicBezTo>
                <a:close/>
                <a:moveTo>
                  <a:pt x="5134407" y="1164351"/>
                </a:moveTo>
                <a:cubicBezTo>
                  <a:pt x="5134407" y="1168764"/>
                  <a:pt x="5134407" y="1168764"/>
                  <a:pt x="5134407" y="1168764"/>
                </a:cubicBezTo>
                <a:cubicBezTo>
                  <a:pt x="5129996" y="1168764"/>
                  <a:pt x="5129996" y="1168764"/>
                  <a:pt x="5129996" y="1168764"/>
                </a:cubicBezTo>
                <a:cubicBezTo>
                  <a:pt x="5134407" y="1168764"/>
                  <a:pt x="5134407" y="1164351"/>
                  <a:pt x="5134407" y="1164351"/>
                </a:cubicBezTo>
                <a:close/>
                <a:moveTo>
                  <a:pt x="12023158" y="1160424"/>
                </a:moveTo>
                <a:cubicBezTo>
                  <a:pt x="12027774" y="1164026"/>
                  <a:pt x="12032422" y="1162875"/>
                  <a:pt x="12036966" y="1160536"/>
                </a:cubicBezTo>
                <a:cubicBezTo>
                  <a:pt x="12039057" y="1159506"/>
                  <a:pt x="12040606" y="1159122"/>
                  <a:pt x="12042462" y="1161385"/>
                </a:cubicBezTo>
                <a:cubicBezTo>
                  <a:pt x="12044604" y="1164468"/>
                  <a:pt x="12048077" y="1164336"/>
                  <a:pt x="12051450" y="1163473"/>
                </a:cubicBezTo>
                <a:cubicBezTo>
                  <a:pt x="12054276" y="1162801"/>
                  <a:pt x="12057281" y="1161759"/>
                  <a:pt x="12060108" y="1161087"/>
                </a:cubicBezTo>
                <a:cubicBezTo>
                  <a:pt x="12061477" y="1160842"/>
                  <a:pt x="12062644" y="1160896"/>
                  <a:pt x="12063348" y="1161436"/>
                </a:cubicBezTo>
                <a:cubicBezTo>
                  <a:pt x="12064052" y="1161976"/>
                  <a:pt x="12064292" y="1163002"/>
                  <a:pt x="12063810" y="1164700"/>
                </a:cubicBezTo>
                <a:cubicBezTo>
                  <a:pt x="12063454" y="1165434"/>
                  <a:pt x="12063280" y="1166260"/>
                  <a:pt x="12063291" y="1167174"/>
                </a:cubicBezTo>
                <a:cubicBezTo>
                  <a:pt x="12063213" y="1168271"/>
                  <a:pt x="12062499" y="1169743"/>
                  <a:pt x="12063698" y="1170551"/>
                </a:cubicBezTo>
                <a:cubicBezTo>
                  <a:pt x="12064802" y="1171086"/>
                  <a:pt x="12065984" y="1170524"/>
                  <a:pt x="12066893" y="1170057"/>
                </a:cubicBezTo>
                <a:cubicBezTo>
                  <a:pt x="12071170" y="1168269"/>
                  <a:pt x="12072183" y="1168988"/>
                  <a:pt x="12071966" y="1173653"/>
                </a:cubicBezTo>
                <a:cubicBezTo>
                  <a:pt x="12071888" y="1174751"/>
                  <a:pt x="12071715" y="1175576"/>
                  <a:pt x="12071910" y="1176580"/>
                </a:cubicBezTo>
                <a:cubicBezTo>
                  <a:pt x="12072111" y="1178039"/>
                  <a:pt x="12072401" y="1179316"/>
                  <a:pt x="12074597" y="1179474"/>
                </a:cubicBezTo>
                <a:cubicBezTo>
                  <a:pt x="12076699" y="1179357"/>
                  <a:pt x="12077056" y="1178621"/>
                  <a:pt x="12077401" y="1176972"/>
                </a:cubicBezTo>
                <a:lnTo>
                  <a:pt x="12078441" y="1174040"/>
                </a:lnTo>
                <a:lnTo>
                  <a:pt x="12085882" y="1195317"/>
                </a:lnTo>
                <a:lnTo>
                  <a:pt x="12084493" y="1196085"/>
                </a:lnTo>
                <a:cubicBezTo>
                  <a:pt x="12083321" y="1197562"/>
                  <a:pt x="12083339" y="1198933"/>
                  <a:pt x="12084454" y="1200383"/>
                </a:cubicBezTo>
                <a:cubicBezTo>
                  <a:pt x="12085291" y="1201470"/>
                  <a:pt x="12086215" y="1202374"/>
                  <a:pt x="12087051" y="1203460"/>
                </a:cubicBezTo>
                <a:cubicBezTo>
                  <a:pt x="12088445" y="1205272"/>
                  <a:pt x="12088557" y="1206916"/>
                  <a:pt x="12087118" y="1208945"/>
                </a:cubicBezTo>
                <a:cubicBezTo>
                  <a:pt x="12082804" y="1215029"/>
                  <a:pt x="12082965" y="1220786"/>
                  <a:pt x="12087424" y="1226585"/>
                </a:cubicBezTo>
                <a:cubicBezTo>
                  <a:pt x="12088077" y="1227583"/>
                  <a:pt x="12090189" y="1228381"/>
                  <a:pt x="12089018" y="1229857"/>
                </a:cubicBezTo>
                <a:cubicBezTo>
                  <a:pt x="12088032" y="1231422"/>
                  <a:pt x="12086197" y="1230987"/>
                  <a:pt x="12084453" y="1230367"/>
                </a:cubicBezTo>
                <a:cubicBezTo>
                  <a:pt x="12084269" y="1230279"/>
                  <a:pt x="12084084" y="1230189"/>
                  <a:pt x="12083902" y="1230099"/>
                </a:cubicBezTo>
                <a:cubicBezTo>
                  <a:pt x="12079130" y="1228693"/>
                  <a:pt x="12076859" y="1230092"/>
                  <a:pt x="12077373" y="1234656"/>
                </a:cubicBezTo>
                <a:cubicBezTo>
                  <a:pt x="12077790" y="1238948"/>
                  <a:pt x="12075990" y="1241254"/>
                  <a:pt x="12072812" y="1243120"/>
                </a:cubicBezTo>
                <a:cubicBezTo>
                  <a:pt x="12068636" y="1245638"/>
                  <a:pt x="12064923" y="1248606"/>
                  <a:pt x="12063796" y="1253739"/>
                </a:cubicBezTo>
                <a:cubicBezTo>
                  <a:pt x="12063366" y="1256029"/>
                  <a:pt x="12060897" y="1255967"/>
                  <a:pt x="12059432" y="1255710"/>
                </a:cubicBezTo>
                <a:cubicBezTo>
                  <a:pt x="12053844" y="1255045"/>
                  <a:pt x="12050122" y="1257099"/>
                  <a:pt x="12047250" y="1261612"/>
                </a:cubicBezTo>
                <a:cubicBezTo>
                  <a:pt x="12045454" y="1264376"/>
                  <a:pt x="12044082" y="1264392"/>
                  <a:pt x="12042032" y="1261126"/>
                </a:cubicBezTo>
                <a:cubicBezTo>
                  <a:pt x="12037649" y="1254229"/>
                  <a:pt x="12027112" y="1252525"/>
                  <a:pt x="12021232" y="1257622"/>
                </a:cubicBezTo>
                <a:cubicBezTo>
                  <a:pt x="12020055" y="1258642"/>
                  <a:pt x="12018516" y="1259939"/>
                  <a:pt x="12019268" y="1261668"/>
                </a:cubicBezTo>
                <a:cubicBezTo>
                  <a:pt x="12020020" y="1263395"/>
                  <a:pt x="12021592" y="1264839"/>
                  <a:pt x="12023783" y="1264540"/>
                </a:cubicBezTo>
                <a:cubicBezTo>
                  <a:pt x="12025155" y="1264523"/>
                  <a:pt x="12026704" y="1264140"/>
                  <a:pt x="12028165" y="1263940"/>
                </a:cubicBezTo>
                <a:cubicBezTo>
                  <a:pt x="12029715" y="1263556"/>
                  <a:pt x="12031087" y="1263539"/>
                  <a:pt x="12031471" y="1265090"/>
                </a:cubicBezTo>
                <a:cubicBezTo>
                  <a:pt x="12031951" y="1266912"/>
                  <a:pt x="12030680" y="1267658"/>
                  <a:pt x="12029315" y="1268131"/>
                </a:cubicBezTo>
                <a:cubicBezTo>
                  <a:pt x="12028132" y="1268694"/>
                  <a:pt x="12026670" y="1268894"/>
                  <a:pt x="12025578" y="1269272"/>
                </a:cubicBezTo>
                <a:cubicBezTo>
                  <a:pt x="12023121" y="1270124"/>
                  <a:pt x="12021129" y="1271884"/>
                  <a:pt x="12021893" y="1274526"/>
                </a:cubicBezTo>
                <a:cubicBezTo>
                  <a:pt x="12022651" y="1276712"/>
                  <a:pt x="12025388" y="1276222"/>
                  <a:pt x="12027395" y="1275833"/>
                </a:cubicBezTo>
                <a:cubicBezTo>
                  <a:pt x="12029130" y="1275538"/>
                  <a:pt x="12030852" y="1274330"/>
                  <a:pt x="12032776" y="1274581"/>
                </a:cubicBezTo>
                <a:cubicBezTo>
                  <a:pt x="12035613" y="1274822"/>
                  <a:pt x="12036906" y="1275904"/>
                  <a:pt x="12035296" y="1278756"/>
                </a:cubicBezTo>
                <a:cubicBezTo>
                  <a:pt x="12033150" y="1282713"/>
                  <a:pt x="12029889" y="1285219"/>
                  <a:pt x="12026163" y="1287275"/>
                </a:cubicBezTo>
                <a:cubicBezTo>
                  <a:pt x="12021442" y="1289980"/>
                  <a:pt x="12020186" y="1292098"/>
                  <a:pt x="12021257" y="1297388"/>
                </a:cubicBezTo>
                <a:cubicBezTo>
                  <a:pt x="12021463" y="1299305"/>
                  <a:pt x="12022311" y="1301306"/>
                  <a:pt x="12022974" y="1303219"/>
                </a:cubicBezTo>
                <a:cubicBezTo>
                  <a:pt x="12023258" y="1304037"/>
                  <a:pt x="12023910" y="1305035"/>
                  <a:pt x="12023097" y="1305777"/>
                </a:cubicBezTo>
                <a:cubicBezTo>
                  <a:pt x="12022195" y="1306702"/>
                  <a:pt x="12021186" y="1306439"/>
                  <a:pt x="12020537" y="1305898"/>
                </a:cubicBezTo>
                <a:cubicBezTo>
                  <a:pt x="12017582" y="1303556"/>
                  <a:pt x="12016133" y="1304670"/>
                  <a:pt x="12014890" y="1307702"/>
                </a:cubicBezTo>
                <a:cubicBezTo>
                  <a:pt x="12013292" y="1311468"/>
                  <a:pt x="12009650" y="1312883"/>
                  <a:pt x="12006092" y="1313656"/>
                </a:cubicBezTo>
                <a:cubicBezTo>
                  <a:pt x="12003266" y="1314329"/>
                  <a:pt x="12002458" y="1315526"/>
                  <a:pt x="12003767" y="1317979"/>
                </a:cubicBezTo>
                <a:cubicBezTo>
                  <a:pt x="12004514" y="1319251"/>
                  <a:pt x="12004893" y="1320343"/>
                  <a:pt x="12003812" y="1321635"/>
                </a:cubicBezTo>
                <a:cubicBezTo>
                  <a:pt x="12002464" y="1323480"/>
                  <a:pt x="12001170" y="1322398"/>
                  <a:pt x="11999702" y="1322141"/>
                </a:cubicBezTo>
                <a:cubicBezTo>
                  <a:pt x="11998878" y="1321968"/>
                  <a:pt x="11997958" y="1321522"/>
                  <a:pt x="11996949" y="1321259"/>
                </a:cubicBezTo>
                <a:cubicBezTo>
                  <a:pt x="11991714" y="1319401"/>
                  <a:pt x="11989272" y="1321624"/>
                  <a:pt x="11990164" y="1327281"/>
                </a:cubicBezTo>
                <a:cubicBezTo>
                  <a:pt x="11990264" y="1328011"/>
                  <a:pt x="11990454" y="1328558"/>
                  <a:pt x="11990371" y="1329198"/>
                </a:cubicBezTo>
                <a:cubicBezTo>
                  <a:pt x="11990387" y="1330569"/>
                  <a:pt x="11990040" y="1332219"/>
                  <a:pt x="11988580" y="1332419"/>
                </a:cubicBezTo>
                <a:cubicBezTo>
                  <a:pt x="11987304" y="1332709"/>
                  <a:pt x="11986373" y="1331348"/>
                  <a:pt x="11985993" y="1330255"/>
                </a:cubicBezTo>
                <a:cubicBezTo>
                  <a:pt x="11985614" y="1329163"/>
                  <a:pt x="11985419" y="1328160"/>
                  <a:pt x="11985314" y="1326972"/>
                </a:cubicBezTo>
                <a:cubicBezTo>
                  <a:pt x="11984834" y="1325150"/>
                  <a:pt x="11983910" y="1324247"/>
                  <a:pt x="11981901" y="1324636"/>
                </a:cubicBezTo>
                <a:cubicBezTo>
                  <a:pt x="11977246" y="1325330"/>
                  <a:pt x="11973204" y="1323824"/>
                  <a:pt x="11969251" y="1322134"/>
                </a:cubicBezTo>
                <a:cubicBezTo>
                  <a:pt x="11964475" y="1320270"/>
                  <a:pt x="11959958" y="1317398"/>
                  <a:pt x="11954824" y="1316270"/>
                </a:cubicBezTo>
                <a:cubicBezTo>
                  <a:pt x="11952990" y="1315834"/>
                  <a:pt x="11952605" y="1314284"/>
                  <a:pt x="11952315" y="1313008"/>
                </a:cubicBezTo>
                <a:cubicBezTo>
                  <a:pt x="11951167" y="1308817"/>
                  <a:pt x="11950204" y="1304714"/>
                  <a:pt x="11944890" y="1303954"/>
                </a:cubicBezTo>
                <a:cubicBezTo>
                  <a:pt x="11943881" y="1303692"/>
                  <a:pt x="11943685" y="1302688"/>
                  <a:pt x="11943674" y="1301774"/>
                </a:cubicBezTo>
                <a:cubicBezTo>
                  <a:pt x="11943435" y="1297115"/>
                  <a:pt x="11941550" y="1292566"/>
                  <a:pt x="11940307" y="1288101"/>
                </a:cubicBezTo>
                <a:cubicBezTo>
                  <a:pt x="11938395" y="1281267"/>
                  <a:pt x="11938590" y="1274775"/>
                  <a:pt x="11943368" y="1269142"/>
                </a:cubicBezTo>
                <a:cubicBezTo>
                  <a:pt x="11945170" y="1266836"/>
                  <a:pt x="11944500" y="1264466"/>
                  <a:pt x="11943742" y="1262282"/>
                </a:cubicBezTo>
                <a:cubicBezTo>
                  <a:pt x="11942125" y="1257181"/>
                  <a:pt x="11943202" y="1255432"/>
                  <a:pt x="11948219" y="1254459"/>
                </a:cubicBezTo>
                <a:cubicBezTo>
                  <a:pt x="11953605" y="1253664"/>
                  <a:pt x="11953605" y="1253664"/>
                  <a:pt x="11952256" y="1248012"/>
                </a:cubicBezTo>
                <a:cubicBezTo>
                  <a:pt x="11951965" y="1246735"/>
                  <a:pt x="11951770" y="1245733"/>
                  <a:pt x="11953409" y="1245164"/>
                </a:cubicBezTo>
                <a:cubicBezTo>
                  <a:pt x="11959141" y="1242721"/>
                  <a:pt x="11964505" y="1240097"/>
                  <a:pt x="11970330" y="1237926"/>
                </a:cubicBezTo>
                <a:cubicBezTo>
                  <a:pt x="11974606" y="1236140"/>
                  <a:pt x="11979083" y="1235813"/>
                  <a:pt x="11983577" y="1236857"/>
                </a:cubicBezTo>
                <a:cubicBezTo>
                  <a:pt x="11986509" y="1237371"/>
                  <a:pt x="11994688" y="1233160"/>
                  <a:pt x="11996210" y="1230492"/>
                </a:cubicBezTo>
                <a:cubicBezTo>
                  <a:pt x="11996657" y="1229572"/>
                  <a:pt x="11997013" y="1228837"/>
                  <a:pt x="11996087" y="1227934"/>
                </a:cubicBezTo>
                <a:cubicBezTo>
                  <a:pt x="11991634" y="1222592"/>
                  <a:pt x="11991282" y="1216289"/>
                  <a:pt x="11991478" y="1209796"/>
                </a:cubicBezTo>
                <a:cubicBezTo>
                  <a:pt x="11991460" y="1208425"/>
                  <a:pt x="11991538" y="1207326"/>
                  <a:pt x="11991432" y="1206140"/>
                </a:cubicBezTo>
                <a:cubicBezTo>
                  <a:pt x="11991020" y="1202305"/>
                  <a:pt x="11991349" y="1199284"/>
                  <a:pt x="11994421" y="1196231"/>
                </a:cubicBezTo>
                <a:cubicBezTo>
                  <a:pt x="11997494" y="1193179"/>
                  <a:pt x="11997255" y="1188519"/>
                  <a:pt x="11997020" y="1184317"/>
                </a:cubicBezTo>
                <a:cubicBezTo>
                  <a:pt x="11997088" y="1182305"/>
                  <a:pt x="11997255" y="1181023"/>
                  <a:pt x="11999344" y="1179993"/>
                </a:cubicBezTo>
                <a:cubicBezTo>
                  <a:pt x="12007886" y="1175504"/>
                  <a:pt x="12015495" y="1169655"/>
                  <a:pt x="12020603" y="1161002"/>
                </a:cubicBezTo>
                <a:cubicBezTo>
                  <a:pt x="12021412" y="1159804"/>
                  <a:pt x="12022047" y="1159431"/>
                  <a:pt x="12023158" y="1160424"/>
                </a:cubicBezTo>
                <a:close/>
                <a:moveTo>
                  <a:pt x="5337420" y="1159731"/>
                </a:moveTo>
                <a:lnTo>
                  <a:pt x="5341835" y="1159938"/>
                </a:lnTo>
                <a:cubicBezTo>
                  <a:pt x="5341835" y="1159938"/>
                  <a:pt x="5341835" y="1159938"/>
                  <a:pt x="5337418" y="1159938"/>
                </a:cubicBezTo>
                <a:close/>
                <a:moveTo>
                  <a:pt x="5341832" y="1155525"/>
                </a:moveTo>
                <a:cubicBezTo>
                  <a:pt x="5341832" y="1155525"/>
                  <a:pt x="5341832" y="1155525"/>
                  <a:pt x="5346247" y="1155525"/>
                </a:cubicBezTo>
                <a:lnTo>
                  <a:pt x="5345978" y="1155793"/>
                </a:lnTo>
                <a:close/>
                <a:moveTo>
                  <a:pt x="8672136" y="1148300"/>
                </a:moveTo>
                <a:cubicBezTo>
                  <a:pt x="8668085" y="1149614"/>
                  <a:pt x="8668085" y="1149614"/>
                  <a:pt x="8668085" y="1149614"/>
                </a:cubicBezTo>
                <a:cubicBezTo>
                  <a:pt x="8668085" y="1149614"/>
                  <a:pt x="8668085" y="1149614"/>
                  <a:pt x="8664032" y="1150928"/>
                </a:cubicBezTo>
                <a:cubicBezTo>
                  <a:pt x="8659978" y="1152243"/>
                  <a:pt x="8651874" y="1154872"/>
                  <a:pt x="8647820" y="1156186"/>
                </a:cubicBezTo>
                <a:lnTo>
                  <a:pt x="8638440" y="1156831"/>
                </a:lnTo>
                <a:close/>
                <a:moveTo>
                  <a:pt x="1907816" y="1140199"/>
                </a:moveTo>
                <a:cubicBezTo>
                  <a:pt x="1910960" y="1140235"/>
                  <a:pt x="1913961" y="1141020"/>
                  <a:pt x="1916390" y="1144445"/>
                </a:cubicBezTo>
                <a:cubicBezTo>
                  <a:pt x="1917248" y="1145588"/>
                  <a:pt x="1918963" y="1147015"/>
                  <a:pt x="1921251" y="1147015"/>
                </a:cubicBezTo>
                <a:cubicBezTo>
                  <a:pt x="1924393" y="1146730"/>
                  <a:pt x="1926109" y="1148443"/>
                  <a:pt x="1926680" y="1151582"/>
                </a:cubicBezTo>
                <a:cubicBezTo>
                  <a:pt x="1927252" y="1153581"/>
                  <a:pt x="1928681" y="1154721"/>
                  <a:pt x="1930109" y="1156149"/>
                </a:cubicBezTo>
                <a:cubicBezTo>
                  <a:pt x="1933826" y="1159574"/>
                  <a:pt x="1935540" y="1163570"/>
                  <a:pt x="1934110" y="1168708"/>
                </a:cubicBezTo>
                <a:cubicBezTo>
                  <a:pt x="1933254" y="1171563"/>
                  <a:pt x="1934110" y="1174703"/>
                  <a:pt x="1936969" y="1176416"/>
                </a:cubicBezTo>
                <a:cubicBezTo>
                  <a:pt x="1936969" y="1177557"/>
                  <a:pt x="1936969" y="1178699"/>
                  <a:pt x="1936969" y="1179841"/>
                </a:cubicBezTo>
                <a:cubicBezTo>
                  <a:pt x="1934397" y="1181268"/>
                  <a:pt x="1933254" y="1182980"/>
                  <a:pt x="1933539" y="1186692"/>
                </a:cubicBezTo>
                <a:cubicBezTo>
                  <a:pt x="1933826" y="1191829"/>
                  <a:pt x="1931539" y="1195825"/>
                  <a:pt x="1925823" y="1196968"/>
                </a:cubicBezTo>
                <a:cubicBezTo>
                  <a:pt x="1923251" y="1197252"/>
                  <a:pt x="1923823" y="1199250"/>
                  <a:pt x="1923823" y="1200963"/>
                </a:cubicBezTo>
                <a:cubicBezTo>
                  <a:pt x="1923823" y="1203818"/>
                  <a:pt x="1922679" y="1204388"/>
                  <a:pt x="1920392" y="1202391"/>
                </a:cubicBezTo>
                <a:cubicBezTo>
                  <a:pt x="1916962" y="1199536"/>
                  <a:pt x="1914675" y="1199536"/>
                  <a:pt x="1913818" y="1204388"/>
                </a:cubicBezTo>
                <a:cubicBezTo>
                  <a:pt x="1913534" y="1205530"/>
                  <a:pt x="1912675" y="1206958"/>
                  <a:pt x="1911532" y="1205530"/>
                </a:cubicBezTo>
                <a:cubicBezTo>
                  <a:pt x="1907817" y="1201820"/>
                  <a:pt x="1905245" y="1204103"/>
                  <a:pt x="1902387" y="1206673"/>
                </a:cubicBezTo>
                <a:cubicBezTo>
                  <a:pt x="1902100" y="1207244"/>
                  <a:pt x="1900956" y="1207244"/>
                  <a:pt x="1900386" y="1207244"/>
                </a:cubicBezTo>
                <a:cubicBezTo>
                  <a:pt x="1893526" y="1203248"/>
                  <a:pt x="1886953" y="1198680"/>
                  <a:pt x="1880094" y="1194399"/>
                </a:cubicBezTo>
                <a:cubicBezTo>
                  <a:pt x="1876950" y="1192400"/>
                  <a:pt x="1875234" y="1186976"/>
                  <a:pt x="1873806" y="1182696"/>
                </a:cubicBezTo>
                <a:cubicBezTo>
                  <a:pt x="1873234" y="1180982"/>
                  <a:pt x="1873519" y="1179270"/>
                  <a:pt x="1871805" y="1177843"/>
                </a:cubicBezTo>
                <a:cubicBezTo>
                  <a:pt x="1870089" y="1176416"/>
                  <a:pt x="1870376" y="1174703"/>
                  <a:pt x="1871520" y="1172990"/>
                </a:cubicBezTo>
                <a:cubicBezTo>
                  <a:pt x="1872091" y="1171848"/>
                  <a:pt x="1873234" y="1170421"/>
                  <a:pt x="1872377" y="1169279"/>
                </a:cubicBezTo>
                <a:cubicBezTo>
                  <a:pt x="1869518" y="1165854"/>
                  <a:pt x="1869233" y="1163285"/>
                  <a:pt x="1873806" y="1161572"/>
                </a:cubicBezTo>
                <a:cubicBezTo>
                  <a:pt x="1874950" y="1161287"/>
                  <a:pt x="1875234" y="1159574"/>
                  <a:pt x="1874091" y="1158718"/>
                </a:cubicBezTo>
                <a:cubicBezTo>
                  <a:pt x="1870376" y="1155579"/>
                  <a:pt x="1874378" y="1154152"/>
                  <a:pt x="1874950" y="1151868"/>
                </a:cubicBezTo>
                <a:cubicBezTo>
                  <a:pt x="1876950" y="1144161"/>
                  <a:pt x="1885809" y="1146443"/>
                  <a:pt x="1889240" y="1140735"/>
                </a:cubicBezTo>
                <a:cubicBezTo>
                  <a:pt x="1890383" y="1138737"/>
                  <a:pt x="1895813" y="1140165"/>
                  <a:pt x="1898384" y="1140450"/>
                </a:cubicBezTo>
                <a:cubicBezTo>
                  <a:pt x="1901386" y="1140878"/>
                  <a:pt x="1904673" y="1140164"/>
                  <a:pt x="1907816" y="1140199"/>
                </a:cubicBezTo>
                <a:close/>
                <a:moveTo>
                  <a:pt x="5240327" y="1137871"/>
                </a:moveTo>
                <a:cubicBezTo>
                  <a:pt x="5262393" y="1133457"/>
                  <a:pt x="5293288" y="1142285"/>
                  <a:pt x="5315354" y="1146697"/>
                </a:cubicBezTo>
                <a:cubicBezTo>
                  <a:pt x="5310940" y="1146697"/>
                  <a:pt x="5310940" y="1146697"/>
                  <a:pt x="5310940" y="1151112"/>
                </a:cubicBezTo>
                <a:cubicBezTo>
                  <a:pt x="5310940" y="1151112"/>
                  <a:pt x="5315354" y="1151110"/>
                  <a:pt x="5315354" y="1151110"/>
                </a:cubicBezTo>
                <a:cubicBezTo>
                  <a:pt x="5333006" y="1155525"/>
                  <a:pt x="5333006" y="1155525"/>
                  <a:pt x="5333006" y="1155525"/>
                </a:cubicBezTo>
                <a:cubicBezTo>
                  <a:pt x="5337420" y="1155525"/>
                  <a:pt x="5337420" y="1155525"/>
                  <a:pt x="5337420" y="1155525"/>
                </a:cubicBezTo>
                <a:lnTo>
                  <a:pt x="5337420" y="1159731"/>
                </a:lnTo>
                <a:lnTo>
                  <a:pt x="5330181" y="1159386"/>
                </a:lnTo>
                <a:cubicBezTo>
                  <a:pt x="5322525" y="1161041"/>
                  <a:pt x="5324179" y="1167661"/>
                  <a:pt x="5310940" y="1164351"/>
                </a:cubicBezTo>
                <a:cubicBezTo>
                  <a:pt x="5310940" y="1159938"/>
                  <a:pt x="5310940" y="1159938"/>
                  <a:pt x="5306526" y="1159938"/>
                </a:cubicBezTo>
                <a:cubicBezTo>
                  <a:pt x="5302115" y="1159938"/>
                  <a:pt x="5302115" y="1159938"/>
                  <a:pt x="5302115" y="1159938"/>
                </a:cubicBezTo>
                <a:cubicBezTo>
                  <a:pt x="5302115" y="1155525"/>
                  <a:pt x="5302115" y="1155525"/>
                  <a:pt x="5297701" y="1155525"/>
                </a:cubicBezTo>
                <a:cubicBezTo>
                  <a:pt x="5297701" y="1155525"/>
                  <a:pt x="5297701" y="1155525"/>
                  <a:pt x="5293288" y="1155525"/>
                </a:cubicBezTo>
                <a:cubicBezTo>
                  <a:pt x="5293288" y="1159938"/>
                  <a:pt x="5297701" y="1159938"/>
                  <a:pt x="5293288" y="1159938"/>
                </a:cubicBezTo>
                <a:cubicBezTo>
                  <a:pt x="5280046" y="1159938"/>
                  <a:pt x="5266807" y="1155525"/>
                  <a:pt x="5257981" y="1164351"/>
                </a:cubicBezTo>
                <a:cubicBezTo>
                  <a:pt x="5262391" y="1159938"/>
                  <a:pt x="5262391" y="1159938"/>
                  <a:pt x="5257981" y="1159938"/>
                </a:cubicBezTo>
                <a:cubicBezTo>
                  <a:pt x="5253567" y="1155525"/>
                  <a:pt x="5249152" y="1159938"/>
                  <a:pt x="5249152" y="1159938"/>
                </a:cubicBezTo>
                <a:cubicBezTo>
                  <a:pt x="5249152" y="1159938"/>
                  <a:pt x="5249152" y="1159938"/>
                  <a:pt x="5244741" y="1159938"/>
                </a:cubicBezTo>
                <a:cubicBezTo>
                  <a:pt x="5231502" y="1151110"/>
                  <a:pt x="5218261" y="1164351"/>
                  <a:pt x="5200609" y="1155525"/>
                </a:cubicBezTo>
                <a:cubicBezTo>
                  <a:pt x="5200607" y="1159938"/>
                  <a:pt x="5200607" y="1159938"/>
                  <a:pt x="5200607" y="1159938"/>
                </a:cubicBezTo>
                <a:cubicBezTo>
                  <a:pt x="5200609" y="1155525"/>
                  <a:pt x="5196195" y="1155525"/>
                  <a:pt x="5196195" y="1155525"/>
                </a:cubicBezTo>
                <a:cubicBezTo>
                  <a:pt x="5191780" y="1155525"/>
                  <a:pt x="5191780" y="1155525"/>
                  <a:pt x="5191780" y="1159939"/>
                </a:cubicBezTo>
                <a:cubicBezTo>
                  <a:pt x="5178541" y="1159938"/>
                  <a:pt x="5165301" y="1159938"/>
                  <a:pt x="5165301" y="1159938"/>
                </a:cubicBezTo>
                <a:cubicBezTo>
                  <a:pt x="5152060" y="1159938"/>
                  <a:pt x="5174127" y="1164351"/>
                  <a:pt x="5152061" y="1164351"/>
                </a:cubicBezTo>
                <a:cubicBezTo>
                  <a:pt x="5156475" y="1159938"/>
                  <a:pt x="5152060" y="1155525"/>
                  <a:pt x="5147646" y="1159938"/>
                </a:cubicBezTo>
                <a:cubicBezTo>
                  <a:pt x="5143235" y="1164351"/>
                  <a:pt x="5165301" y="1168764"/>
                  <a:pt x="5143235" y="1168764"/>
                </a:cubicBezTo>
                <a:cubicBezTo>
                  <a:pt x="5143235" y="1168764"/>
                  <a:pt x="5143235" y="1168764"/>
                  <a:pt x="5143235" y="1164351"/>
                </a:cubicBezTo>
                <a:cubicBezTo>
                  <a:pt x="5143235" y="1164351"/>
                  <a:pt x="5143235" y="1164351"/>
                  <a:pt x="5138821" y="1164351"/>
                </a:cubicBezTo>
                <a:cubicBezTo>
                  <a:pt x="5138821" y="1164351"/>
                  <a:pt x="5134407" y="1164351"/>
                  <a:pt x="5134407" y="1164351"/>
                </a:cubicBezTo>
                <a:cubicBezTo>
                  <a:pt x="5129996" y="1164352"/>
                  <a:pt x="5129996" y="1164352"/>
                  <a:pt x="5129996" y="1164352"/>
                </a:cubicBezTo>
                <a:cubicBezTo>
                  <a:pt x="5125580" y="1164351"/>
                  <a:pt x="5125580" y="1164351"/>
                  <a:pt x="5125580" y="1164351"/>
                </a:cubicBezTo>
                <a:cubicBezTo>
                  <a:pt x="5125580" y="1159938"/>
                  <a:pt x="5121167" y="1159938"/>
                  <a:pt x="5116754" y="1159938"/>
                </a:cubicBezTo>
                <a:cubicBezTo>
                  <a:pt x="5116754" y="1164351"/>
                  <a:pt x="5112341" y="1164351"/>
                  <a:pt x="5107927" y="1164351"/>
                </a:cubicBezTo>
                <a:cubicBezTo>
                  <a:pt x="5103513" y="1159938"/>
                  <a:pt x="5090274" y="1159938"/>
                  <a:pt x="5081448" y="1159938"/>
                </a:cubicBezTo>
                <a:cubicBezTo>
                  <a:pt x="5116754" y="1159938"/>
                  <a:pt x="5129996" y="1159938"/>
                  <a:pt x="5160887" y="1155525"/>
                </a:cubicBezTo>
                <a:cubicBezTo>
                  <a:pt x="5156475" y="1146697"/>
                  <a:pt x="5174127" y="1142285"/>
                  <a:pt x="5196195" y="1142285"/>
                </a:cubicBezTo>
                <a:cubicBezTo>
                  <a:pt x="5218261" y="1142286"/>
                  <a:pt x="5240327" y="1142285"/>
                  <a:pt x="5240327" y="1137871"/>
                </a:cubicBezTo>
                <a:close/>
                <a:moveTo>
                  <a:pt x="9339349" y="1125863"/>
                </a:moveTo>
                <a:cubicBezTo>
                  <a:pt x="9307690" y="1126584"/>
                  <a:pt x="9276030" y="1127304"/>
                  <a:pt x="9251014" y="1133467"/>
                </a:cubicBezTo>
                <a:cubicBezTo>
                  <a:pt x="9247269" y="1132621"/>
                  <a:pt x="9235184" y="1133827"/>
                  <a:pt x="9232286" y="1129233"/>
                </a:cubicBezTo>
                <a:cubicBezTo>
                  <a:pt x="9173917" y="1143611"/>
                  <a:pt x="9141053" y="1132241"/>
                  <a:pt x="9085225" y="1135377"/>
                </a:cubicBezTo>
                <a:cubicBezTo>
                  <a:pt x="9028059" y="1161844"/>
                  <a:pt x="8961842" y="1158692"/>
                  <a:pt x="8873864" y="1182131"/>
                </a:cubicBezTo>
                <a:cubicBezTo>
                  <a:pt x="8879304" y="1175483"/>
                  <a:pt x="8859728" y="1174997"/>
                  <a:pt x="8860575" y="1171249"/>
                </a:cubicBezTo>
                <a:cubicBezTo>
                  <a:pt x="8843898" y="1175357"/>
                  <a:pt x="8827222" y="1179466"/>
                  <a:pt x="8810544" y="1183574"/>
                </a:cubicBezTo>
                <a:cubicBezTo>
                  <a:pt x="8815136" y="1180673"/>
                  <a:pt x="8815136" y="1180673"/>
                  <a:pt x="8815136" y="1180673"/>
                </a:cubicBezTo>
                <a:cubicBezTo>
                  <a:pt x="8819730" y="1177772"/>
                  <a:pt x="8819730" y="1177772"/>
                  <a:pt x="8819730" y="1177772"/>
                </a:cubicBezTo>
                <a:cubicBezTo>
                  <a:pt x="8815984" y="1176925"/>
                  <a:pt x="8812238" y="1176078"/>
                  <a:pt x="8808493" y="1175232"/>
                </a:cubicBezTo>
                <a:cubicBezTo>
                  <a:pt x="8803900" y="1178132"/>
                  <a:pt x="8803900" y="1178132"/>
                  <a:pt x="8803900" y="1178132"/>
                </a:cubicBezTo>
                <a:cubicBezTo>
                  <a:pt x="8803900" y="1178132"/>
                  <a:pt x="8803900" y="1178132"/>
                  <a:pt x="8803052" y="1181880"/>
                </a:cubicBezTo>
                <a:cubicBezTo>
                  <a:pt x="8792663" y="1175592"/>
                  <a:pt x="8758462" y="1187556"/>
                  <a:pt x="8715921" y="1201573"/>
                </a:cubicBezTo>
                <a:cubicBezTo>
                  <a:pt x="8673382" y="1215591"/>
                  <a:pt x="8621656" y="1235410"/>
                  <a:pt x="8579116" y="1249427"/>
                </a:cubicBezTo>
                <a:cubicBezTo>
                  <a:pt x="8562440" y="1253535"/>
                  <a:pt x="8549508" y="1258489"/>
                  <a:pt x="8536577" y="1263444"/>
                </a:cubicBezTo>
                <a:cubicBezTo>
                  <a:pt x="8484850" y="1283263"/>
                  <a:pt x="8439771" y="1308524"/>
                  <a:pt x="8395536" y="1330037"/>
                </a:cubicBezTo>
                <a:cubicBezTo>
                  <a:pt x="8391366" y="1331063"/>
                  <a:pt x="8386261" y="1331879"/>
                  <a:pt x="8381050" y="1333162"/>
                </a:cubicBezTo>
                <a:lnTo>
                  <a:pt x="8369829" y="1337567"/>
                </a:lnTo>
                <a:lnTo>
                  <a:pt x="8370520" y="1336198"/>
                </a:lnTo>
                <a:cubicBezTo>
                  <a:pt x="8372394" y="1336621"/>
                  <a:pt x="8373543" y="1335896"/>
                  <a:pt x="8373754" y="1334960"/>
                </a:cubicBezTo>
                <a:lnTo>
                  <a:pt x="8372721" y="1333873"/>
                </a:lnTo>
                <a:lnTo>
                  <a:pt x="8231404" y="1405556"/>
                </a:lnTo>
                <a:lnTo>
                  <a:pt x="8231531" y="1411132"/>
                </a:lnTo>
                <a:cubicBezTo>
                  <a:pt x="8191043" y="1433492"/>
                  <a:pt x="8168077" y="1447995"/>
                  <a:pt x="8127589" y="1470355"/>
                </a:cubicBezTo>
                <a:cubicBezTo>
                  <a:pt x="8117555" y="1479904"/>
                  <a:pt x="8112116" y="1486552"/>
                  <a:pt x="8102929" y="1492353"/>
                </a:cubicBezTo>
                <a:cubicBezTo>
                  <a:pt x="8057847" y="1517613"/>
                  <a:pt x="8011920" y="1546622"/>
                  <a:pt x="7968889" y="1580223"/>
                </a:cubicBezTo>
                <a:cubicBezTo>
                  <a:pt x="7947798" y="1595151"/>
                  <a:pt x="7927642" y="1610290"/>
                  <a:pt x="7907125" y="1624855"/>
                </a:cubicBezTo>
                <a:lnTo>
                  <a:pt x="7847880" y="1663016"/>
                </a:lnTo>
                <a:lnTo>
                  <a:pt x="7853220" y="1656491"/>
                </a:lnTo>
                <a:cubicBezTo>
                  <a:pt x="7849475" y="1655644"/>
                  <a:pt x="7845730" y="1654797"/>
                  <a:pt x="7840290" y="1661445"/>
                </a:cubicBezTo>
                <a:cubicBezTo>
                  <a:pt x="7840290" y="1661445"/>
                  <a:pt x="7835695" y="1664347"/>
                  <a:pt x="7835695" y="1664347"/>
                </a:cubicBezTo>
                <a:cubicBezTo>
                  <a:pt x="7831950" y="1663500"/>
                  <a:pt x="7832798" y="1659752"/>
                  <a:pt x="7836543" y="1660599"/>
                </a:cubicBezTo>
                <a:cubicBezTo>
                  <a:pt x="7865796" y="1635700"/>
                  <a:pt x="7915469" y="1607538"/>
                  <a:pt x="7950161" y="1575989"/>
                </a:cubicBezTo>
                <a:cubicBezTo>
                  <a:pt x="7948109" y="1567649"/>
                  <a:pt x="7952703" y="1564747"/>
                  <a:pt x="7939771" y="1569703"/>
                </a:cubicBezTo>
                <a:cubicBezTo>
                  <a:pt x="7938075" y="1577197"/>
                  <a:pt x="7924297" y="1585899"/>
                  <a:pt x="7910520" y="1594601"/>
                </a:cubicBezTo>
                <a:cubicBezTo>
                  <a:pt x="7904721" y="1585413"/>
                  <a:pt x="7882114" y="1615755"/>
                  <a:pt x="7862896" y="1631105"/>
                </a:cubicBezTo>
                <a:cubicBezTo>
                  <a:pt x="7810681" y="1670508"/>
                  <a:pt x="7750973" y="1708218"/>
                  <a:pt x="7700808" y="1755965"/>
                </a:cubicBezTo>
                <a:cubicBezTo>
                  <a:pt x="7695368" y="1762613"/>
                  <a:pt x="7694519" y="1766360"/>
                  <a:pt x="7689081" y="1773008"/>
                </a:cubicBezTo>
                <a:cubicBezTo>
                  <a:pt x="7673606" y="1789206"/>
                  <a:pt x="7636018" y="1816159"/>
                  <a:pt x="7628881" y="1830304"/>
                </a:cubicBezTo>
                <a:cubicBezTo>
                  <a:pt x="7625983" y="1825709"/>
                  <a:pt x="7622238" y="1824863"/>
                  <a:pt x="7615952" y="1835257"/>
                </a:cubicBezTo>
                <a:cubicBezTo>
                  <a:pt x="7611357" y="1838159"/>
                  <a:pt x="7593343" y="1865599"/>
                  <a:pt x="7589597" y="1864752"/>
                </a:cubicBezTo>
                <a:cubicBezTo>
                  <a:pt x="7594191" y="1861851"/>
                  <a:pt x="7590445" y="1861004"/>
                  <a:pt x="7591292" y="1857256"/>
                </a:cubicBezTo>
                <a:cubicBezTo>
                  <a:pt x="7565787" y="1883003"/>
                  <a:pt x="7554060" y="1900048"/>
                  <a:pt x="7532298" y="1926641"/>
                </a:cubicBezTo>
                <a:cubicBezTo>
                  <a:pt x="7546433" y="1933777"/>
                  <a:pt x="7569889" y="1899687"/>
                  <a:pt x="7586207" y="1879742"/>
                </a:cubicBezTo>
                <a:cubicBezTo>
                  <a:pt x="7604158" y="1870012"/>
                  <a:pt x="7620143" y="1855901"/>
                  <a:pt x="7636914" y="1840489"/>
                </a:cubicBezTo>
                <a:lnTo>
                  <a:pt x="7683586" y="1800869"/>
                </a:lnTo>
                <a:lnTo>
                  <a:pt x="7682302" y="1802989"/>
                </a:lnTo>
                <a:cubicBezTo>
                  <a:pt x="7685201" y="1807583"/>
                  <a:pt x="7689794" y="1804683"/>
                  <a:pt x="7690641" y="1800935"/>
                </a:cubicBezTo>
                <a:cubicBezTo>
                  <a:pt x="7694387" y="1801781"/>
                  <a:pt x="7694387" y="1801781"/>
                  <a:pt x="7694387" y="1801781"/>
                </a:cubicBezTo>
                <a:cubicBezTo>
                  <a:pt x="7662594" y="1837925"/>
                  <a:pt x="7621616" y="1879868"/>
                  <a:pt x="7587770" y="1907669"/>
                </a:cubicBezTo>
                <a:cubicBezTo>
                  <a:pt x="7570600" y="1931362"/>
                  <a:pt x="7548843" y="1957955"/>
                  <a:pt x="7543759" y="1980440"/>
                </a:cubicBezTo>
                <a:cubicBezTo>
                  <a:pt x="7616529" y="1902354"/>
                  <a:pt x="7669236" y="1843365"/>
                  <a:pt x="7730640" y="1798159"/>
                </a:cubicBezTo>
                <a:cubicBezTo>
                  <a:pt x="7746959" y="1778215"/>
                  <a:pt x="7772466" y="1752468"/>
                  <a:pt x="7790837" y="1740866"/>
                </a:cubicBezTo>
                <a:cubicBezTo>
                  <a:pt x="7782855" y="1758757"/>
                  <a:pt x="7801228" y="1747154"/>
                  <a:pt x="7803279" y="1755496"/>
                </a:cubicBezTo>
                <a:cubicBezTo>
                  <a:pt x="7812463" y="1749694"/>
                  <a:pt x="7809565" y="1745100"/>
                  <a:pt x="7819596" y="1735551"/>
                </a:cubicBezTo>
                <a:cubicBezTo>
                  <a:pt x="7834225" y="1723101"/>
                  <a:pt x="7801228" y="1747154"/>
                  <a:pt x="7812954" y="1730108"/>
                </a:cubicBezTo>
                <a:cubicBezTo>
                  <a:pt x="7852240" y="1695660"/>
                  <a:pt x="7888135" y="1676202"/>
                  <a:pt x="7924521" y="1637158"/>
                </a:cubicBezTo>
                <a:cubicBezTo>
                  <a:pt x="7944945" y="1633897"/>
                  <a:pt x="7968755" y="1615645"/>
                  <a:pt x="7991719" y="1601142"/>
                </a:cubicBezTo>
                <a:cubicBezTo>
                  <a:pt x="8015532" y="1582891"/>
                  <a:pt x="8039343" y="1564639"/>
                  <a:pt x="8061460" y="1553883"/>
                </a:cubicBezTo>
                <a:cubicBezTo>
                  <a:pt x="8043087" y="1565486"/>
                  <a:pt x="8045985" y="1570080"/>
                  <a:pt x="8041395" y="1572980"/>
                </a:cubicBezTo>
                <a:cubicBezTo>
                  <a:pt x="8049733" y="1570926"/>
                  <a:pt x="8048884" y="1574674"/>
                  <a:pt x="8052631" y="1575521"/>
                </a:cubicBezTo>
                <a:cubicBezTo>
                  <a:pt x="8076442" y="1557270"/>
                  <a:pt x="8083935" y="1558963"/>
                  <a:pt x="8106898" y="1544460"/>
                </a:cubicBezTo>
                <a:cubicBezTo>
                  <a:pt x="8107745" y="1540712"/>
                  <a:pt x="8108594" y="1536965"/>
                  <a:pt x="8113187" y="1534063"/>
                </a:cubicBezTo>
                <a:cubicBezTo>
                  <a:pt x="8106541" y="1528622"/>
                  <a:pt x="8093611" y="1533577"/>
                  <a:pt x="8099898" y="1523181"/>
                </a:cubicBezTo>
                <a:cubicBezTo>
                  <a:pt x="8126606" y="1509524"/>
                  <a:pt x="8144131" y="1501668"/>
                  <a:pt x="8167097" y="1487164"/>
                </a:cubicBezTo>
                <a:cubicBezTo>
                  <a:pt x="8185468" y="1475561"/>
                  <a:pt x="8207585" y="1464806"/>
                  <a:pt x="8240583" y="1440752"/>
                </a:cubicBezTo>
                <a:cubicBezTo>
                  <a:pt x="8240583" y="1440752"/>
                  <a:pt x="8237685" y="1436157"/>
                  <a:pt x="8242275" y="1433257"/>
                </a:cubicBezTo>
                <a:cubicBezTo>
                  <a:pt x="8272732" y="1420446"/>
                  <a:pt x="8264395" y="1422502"/>
                  <a:pt x="8290257" y="1412591"/>
                </a:cubicBezTo>
                <a:cubicBezTo>
                  <a:pt x="8299443" y="1406790"/>
                  <a:pt x="8308627" y="1400989"/>
                  <a:pt x="8322408" y="1392286"/>
                </a:cubicBezTo>
                <a:cubicBezTo>
                  <a:pt x="8385370" y="1375007"/>
                  <a:pt x="8437584" y="1335603"/>
                  <a:pt x="8510581" y="1308775"/>
                </a:cubicBezTo>
                <a:cubicBezTo>
                  <a:pt x="8511427" y="1305029"/>
                  <a:pt x="8524359" y="1300073"/>
                  <a:pt x="8533544" y="1294272"/>
                </a:cubicBezTo>
                <a:cubicBezTo>
                  <a:pt x="8536442" y="1298866"/>
                  <a:pt x="8554814" y="1287262"/>
                  <a:pt x="8553968" y="1291010"/>
                </a:cubicBezTo>
                <a:cubicBezTo>
                  <a:pt x="8543934" y="1300560"/>
                  <a:pt x="8522664" y="1307569"/>
                  <a:pt x="8528461" y="1316757"/>
                </a:cubicBezTo>
                <a:cubicBezTo>
                  <a:pt x="8571001" y="1302739"/>
                  <a:pt x="8589373" y="1291136"/>
                  <a:pt x="8607744" y="1279533"/>
                </a:cubicBezTo>
                <a:cubicBezTo>
                  <a:pt x="8621523" y="1270831"/>
                  <a:pt x="8591914" y="1279894"/>
                  <a:pt x="8589016" y="1275299"/>
                </a:cubicBezTo>
                <a:cubicBezTo>
                  <a:pt x="8589016" y="1275299"/>
                  <a:pt x="8598202" y="1269497"/>
                  <a:pt x="8595302" y="1264905"/>
                </a:cubicBezTo>
                <a:cubicBezTo>
                  <a:pt x="8596150" y="1261157"/>
                  <a:pt x="8567389" y="1266471"/>
                  <a:pt x="8597844" y="1253661"/>
                </a:cubicBezTo>
                <a:cubicBezTo>
                  <a:pt x="8601591" y="1254508"/>
                  <a:pt x="8601591" y="1254508"/>
                  <a:pt x="8601591" y="1254508"/>
                </a:cubicBezTo>
                <a:cubicBezTo>
                  <a:pt x="8596997" y="1257408"/>
                  <a:pt x="8596997" y="1257408"/>
                  <a:pt x="8596997" y="1257408"/>
                </a:cubicBezTo>
                <a:cubicBezTo>
                  <a:pt x="8596997" y="1257408"/>
                  <a:pt x="8596997" y="1257408"/>
                  <a:pt x="8600742" y="1258256"/>
                </a:cubicBezTo>
                <a:cubicBezTo>
                  <a:pt x="8600742" y="1258256"/>
                  <a:pt x="8604489" y="1259103"/>
                  <a:pt x="8604489" y="1259103"/>
                </a:cubicBezTo>
                <a:cubicBezTo>
                  <a:pt x="8605336" y="1255355"/>
                  <a:pt x="8609082" y="1256201"/>
                  <a:pt x="8609082" y="1256201"/>
                </a:cubicBezTo>
                <a:cubicBezTo>
                  <a:pt x="8609929" y="1252454"/>
                  <a:pt x="8609929" y="1252454"/>
                  <a:pt x="8609929" y="1252454"/>
                </a:cubicBezTo>
                <a:cubicBezTo>
                  <a:pt x="8608234" y="1259949"/>
                  <a:pt x="8638691" y="1247138"/>
                  <a:pt x="8634944" y="1246291"/>
                </a:cubicBezTo>
                <a:cubicBezTo>
                  <a:pt x="8631199" y="1245445"/>
                  <a:pt x="8631199" y="1245445"/>
                  <a:pt x="8631199" y="1245445"/>
                </a:cubicBezTo>
                <a:cubicBezTo>
                  <a:pt x="8631199" y="1245445"/>
                  <a:pt x="8634944" y="1246291"/>
                  <a:pt x="8639538" y="1243391"/>
                </a:cubicBezTo>
                <a:cubicBezTo>
                  <a:pt x="8639538" y="1243391"/>
                  <a:pt x="8644130" y="1240490"/>
                  <a:pt x="8644130" y="1240490"/>
                </a:cubicBezTo>
                <a:cubicBezTo>
                  <a:pt x="8644130" y="1240490"/>
                  <a:pt x="8644978" y="1236743"/>
                  <a:pt x="8640384" y="1239644"/>
                </a:cubicBezTo>
                <a:cubicBezTo>
                  <a:pt x="8640384" y="1239644"/>
                  <a:pt x="8636638" y="1238797"/>
                  <a:pt x="8636638" y="1238797"/>
                </a:cubicBezTo>
                <a:cubicBezTo>
                  <a:pt x="8657908" y="1231788"/>
                  <a:pt x="8715921" y="1201573"/>
                  <a:pt x="8735498" y="1202060"/>
                </a:cubicBezTo>
                <a:cubicBezTo>
                  <a:pt x="8720872" y="1214510"/>
                  <a:pt x="8707093" y="1223212"/>
                  <a:pt x="8712890" y="1232399"/>
                </a:cubicBezTo>
                <a:cubicBezTo>
                  <a:pt x="8717482" y="1229499"/>
                  <a:pt x="8738752" y="1222491"/>
                  <a:pt x="8731618" y="1236633"/>
                </a:cubicBezTo>
                <a:cubicBezTo>
                  <a:pt x="8752888" y="1229626"/>
                  <a:pt x="8769566" y="1225517"/>
                  <a:pt x="8786242" y="1221409"/>
                </a:cubicBezTo>
                <a:cubicBezTo>
                  <a:pt x="8787088" y="1217662"/>
                  <a:pt x="8775005" y="1218868"/>
                  <a:pt x="8784190" y="1213068"/>
                </a:cubicBezTo>
                <a:cubicBezTo>
                  <a:pt x="8803766" y="1213554"/>
                  <a:pt x="8817545" y="1204852"/>
                  <a:pt x="8841714" y="1202437"/>
                </a:cubicBezTo>
                <a:cubicBezTo>
                  <a:pt x="8865525" y="1184185"/>
                  <a:pt x="8888846" y="1185519"/>
                  <a:pt x="8938877" y="1173195"/>
                </a:cubicBezTo>
                <a:cubicBezTo>
                  <a:pt x="8937182" y="1180690"/>
                  <a:pt x="8945521" y="1178636"/>
                  <a:pt x="8944674" y="1182384"/>
                </a:cubicBezTo>
                <a:cubicBezTo>
                  <a:pt x="8986368" y="1172114"/>
                  <a:pt x="9026365" y="1169339"/>
                  <a:pt x="9067210" y="1162817"/>
                </a:cubicBezTo>
                <a:cubicBezTo>
                  <a:pt x="9107210" y="1160042"/>
                  <a:pt x="9147207" y="1157268"/>
                  <a:pt x="9176815" y="1148205"/>
                </a:cubicBezTo>
                <a:cubicBezTo>
                  <a:pt x="9160139" y="1152312"/>
                  <a:pt x="9173917" y="1143611"/>
                  <a:pt x="9182255" y="1141557"/>
                </a:cubicBezTo>
                <a:cubicBezTo>
                  <a:pt x="9193492" y="1144096"/>
                  <a:pt x="9214762" y="1137087"/>
                  <a:pt x="9209322" y="1143737"/>
                </a:cubicBezTo>
                <a:cubicBezTo>
                  <a:pt x="9241829" y="1139267"/>
                  <a:pt x="9253912" y="1138062"/>
                  <a:pt x="9290166" y="1134440"/>
                </a:cubicBezTo>
                <a:cubicBezTo>
                  <a:pt x="9301403" y="1136979"/>
                  <a:pt x="9308894" y="1138674"/>
                  <a:pt x="9320131" y="1141213"/>
                </a:cubicBezTo>
                <a:cubicBezTo>
                  <a:pt x="9333062" y="1136259"/>
                  <a:pt x="9352638" y="1136745"/>
                  <a:pt x="9372214" y="1137231"/>
                </a:cubicBezTo>
                <a:cubicBezTo>
                  <a:pt x="9390940" y="1141466"/>
                  <a:pt x="9406770" y="1141105"/>
                  <a:pt x="9415957" y="1135303"/>
                </a:cubicBezTo>
                <a:cubicBezTo>
                  <a:pt x="9415957" y="1135303"/>
                  <a:pt x="9415957" y="1135303"/>
                  <a:pt x="9416804" y="1131556"/>
                </a:cubicBezTo>
                <a:cubicBezTo>
                  <a:pt x="9409313" y="1129862"/>
                  <a:pt x="9405567" y="1129016"/>
                  <a:pt x="9398076" y="1127322"/>
                </a:cubicBezTo>
                <a:cubicBezTo>
                  <a:pt x="9379348" y="1123087"/>
                  <a:pt x="9359772" y="1122602"/>
                  <a:pt x="9339349" y="1125863"/>
                </a:cubicBezTo>
                <a:close/>
                <a:moveTo>
                  <a:pt x="1478794" y="1120425"/>
                </a:moveTo>
                <a:cubicBezTo>
                  <a:pt x="1486407" y="1123340"/>
                  <a:pt x="1493433" y="1127421"/>
                  <a:pt x="1496361" y="1136748"/>
                </a:cubicBezTo>
                <a:cubicBezTo>
                  <a:pt x="1496947" y="1138496"/>
                  <a:pt x="1500460" y="1139663"/>
                  <a:pt x="1499875" y="1143161"/>
                </a:cubicBezTo>
                <a:cubicBezTo>
                  <a:pt x="1498118" y="1152489"/>
                  <a:pt x="1505145" y="1155403"/>
                  <a:pt x="1511002" y="1157153"/>
                </a:cubicBezTo>
                <a:cubicBezTo>
                  <a:pt x="1515101" y="1158318"/>
                  <a:pt x="1517442" y="1160066"/>
                  <a:pt x="1519785" y="1162399"/>
                </a:cubicBezTo>
                <a:cubicBezTo>
                  <a:pt x="1526813" y="1168812"/>
                  <a:pt x="1526227" y="1177556"/>
                  <a:pt x="1527983" y="1185718"/>
                </a:cubicBezTo>
                <a:cubicBezTo>
                  <a:pt x="1529155" y="1193297"/>
                  <a:pt x="1525642" y="1199125"/>
                  <a:pt x="1522713" y="1205539"/>
                </a:cubicBezTo>
                <a:cubicBezTo>
                  <a:pt x="1519785" y="1212534"/>
                  <a:pt x="1515101" y="1218364"/>
                  <a:pt x="1506317" y="1218364"/>
                </a:cubicBezTo>
                <a:cubicBezTo>
                  <a:pt x="1505145" y="1218364"/>
                  <a:pt x="1504561" y="1218948"/>
                  <a:pt x="1504561" y="1220696"/>
                </a:cubicBezTo>
                <a:cubicBezTo>
                  <a:pt x="1500460" y="1220696"/>
                  <a:pt x="1496947" y="1220696"/>
                  <a:pt x="1492848" y="1220696"/>
                </a:cubicBezTo>
                <a:cubicBezTo>
                  <a:pt x="1489919" y="1216615"/>
                  <a:pt x="1484064" y="1217199"/>
                  <a:pt x="1479965" y="1214283"/>
                </a:cubicBezTo>
                <a:cubicBezTo>
                  <a:pt x="1475866" y="1211369"/>
                  <a:pt x="1472351" y="1209037"/>
                  <a:pt x="1471180" y="1203790"/>
                </a:cubicBezTo>
                <a:cubicBezTo>
                  <a:pt x="1470594" y="1197960"/>
                  <a:pt x="1467667" y="1192714"/>
                  <a:pt x="1464738" y="1188050"/>
                </a:cubicBezTo>
                <a:cubicBezTo>
                  <a:pt x="1461810" y="1182802"/>
                  <a:pt x="1459467" y="1177556"/>
                  <a:pt x="1456541" y="1172893"/>
                </a:cubicBezTo>
                <a:cubicBezTo>
                  <a:pt x="1454198" y="1167646"/>
                  <a:pt x="1449513" y="1162982"/>
                  <a:pt x="1443657" y="1160066"/>
                </a:cubicBezTo>
                <a:cubicBezTo>
                  <a:pt x="1443657" y="1153071"/>
                  <a:pt x="1443657" y="1146076"/>
                  <a:pt x="1443657" y="1139080"/>
                </a:cubicBezTo>
                <a:cubicBezTo>
                  <a:pt x="1447171" y="1137331"/>
                  <a:pt x="1448927" y="1134999"/>
                  <a:pt x="1450685" y="1130918"/>
                </a:cubicBezTo>
                <a:cubicBezTo>
                  <a:pt x="1453028" y="1126255"/>
                  <a:pt x="1458297" y="1122757"/>
                  <a:pt x="1463567" y="1122757"/>
                </a:cubicBezTo>
                <a:cubicBezTo>
                  <a:pt x="1468838" y="1122757"/>
                  <a:pt x="1473523" y="1121591"/>
                  <a:pt x="1478794" y="1120425"/>
                </a:cubicBezTo>
                <a:close/>
                <a:moveTo>
                  <a:pt x="728989" y="1116721"/>
                </a:moveTo>
                <a:cubicBezTo>
                  <a:pt x="736370" y="1116143"/>
                  <a:pt x="743028" y="1116721"/>
                  <a:pt x="745343" y="1120768"/>
                </a:cubicBezTo>
                <a:lnTo>
                  <a:pt x="755487" y="1129914"/>
                </a:lnTo>
                <a:lnTo>
                  <a:pt x="767755" y="1118514"/>
                </a:lnTo>
                <a:cubicBezTo>
                  <a:pt x="773026" y="1119680"/>
                  <a:pt x="777711" y="1120847"/>
                  <a:pt x="782981" y="1120847"/>
                </a:cubicBezTo>
                <a:cubicBezTo>
                  <a:pt x="788252" y="1120847"/>
                  <a:pt x="793521" y="1124344"/>
                  <a:pt x="795864" y="1129007"/>
                </a:cubicBezTo>
                <a:cubicBezTo>
                  <a:pt x="797621" y="1133088"/>
                  <a:pt x="799378" y="1135421"/>
                  <a:pt x="802891" y="1137169"/>
                </a:cubicBezTo>
                <a:cubicBezTo>
                  <a:pt x="802891" y="1144165"/>
                  <a:pt x="802891" y="1151160"/>
                  <a:pt x="802891" y="1158156"/>
                </a:cubicBezTo>
                <a:lnTo>
                  <a:pt x="800149" y="1160887"/>
                </a:lnTo>
                <a:lnTo>
                  <a:pt x="803231" y="1165863"/>
                </a:lnTo>
                <a:cubicBezTo>
                  <a:pt x="805546" y="1175112"/>
                  <a:pt x="821754" y="1180893"/>
                  <a:pt x="806704" y="1193613"/>
                </a:cubicBezTo>
                <a:cubicBezTo>
                  <a:pt x="802072" y="1197082"/>
                  <a:pt x="803231" y="1204019"/>
                  <a:pt x="807861" y="1205175"/>
                </a:cubicBezTo>
                <a:cubicBezTo>
                  <a:pt x="826385" y="1212114"/>
                  <a:pt x="825228" y="1222520"/>
                  <a:pt x="813650" y="1236395"/>
                </a:cubicBezTo>
                <a:cubicBezTo>
                  <a:pt x="810176" y="1241019"/>
                  <a:pt x="814808" y="1246801"/>
                  <a:pt x="817123" y="1251426"/>
                </a:cubicBezTo>
                <a:cubicBezTo>
                  <a:pt x="821754" y="1258363"/>
                  <a:pt x="822912" y="1265302"/>
                  <a:pt x="815965" y="1271083"/>
                </a:cubicBezTo>
                <a:cubicBezTo>
                  <a:pt x="809019" y="1276864"/>
                  <a:pt x="810176" y="1283802"/>
                  <a:pt x="807861" y="1290740"/>
                </a:cubicBezTo>
                <a:cubicBezTo>
                  <a:pt x="802072" y="1308084"/>
                  <a:pt x="795125" y="1330053"/>
                  <a:pt x="782391" y="1338147"/>
                </a:cubicBezTo>
                <a:cubicBezTo>
                  <a:pt x="754604" y="1355491"/>
                  <a:pt x="727976" y="1373991"/>
                  <a:pt x="700190" y="1390179"/>
                </a:cubicBezTo>
                <a:cubicBezTo>
                  <a:pt x="697874" y="1390179"/>
                  <a:pt x="693242" y="1390179"/>
                  <a:pt x="692086" y="1387867"/>
                </a:cubicBezTo>
                <a:cubicBezTo>
                  <a:pt x="680507" y="1377460"/>
                  <a:pt x="670088" y="1368210"/>
                  <a:pt x="655038" y="1383241"/>
                </a:cubicBezTo>
                <a:cubicBezTo>
                  <a:pt x="650406" y="1389023"/>
                  <a:pt x="646933" y="1383241"/>
                  <a:pt x="645776" y="1378617"/>
                </a:cubicBezTo>
                <a:cubicBezTo>
                  <a:pt x="642303" y="1358961"/>
                  <a:pt x="633040" y="1358961"/>
                  <a:pt x="619146" y="1370523"/>
                </a:cubicBezTo>
                <a:cubicBezTo>
                  <a:pt x="609885" y="1378617"/>
                  <a:pt x="605254" y="1376305"/>
                  <a:pt x="605254" y="1364740"/>
                </a:cubicBezTo>
                <a:cubicBezTo>
                  <a:pt x="605254" y="1357803"/>
                  <a:pt x="607569" y="1349710"/>
                  <a:pt x="597150" y="1348553"/>
                </a:cubicBezTo>
                <a:cubicBezTo>
                  <a:pt x="573994" y="1343929"/>
                  <a:pt x="564732" y="1327740"/>
                  <a:pt x="565890" y="1306928"/>
                </a:cubicBezTo>
                <a:cubicBezTo>
                  <a:pt x="567047" y="1291896"/>
                  <a:pt x="562417" y="1284958"/>
                  <a:pt x="551997" y="1279177"/>
                </a:cubicBezTo>
                <a:cubicBezTo>
                  <a:pt x="551997" y="1274552"/>
                  <a:pt x="551997" y="1269926"/>
                  <a:pt x="551997" y="1265302"/>
                </a:cubicBezTo>
                <a:cubicBezTo>
                  <a:pt x="563575" y="1258363"/>
                  <a:pt x="567047" y="1245645"/>
                  <a:pt x="563575" y="1234082"/>
                </a:cubicBezTo>
                <a:cubicBezTo>
                  <a:pt x="557785" y="1213269"/>
                  <a:pt x="564732" y="1197082"/>
                  <a:pt x="579783" y="1183207"/>
                </a:cubicBezTo>
                <a:cubicBezTo>
                  <a:pt x="585573" y="1177425"/>
                  <a:pt x="591361" y="1172799"/>
                  <a:pt x="593677" y="1164706"/>
                </a:cubicBezTo>
                <a:cubicBezTo>
                  <a:pt x="595991" y="1151986"/>
                  <a:pt x="602938" y="1145049"/>
                  <a:pt x="615673" y="1146205"/>
                </a:cubicBezTo>
                <a:cubicBezTo>
                  <a:pt x="624936" y="1146205"/>
                  <a:pt x="631882" y="1140424"/>
                  <a:pt x="635355" y="1135799"/>
                </a:cubicBezTo>
                <a:cubicBezTo>
                  <a:pt x="655038" y="1108049"/>
                  <a:pt x="683981" y="1123080"/>
                  <a:pt x="708295" y="1119611"/>
                </a:cubicBezTo>
                <a:cubicBezTo>
                  <a:pt x="713505" y="1119033"/>
                  <a:pt x="721608" y="1117298"/>
                  <a:pt x="728989" y="1116721"/>
                </a:cubicBezTo>
                <a:close/>
                <a:moveTo>
                  <a:pt x="4481236" y="1115804"/>
                </a:moveTo>
                <a:cubicBezTo>
                  <a:pt x="4463584" y="1124631"/>
                  <a:pt x="4432690" y="1129045"/>
                  <a:pt x="4428277" y="1137871"/>
                </a:cubicBezTo>
                <a:cubicBezTo>
                  <a:pt x="4428277" y="1137871"/>
                  <a:pt x="4423862" y="1137871"/>
                  <a:pt x="4419450" y="1137871"/>
                </a:cubicBezTo>
                <a:cubicBezTo>
                  <a:pt x="4419450" y="1137871"/>
                  <a:pt x="4415036" y="1137871"/>
                  <a:pt x="4415036" y="1142285"/>
                </a:cubicBezTo>
                <a:cubicBezTo>
                  <a:pt x="4388557" y="1142285"/>
                  <a:pt x="4366490" y="1155525"/>
                  <a:pt x="4344424" y="1164352"/>
                </a:cubicBezTo>
                <a:lnTo>
                  <a:pt x="4201432" y="1218455"/>
                </a:lnTo>
                <a:lnTo>
                  <a:pt x="4204241" y="1236168"/>
                </a:lnTo>
                <a:lnTo>
                  <a:pt x="4207611" y="1234964"/>
                </a:lnTo>
                <a:cubicBezTo>
                  <a:pt x="4207611" y="1234964"/>
                  <a:pt x="4212023" y="1234965"/>
                  <a:pt x="4212023" y="1234965"/>
                </a:cubicBezTo>
                <a:cubicBezTo>
                  <a:pt x="4216438" y="1234965"/>
                  <a:pt x="4216438" y="1234965"/>
                  <a:pt x="4220849" y="1234965"/>
                </a:cubicBezTo>
                <a:cubicBezTo>
                  <a:pt x="4220850" y="1230551"/>
                  <a:pt x="4220850" y="1230551"/>
                  <a:pt x="4220850" y="1230551"/>
                </a:cubicBezTo>
                <a:cubicBezTo>
                  <a:pt x="4247330" y="1217312"/>
                  <a:pt x="4269398" y="1204071"/>
                  <a:pt x="4287051" y="1199658"/>
                </a:cubicBezTo>
                <a:cubicBezTo>
                  <a:pt x="4300289" y="1186418"/>
                  <a:pt x="4340009" y="1177592"/>
                  <a:pt x="4375317" y="1164351"/>
                </a:cubicBezTo>
                <a:cubicBezTo>
                  <a:pt x="4384144" y="1155525"/>
                  <a:pt x="4415036" y="1151110"/>
                  <a:pt x="4423862" y="1146697"/>
                </a:cubicBezTo>
                <a:cubicBezTo>
                  <a:pt x="4423862" y="1146697"/>
                  <a:pt x="4428277" y="1146697"/>
                  <a:pt x="4428277" y="1146697"/>
                </a:cubicBezTo>
                <a:cubicBezTo>
                  <a:pt x="4428277" y="1146697"/>
                  <a:pt x="4432690" y="1146697"/>
                  <a:pt x="4432690" y="1146697"/>
                </a:cubicBezTo>
                <a:cubicBezTo>
                  <a:pt x="4437104" y="1146697"/>
                  <a:pt x="4437104" y="1146697"/>
                  <a:pt x="4437104" y="1146697"/>
                </a:cubicBezTo>
                <a:cubicBezTo>
                  <a:pt x="4441515" y="1142285"/>
                  <a:pt x="4441515" y="1142285"/>
                  <a:pt x="4437104" y="1142285"/>
                </a:cubicBezTo>
                <a:cubicBezTo>
                  <a:pt x="4450344" y="1137871"/>
                  <a:pt x="4441516" y="1137871"/>
                  <a:pt x="4441516" y="1133457"/>
                </a:cubicBezTo>
                <a:cubicBezTo>
                  <a:pt x="4454756" y="1137872"/>
                  <a:pt x="4454756" y="1124631"/>
                  <a:pt x="4472409" y="1124632"/>
                </a:cubicBezTo>
                <a:cubicBezTo>
                  <a:pt x="4467996" y="1120218"/>
                  <a:pt x="4481236" y="1120219"/>
                  <a:pt x="4481236" y="1115804"/>
                </a:cubicBezTo>
                <a:close/>
                <a:moveTo>
                  <a:pt x="2482521" y="1113340"/>
                </a:moveTo>
                <a:cubicBezTo>
                  <a:pt x="2487471" y="1114436"/>
                  <a:pt x="2491870" y="1115530"/>
                  <a:pt x="2496819" y="1115530"/>
                </a:cubicBezTo>
                <a:cubicBezTo>
                  <a:pt x="2501768" y="1115530"/>
                  <a:pt x="2506716" y="1118814"/>
                  <a:pt x="2508916" y="1123194"/>
                </a:cubicBezTo>
                <a:cubicBezTo>
                  <a:pt x="2510565" y="1127025"/>
                  <a:pt x="2512215" y="1129215"/>
                  <a:pt x="2515514" y="1130857"/>
                </a:cubicBezTo>
                <a:cubicBezTo>
                  <a:pt x="2515514" y="1137426"/>
                  <a:pt x="2515514" y="1143995"/>
                  <a:pt x="2515514" y="1150564"/>
                </a:cubicBezTo>
                <a:cubicBezTo>
                  <a:pt x="2510015" y="1153301"/>
                  <a:pt x="2505616" y="1157681"/>
                  <a:pt x="2503417" y="1162607"/>
                </a:cubicBezTo>
                <a:cubicBezTo>
                  <a:pt x="2500668" y="1166986"/>
                  <a:pt x="2498469" y="1171913"/>
                  <a:pt x="2495719" y="1176840"/>
                </a:cubicBezTo>
                <a:cubicBezTo>
                  <a:pt x="2492970" y="1181219"/>
                  <a:pt x="2490220" y="1186145"/>
                  <a:pt x="2489670" y="1191619"/>
                </a:cubicBezTo>
                <a:cubicBezTo>
                  <a:pt x="2488570" y="1196547"/>
                  <a:pt x="2485271" y="1198736"/>
                  <a:pt x="2481422" y="1201473"/>
                </a:cubicBezTo>
                <a:cubicBezTo>
                  <a:pt x="2477572" y="1204210"/>
                  <a:pt x="2472074" y="1203662"/>
                  <a:pt x="2469325" y="1207494"/>
                </a:cubicBezTo>
                <a:cubicBezTo>
                  <a:pt x="2465476" y="1207494"/>
                  <a:pt x="2462176" y="1207494"/>
                  <a:pt x="2458327" y="1207494"/>
                </a:cubicBezTo>
                <a:cubicBezTo>
                  <a:pt x="2458327" y="1205852"/>
                  <a:pt x="2457777" y="1205304"/>
                  <a:pt x="2456677" y="1205304"/>
                </a:cubicBezTo>
                <a:cubicBezTo>
                  <a:pt x="2448430" y="1205304"/>
                  <a:pt x="2444031" y="1199831"/>
                  <a:pt x="2441281" y="1193261"/>
                </a:cubicBezTo>
                <a:cubicBezTo>
                  <a:pt x="2438532" y="1187240"/>
                  <a:pt x="2435232" y="1181766"/>
                  <a:pt x="2436332" y="1174650"/>
                </a:cubicBezTo>
                <a:cubicBezTo>
                  <a:pt x="2437982" y="1166986"/>
                  <a:pt x="2437432" y="1158775"/>
                  <a:pt x="2444031" y="1152754"/>
                </a:cubicBezTo>
                <a:cubicBezTo>
                  <a:pt x="2446230" y="1150564"/>
                  <a:pt x="2448430" y="1148922"/>
                  <a:pt x="2452278" y="1147827"/>
                </a:cubicBezTo>
                <a:cubicBezTo>
                  <a:pt x="2457777" y="1146184"/>
                  <a:pt x="2464376" y="1143448"/>
                  <a:pt x="2462726" y="1134689"/>
                </a:cubicBezTo>
                <a:cubicBezTo>
                  <a:pt x="2462176" y="1131405"/>
                  <a:pt x="2465476" y="1130309"/>
                  <a:pt x="2466026" y="1128667"/>
                </a:cubicBezTo>
                <a:cubicBezTo>
                  <a:pt x="2468775" y="1119909"/>
                  <a:pt x="2475373" y="1116078"/>
                  <a:pt x="2482521" y="1113340"/>
                </a:cubicBezTo>
                <a:close/>
                <a:moveTo>
                  <a:pt x="8962880" y="1089485"/>
                </a:moveTo>
                <a:lnTo>
                  <a:pt x="8767012" y="1125151"/>
                </a:lnTo>
                <a:lnTo>
                  <a:pt x="8743275" y="1130603"/>
                </a:lnTo>
                <a:lnTo>
                  <a:pt x="8739829" y="1132153"/>
                </a:lnTo>
                <a:cubicBezTo>
                  <a:pt x="8724946" y="1136769"/>
                  <a:pt x="8701166" y="1141124"/>
                  <a:pt x="8703136" y="1147203"/>
                </a:cubicBezTo>
                <a:lnTo>
                  <a:pt x="8699085" y="1148518"/>
                </a:lnTo>
                <a:cubicBezTo>
                  <a:pt x="8693717" y="1145780"/>
                  <a:pt x="8685611" y="1148409"/>
                  <a:pt x="8681560" y="1149723"/>
                </a:cubicBezTo>
                <a:cubicBezTo>
                  <a:pt x="8680243" y="1145670"/>
                  <a:pt x="8680243" y="1145670"/>
                  <a:pt x="8680243" y="1145670"/>
                </a:cubicBezTo>
                <a:lnTo>
                  <a:pt x="8680065" y="1145122"/>
                </a:lnTo>
                <a:lnTo>
                  <a:pt x="8648083" y="1152467"/>
                </a:lnTo>
                <a:lnTo>
                  <a:pt x="8631892" y="1157282"/>
                </a:lnTo>
                <a:lnTo>
                  <a:pt x="8638440" y="1156831"/>
                </a:lnTo>
                <a:lnTo>
                  <a:pt x="8604542" y="1165415"/>
                </a:lnTo>
                <a:lnTo>
                  <a:pt x="8570032" y="1175677"/>
                </a:lnTo>
                <a:lnTo>
                  <a:pt x="8557093" y="1180504"/>
                </a:lnTo>
                <a:cubicBezTo>
                  <a:pt x="8550672" y="1182937"/>
                  <a:pt x="8545182" y="1184996"/>
                  <a:pt x="8541130" y="1186312"/>
                </a:cubicBezTo>
                <a:cubicBezTo>
                  <a:pt x="8541130" y="1186312"/>
                  <a:pt x="8537077" y="1187626"/>
                  <a:pt x="8537077" y="1187626"/>
                </a:cubicBezTo>
                <a:lnTo>
                  <a:pt x="8493924" y="1202024"/>
                </a:lnTo>
                <a:lnTo>
                  <a:pt x="8438330" y="1224137"/>
                </a:lnTo>
                <a:lnTo>
                  <a:pt x="8450062" y="1220332"/>
                </a:lnTo>
                <a:cubicBezTo>
                  <a:pt x="8480647" y="1210412"/>
                  <a:pt x="8504962" y="1202524"/>
                  <a:pt x="8538392" y="1191679"/>
                </a:cubicBezTo>
                <a:cubicBezTo>
                  <a:pt x="8535654" y="1197047"/>
                  <a:pt x="8539705" y="1195732"/>
                  <a:pt x="8545074" y="1198470"/>
                </a:cubicBezTo>
                <a:cubicBezTo>
                  <a:pt x="8549126" y="1197155"/>
                  <a:pt x="8549126" y="1197155"/>
                  <a:pt x="8549126" y="1197155"/>
                </a:cubicBezTo>
                <a:cubicBezTo>
                  <a:pt x="8547812" y="1193103"/>
                  <a:pt x="8547812" y="1193103"/>
                  <a:pt x="8547812" y="1193103"/>
                </a:cubicBezTo>
                <a:cubicBezTo>
                  <a:pt x="8582973" y="1177219"/>
                  <a:pt x="8624708" y="1181601"/>
                  <a:pt x="8632924" y="1165497"/>
                </a:cubicBezTo>
                <a:cubicBezTo>
                  <a:pt x="8631608" y="1161445"/>
                  <a:pt x="8631608" y="1161445"/>
                  <a:pt x="8631608" y="1161445"/>
                </a:cubicBezTo>
                <a:cubicBezTo>
                  <a:pt x="8636976" y="1164183"/>
                  <a:pt x="8645081" y="1161554"/>
                  <a:pt x="8649135" y="1160240"/>
                </a:cubicBezTo>
                <a:cubicBezTo>
                  <a:pt x="8653188" y="1158925"/>
                  <a:pt x="8657240" y="1157611"/>
                  <a:pt x="8657240" y="1157611"/>
                </a:cubicBezTo>
                <a:cubicBezTo>
                  <a:pt x="8658554" y="1161662"/>
                  <a:pt x="8661184" y="1169769"/>
                  <a:pt x="8658447" y="1175135"/>
                </a:cubicBezTo>
                <a:cubicBezTo>
                  <a:pt x="8654392" y="1176451"/>
                  <a:pt x="8646287" y="1179080"/>
                  <a:pt x="8642234" y="1180394"/>
                </a:cubicBezTo>
                <a:cubicBezTo>
                  <a:pt x="8634127" y="1183023"/>
                  <a:pt x="8624708" y="1181601"/>
                  <a:pt x="8617916" y="1188282"/>
                </a:cubicBezTo>
                <a:cubicBezTo>
                  <a:pt x="8617916" y="1188282"/>
                  <a:pt x="8613864" y="1189596"/>
                  <a:pt x="8613864" y="1189596"/>
                </a:cubicBezTo>
                <a:cubicBezTo>
                  <a:pt x="8613864" y="1189596"/>
                  <a:pt x="8613864" y="1189596"/>
                  <a:pt x="8609810" y="1190910"/>
                </a:cubicBezTo>
                <a:cubicBezTo>
                  <a:pt x="8605758" y="1192225"/>
                  <a:pt x="8605758" y="1192225"/>
                  <a:pt x="8601704" y="1193539"/>
                </a:cubicBezTo>
                <a:cubicBezTo>
                  <a:pt x="8597652" y="1194854"/>
                  <a:pt x="8597652" y="1194854"/>
                  <a:pt x="8597652" y="1194854"/>
                </a:cubicBezTo>
                <a:lnTo>
                  <a:pt x="8598521" y="1195297"/>
                </a:lnTo>
                <a:lnTo>
                  <a:pt x="8676247" y="1172771"/>
                </a:lnTo>
                <a:lnTo>
                  <a:pt x="8688108" y="1169975"/>
                </a:lnTo>
                <a:lnTo>
                  <a:pt x="8682763" y="1167249"/>
                </a:lnTo>
                <a:cubicBezTo>
                  <a:pt x="8666552" y="1172506"/>
                  <a:pt x="8666552" y="1172506"/>
                  <a:pt x="8666552" y="1172506"/>
                </a:cubicBezTo>
                <a:cubicBezTo>
                  <a:pt x="8669290" y="1167141"/>
                  <a:pt x="8670714" y="1157719"/>
                  <a:pt x="8669400" y="1153666"/>
                </a:cubicBezTo>
                <a:cubicBezTo>
                  <a:pt x="8673453" y="1152352"/>
                  <a:pt x="8677506" y="1151038"/>
                  <a:pt x="8677506" y="1151038"/>
                </a:cubicBezTo>
                <a:cubicBezTo>
                  <a:pt x="8681560" y="1149723"/>
                  <a:pt x="8681560" y="1149723"/>
                  <a:pt x="8681560" y="1149723"/>
                </a:cubicBezTo>
                <a:cubicBezTo>
                  <a:pt x="8678820" y="1155090"/>
                  <a:pt x="8678820" y="1155090"/>
                  <a:pt x="8678820" y="1155090"/>
                </a:cubicBezTo>
                <a:cubicBezTo>
                  <a:pt x="8678820" y="1155090"/>
                  <a:pt x="8682872" y="1153776"/>
                  <a:pt x="8684188" y="1157828"/>
                </a:cubicBezTo>
                <a:cubicBezTo>
                  <a:pt x="8688240" y="1156514"/>
                  <a:pt x="8686925" y="1152462"/>
                  <a:pt x="8690978" y="1151147"/>
                </a:cubicBezTo>
                <a:cubicBezTo>
                  <a:pt x="8690978" y="1151147"/>
                  <a:pt x="8695032" y="1149831"/>
                  <a:pt x="8695032" y="1149831"/>
                </a:cubicBezTo>
                <a:cubicBezTo>
                  <a:pt x="8699085" y="1148518"/>
                  <a:pt x="8704452" y="1151256"/>
                  <a:pt x="8712558" y="1148627"/>
                </a:cubicBezTo>
                <a:cubicBezTo>
                  <a:pt x="8728770" y="1143368"/>
                  <a:pt x="8709818" y="1153994"/>
                  <a:pt x="8723292" y="1154103"/>
                </a:cubicBezTo>
                <a:cubicBezTo>
                  <a:pt x="8728770" y="1143368"/>
                  <a:pt x="8743557" y="1147530"/>
                  <a:pt x="8752976" y="1148955"/>
                </a:cubicBezTo>
                <a:cubicBezTo>
                  <a:pt x="8751662" y="1144901"/>
                  <a:pt x="8750347" y="1140848"/>
                  <a:pt x="8754400" y="1139534"/>
                </a:cubicBezTo>
                <a:cubicBezTo>
                  <a:pt x="8755715" y="1143587"/>
                  <a:pt x="8757029" y="1147641"/>
                  <a:pt x="8761082" y="1146325"/>
                </a:cubicBezTo>
                <a:cubicBezTo>
                  <a:pt x="8763819" y="1140958"/>
                  <a:pt x="8775980" y="1137014"/>
                  <a:pt x="8784086" y="1134385"/>
                </a:cubicBezTo>
                <a:cubicBezTo>
                  <a:pt x="8782661" y="1143805"/>
                  <a:pt x="8811030" y="1134604"/>
                  <a:pt x="8813769" y="1129236"/>
                </a:cubicBezTo>
                <a:cubicBezTo>
                  <a:pt x="8817822" y="1127922"/>
                  <a:pt x="8817822" y="1127922"/>
                  <a:pt x="8817822" y="1127922"/>
                </a:cubicBezTo>
                <a:cubicBezTo>
                  <a:pt x="8829980" y="1123977"/>
                  <a:pt x="8820451" y="1136027"/>
                  <a:pt x="8832611" y="1132084"/>
                </a:cubicBezTo>
                <a:cubicBezTo>
                  <a:pt x="8839401" y="1125402"/>
                  <a:pt x="8842140" y="1120034"/>
                  <a:pt x="8863719" y="1117514"/>
                </a:cubicBezTo>
                <a:cubicBezTo>
                  <a:pt x="8873140" y="1118939"/>
                  <a:pt x="8886614" y="1119047"/>
                  <a:pt x="8898772" y="1115104"/>
                </a:cubicBezTo>
                <a:cubicBezTo>
                  <a:pt x="8902824" y="1113789"/>
                  <a:pt x="8910930" y="1111160"/>
                  <a:pt x="8916297" y="1113899"/>
                </a:cubicBezTo>
                <a:cubicBezTo>
                  <a:pt x="8941930" y="1110064"/>
                  <a:pt x="8921666" y="1116637"/>
                  <a:pt x="8940506" y="1119484"/>
                </a:cubicBezTo>
                <a:cubicBezTo>
                  <a:pt x="8943900" y="1116143"/>
                  <a:pt x="8949982" y="1114171"/>
                  <a:pt x="8957422" y="1112948"/>
                </a:cubicBezTo>
                <a:lnTo>
                  <a:pt x="8958432" y="1112866"/>
                </a:lnTo>
                <a:lnTo>
                  <a:pt x="8958301" y="1110616"/>
                </a:lnTo>
                <a:cubicBezTo>
                  <a:pt x="8958838" y="1109543"/>
                  <a:pt x="8959911" y="1108203"/>
                  <a:pt x="8959105" y="1107132"/>
                </a:cubicBezTo>
                <a:cubicBezTo>
                  <a:pt x="8956422" y="1103915"/>
                  <a:pt x="8956156" y="1101503"/>
                  <a:pt x="8960449" y="1099894"/>
                </a:cubicBezTo>
                <a:cubicBezTo>
                  <a:pt x="8961522" y="1099627"/>
                  <a:pt x="8961790" y="1098018"/>
                  <a:pt x="8960717" y="1097215"/>
                </a:cubicBezTo>
                <a:cubicBezTo>
                  <a:pt x="8957228" y="1094266"/>
                  <a:pt x="8960986" y="1092926"/>
                  <a:pt x="8961522" y="1090782"/>
                </a:cubicBezTo>
                <a:close/>
                <a:moveTo>
                  <a:pt x="9007281" y="1081399"/>
                </a:moveTo>
                <a:lnTo>
                  <a:pt x="8998709" y="1082960"/>
                </a:lnTo>
                <a:lnTo>
                  <a:pt x="9000433" y="1083813"/>
                </a:lnTo>
                <a:cubicBezTo>
                  <a:pt x="9001239" y="1084885"/>
                  <a:pt x="9002848" y="1086226"/>
                  <a:pt x="9004995" y="1086226"/>
                </a:cubicBezTo>
                <a:cubicBezTo>
                  <a:pt x="9007949" y="1085958"/>
                  <a:pt x="9009560" y="1087566"/>
                  <a:pt x="9010095" y="1090513"/>
                </a:cubicBezTo>
                <a:cubicBezTo>
                  <a:pt x="9010631" y="1092390"/>
                  <a:pt x="9011974" y="1093462"/>
                  <a:pt x="9013316" y="1094802"/>
                </a:cubicBezTo>
                <a:lnTo>
                  <a:pt x="9017024" y="1106446"/>
                </a:lnTo>
                <a:lnTo>
                  <a:pt x="9025506" y="1105352"/>
                </a:lnTo>
                <a:cubicBezTo>
                  <a:pt x="9006666" y="1102504"/>
                  <a:pt x="9041718" y="1100093"/>
                  <a:pt x="9041718" y="1100093"/>
                </a:cubicBezTo>
                <a:lnTo>
                  <a:pt x="9046778" y="1098452"/>
                </a:lnTo>
                <a:lnTo>
                  <a:pt x="9034686" y="1083029"/>
                </a:lnTo>
                <a:cubicBezTo>
                  <a:pt x="9027798" y="1079547"/>
                  <a:pt x="9018979" y="1079156"/>
                  <a:pt x="9007281" y="1081399"/>
                </a:cubicBezTo>
                <a:close/>
                <a:moveTo>
                  <a:pt x="11971024" y="1080295"/>
                </a:moveTo>
                <a:lnTo>
                  <a:pt x="11970808" y="1080656"/>
                </a:lnTo>
                <a:lnTo>
                  <a:pt x="11970556" y="1080405"/>
                </a:lnTo>
                <a:close/>
                <a:moveTo>
                  <a:pt x="4566882" y="1057328"/>
                </a:moveTo>
                <a:cubicBezTo>
                  <a:pt x="4566743" y="1057052"/>
                  <a:pt x="4565089" y="1057328"/>
                  <a:pt x="4560676" y="1058431"/>
                </a:cubicBezTo>
                <a:cubicBezTo>
                  <a:pt x="4560677" y="1062845"/>
                  <a:pt x="4547437" y="1062845"/>
                  <a:pt x="4547437" y="1062845"/>
                </a:cubicBezTo>
                <a:cubicBezTo>
                  <a:pt x="4556262" y="1058431"/>
                  <a:pt x="4551850" y="1058431"/>
                  <a:pt x="4547437" y="1058431"/>
                </a:cubicBezTo>
                <a:cubicBezTo>
                  <a:pt x="4543022" y="1067257"/>
                  <a:pt x="4525369" y="1067257"/>
                  <a:pt x="4512129" y="1076085"/>
                </a:cubicBezTo>
                <a:cubicBezTo>
                  <a:pt x="4512129" y="1076085"/>
                  <a:pt x="4507717" y="1076085"/>
                  <a:pt x="4503304" y="1076085"/>
                </a:cubicBezTo>
                <a:cubicBezTo>
                  <a:pt x="4503304" y="1076085"/>
                  <a:pt x="4498889" y="1076085"/>
                  <a:pt x="4498889" y="1076085"/>
                </a:cubicBezTo>
                <a:cubicBezTo>
                  <a:pt x="4494475" y="1076085"/>
                  <a:pt x="4494475" y="1076085"/>
                  <a:pt x="4494475" y="1076085"/>
                </a:cubicBezTo>
                <a:cubicBezTo>
                  <a:pt x="4494475" y="1076085"/>
                  <a:pt x="4494477" y="1080499"/>
                  <a:pt x="4494477" y="1080499"/>
                </a:cubicBezTo>
                <a:cubicBezTo>
                  <a:pt x="4490062" y="1080498"/>
                  <a:pt x="4490062" y="1080498"/>
                  <a:pt x="4485649" y="1080498"/>
                </a:cubicBezTo>
                <a:cubicBezTo>
                  <a:pt x="4481236" y="1076085"/>
                  <a:pt x="4490063" y="1076085"/>
                  <a:pt x="4490065" y="1071670"/>
                </a:cubicBezTo>
                <a:cubicBezTo>
                  <a:pt x="4481236" y="1071670"/>
                  <a:pt x="4481236" y="1076085"/>
                  <a:pt x="4476823" y="1076085"/>
                </a:cubicBezTo>
                <a:cubicBezTo>
                  <a:pt x="4476823" y="1076085"/>
                  <a:pt x="4476823" y="1076085"/>
                  <a:pt x="4472409" y="1076085"/>
                </a:cubicBezTo>
                <a:cubicBezTo>
                  <a:pt x="4472409" y="1076085"/>
                  <a:pt x="4467995" y="1076085"/>
                  <a:pt x="4467995" y="1076085"/>
                </a:cubicBezTo>
                <a:cubicBezTo>
                  <a:pt x="4463584" y="1076085"/>
                  <a:pt x="4463584" y="1076085"/>
                  <a:pt x="4463584" y="1076085"/>
                </a:cubicBezTo>
                <a:cubicBezTo>
                  <a:pt x="4445930" y="1080499"/>
                  <a:pt x="4445930" y="1080499"/>
                  <a:pt x="4445930" y="1080499"/>
                </a:cubicBezTo>
                <a:cubicBezTo>
                  <a:pt x="4441516" y="1084912"/>
                  <a:pt x="4441516" y="1084912"/>
                  <a:pt x="4441516" y="1084912"/>
                </a:cubicBezTo>
                <a:cubicBezTo>
                  <a:pt x="4437104" y="1080498"/>
                  <a:pt x="4437102" y="1084912"/>
                  <a:pt x="4437102" y="1084912"/>
                </a:cubicBezTo>
                <a:lnTo>
                  <a:pt x="4441516" y="1084912"/>
                </a:lnTo>
                <a:cubicBezTo>
                  <a:pt x="4415036" y="1093738"/>
                  <a:pt x="4423862" y="1093737"/>
                  <a:pt x="4397383" y="1098151"/>
                </a:cubicBezTo>
                <a:cubicBezTo>
                  <a:pt x="4392970" y="1098151"/>
                  <a:pt x="4392970" y="1098151"/>
                  <a:pt x="4388557" y="1098152"/>
                </a:cubicBezTo>
                <a:cubicBezTo>
                  <a:pt x="4384144" y="1102564"/>
                  <a:pt x="4384144" y="1102564"/>
                  <a:pt x="4388556" y="1102564"/>
                </a:cubicBezTo>
                <a:cubicBezTo>
                  <a:pt x="4375317" y="1102564"/>
                  <a:pt x="4353250" y="1106977"/>
                  <a:pt x="4348838" y="1115804"/>
                </a:cubicBezTo>
                <a:cubicBezTo>
                  <a:pt x="4357663" y="1111391"/>
                  <a:pt x="4357664" y="1115804"/>
                  <a:pt x="4348838" y="1120218"/>
                </a:cubicBezTo>
                <a:lnTo>
                  <a:pt x="4344424" y="1120218"/>
                </a:lnTo>
                <a:cubicBezTo>
                  <a:pt x="4344424" y="1115804"/>
                  <a:pt x="4344424" y="1115804"/>
                  <a:pt x="4344424" y="1115804"/>
                </a:cubicBezTo>
                <a:cubicBezTo>
                  <a:pt x="4344424" y="1115804"/>
                  <a:pt x="4344424" y="1115804"/>
                  <a:pt x="4340009" y="1115804"/>
                </a:cubicBezTo>
                <a:cubicBezTo>
                  <a:pt x="4340009" y="1115804"/>
                  <a:pt x="4340009" y="1115804"/>
                  <a:pt x="4335598" y="1120218"/>
                </a:cubicBezTo>
                <a:cubicBezTo>
                  <a:pt x="4309117" y="1120218"/>
                  <a:pt x="4242917" y="1151112"/>
                  <a:pt x="4212024" y="1159938"/>
                </a:cubicBezTo>
                <a:lnTo>
                  <a:pt x="4204720" y="1160981"/>
                </a:lnTo>
                <a:lnTo>
                  <a:pt x="4203153" y="1182170"/>
                </a:lnTo>
                <a:lnTo>
                  <a:pt x="4247332" y="1164351"/>
                </a:lnTo>
                <a:cubicBezTo>
                  <a:pt x="4260571" y="1159938"/>
                  <a:pt x="4273810" y="1151110"/>
                  <a:pt x="4282636" y="1146697"/>
                </a:cubicBezTo>
                <a:cubicBezTo>
                  <a:pt x="4282636" y="1146697"/>
                  <a:pt x="4278222" y="1151110"/>
                  <a:pt x="4278222" y="1151110"/>
                </a:cubicBezTo>
                <a:cubicBezTo>
                  <a:pt x="4295877" y="1146697"/>
                  <a:pt x="4313531" y="1137871"/>
                  <a:pt x="4326770" y="1133457"/>
                </a:cubicBezTo>
                <a:cubicBezTo>
                  <a:pt x="4331184" y="1133457"/>
                  <a:pt x="4340009" y="1133457"/>
                  <a:pt x="4340009" y="1133457"/>
                </a:cubicBezTo>
                <a:cubicBezTo>
                  <a:pt x="4384144" y="1120218"/>
                  <a:pt x="4441516" y="1102564"/>
                  <a:pt x="4481236" y="1089325"/>
                </a:cubicBezTo>
                <a:cubicBezTo>
                  <a:pt x="4481236" y="1089325"/>
                  <a:pt x="4481236" y="1089325"/>
                  <a:pt x="4481236" y="1093737"/>
                </a:cubicBezTo>
                <a:cubicBezTo>
                  <a:pt x="4481236" y="1093737"/>
                  <a:pt x="4485649" y="1093737"/>
                  <a:pt x="4485649" y="1093737"/>
                </a:cubicBezTo>
                <a:cubicBezTo>
                  <a:pt x="4485649" y="1093737"/>
                  <a:pt x="4490063" y="1089326"/>
                  <a:pt x="4490063" y="1089326"/>
                </a:cubicBezTo>
                <a:cubicBezTo>
                  <a:pt x="4503304" y="1084912"/>
                  <a:pt x="4551850" y="1080498"/>
                  <a:pt x="4538609" y="1076085"/>
                </a:cubicBezTo>
                <a:cubicBezTo>
                  <a:pt x="4543022" y="1076085"/>
                  <a:pt x="4543022" y="1076085"/>
                  <a:pt x="4543022" y="1076085"/>
                </a:cubicBezTo>
                <a:cubicBezTo>
                  <a:pt x="4547437" y="1076085"/>
                  <a:pt x="4547437" y="1076085"/>
                  <a:pt x="4547437" y="1076085"/>
                </a:cubicBezTo>
                <a:cubicBezTo>
                  <a:pt x="4547437" y="1071670"/>
                  <a:pt x="4547437" y="1071670"/>
                  <a:pt x="4547437" y="1071670"/>
                </a:cubicBezTo>
                <a:cubicBezTo>
                  <a:pt x="4543022" y="1071670"/>
                  <a:pt x="4543022" y="1071670"/>
                  <a:pt x="4543022" y="1071670"/>
                </a:cubicBezTo>
                <a:cubicBezTo>
                  <a:pt x="4538609" y="1062845"/>
                  <a:pt x="4556262" y="1067257"/>
                  <a:pt x="4560677" y="1067258"/>
                </a:cubicBezTo>
                <a:cubicBezTo>
                  <a:pt x="4554056" y="1063948"/>
                  <a:pt x="4567295" y="1058156"/>
                  <a:pt x="4566882" y="1057328"/>
                </a:cubicBezTo>
                <a:close/>
                <a:moveTo>
                  <a:pt x="1693947" y="1052444"/>
                </a:moveTo>
                <a:cubicBezTo>
                  <a:pt x="1696208" y="1051941"/>
                  <a:pt x="1697466" y="1053449"/>
                  <a:pt x="1698471" y="1054704"/>
                </a:cubicBezTo>
                <a:cubicBezTo>
                  <a:pt x="1701987" y="1058722"/>
                  <a:pt x="1705255" y="1062741"/>
                  <a:pt x="1711537" y="1060731"/>
                </a:cubicBezTo>
                <a:cubicBezTo>
                  <a:pt x="1712794" y="1060481"/>
                  <a:pt x="1713547" y="1061486"/>
                  <a:pt x="1714049" y="1062489"/>
                </a:cubicBezTo>
                <a:cubicBezTo>
                  <a:pt x="1716814" y="1067513"/>
                  <a:pt x="1721337" y="1071531"/>
                  <a:pt x="1725107" y="1075800"/>
                </a:cubicBezTo>
                <a:cubicBezTo>
                  <a:pt x="1730886" y="1082331"/>
                  <a:pt x="1734152" y="1089614"/>
                  <a:pt x="1731891" y="1098404"/>
                </a:cubicBezTo>
                <a:cubicBezTo>
                  <a:pt x="1731137" y="1101921"/>
                  <a:pt x="1733148" y="1104182"/>
                  <a:pt x="1735158" y="1106190"/>
                </a:cubicBezTo>
                <a:cubicBezTo>
                  <a:pt x="1739681" y="1110963"/>
                  <a:pt x="1739430" y="1113474"/>
                  <a:pt x="1734403" y="1117242"/>
                </a:cubicBezTo>
                <a:cubicBezTo>
                  <a:pt x="1728876" y="1121010"/>
                  <a:pt x="1728876" y="1121010"/>
                  <a:pt x="1733399" y="1126534"/>
                </a:cubicBezTo>
                <a:cubicBezTo>
                  <a:pt x="1734403" y="1127790"/>
                  <a:pt x="1735158" y="1128794"/>
                  <a:pt x="1733650" y="1130301"/>
                </a:cubicBezTo>
                <a:cubicBezTo>
                  <a:pt x="1728623" y="1136078"/>
                  <a:pt x="1724100" y="1141854"/>
                  <a:pt x="1718825" y="1147379"/>
                </a:cubicBezTo>
                <a:cubicBezTo>
                  <a:pt x="1715056" y="1151649"/>
                  <a:pt x="1710280" y="1154412"/>
                  <a:pt x="1704753" y="1155668"/>
                </a:cubicBezTo>
                <a:cubicBezTo>
                  <a:pt x="1701235" y="1156672"/>
                  <a:pt x="1694451" y="1165714"/>
                  <a:pt x="1694198" y="1169481"/>
                </a:cubicBezTo>
                <a:cubicBezTo>
                  <a:pt x="1694198" y="1170737"/>
                  <a:pt x="1694198" y="1171741"/>
                  <a:pt x="1695706" y="1172244"/>
                </a:cubicBezTo>
                <a:cubicBezTo>
                  <a:pt x="1703495" y="1175760"/>
                  <a:pt x="1707265" y="1182541"/>
                  <a:pt x="1710533" y="1189825"/>
                </a:cubicBezTo>
                <a:cubicBezTo>
                  <a:pt x="1711286" y="1191331"/>
                  <a:pt x="1711788" y="1192587"/>
                  <a:pt x="1712541" y="1193843"/>
                </a:cubicBezTo>
                <a:cubicBezTo>
                  <a:pt x="1715056" y="1197861"/>
                  <a:pt x="1716311" y="1201378"/>
                  <a:pt x="1714552" y="1206401"/>
                </a:cubicBezTo>
                <a:cubicBezTo>
                  <a:pt x="1712794" y="1211424"/>
                  <a:pt x="1715557" y="1216447"/>
                  <a:pt x="1718070" y="1220968"/>
                </a:cubicBezTo>
                <a:cubicBezTo>
                  <a:pt x="1719076" y="1223229"/>
                  <a:pt x="1719578" y="1224735"/>
                  <a:pt x="1717819" y="1226995"/>
                </a:cubicBezTo>
                <a:cubicBezTo>
                  <a:pt x="1710783" y="1236540"/>
                  <a:pt x="1705506" y="1247087"/>
                  <a:pt x="1704502" y="1259394"/>
                </a:cubicBezTo>
                <a:cubicBezTo>
                  <a:pt x="1704249" y="1261153"/>
                  <a:pt x="1703747" y="1261906"/>
                  <a:pt x="1701987" y="1261404"/>
                </a:cubicBezTo>
                <a:cubicBezTo>
                  <a:pt x="1694952" y="1259896"/>
                  <a:pt x="1690429" y="1263664"/>
                  <a:pt x="1686660" y="1268686"/>
                </a:cubicBezTo>
                <a:cubicBezTo>
                  <a:pt x="1684901" y="1270947"/>
                  <a:pt x="1683393" y="1272203"/>
                  <a:pt x="1680128" y="1270696"/>
                </a:cubicBezTo>
                <a:cubicBezTo>
                  <a:pt x="1676106" y="1268436"/>
                  <a:pt x="1672338" y="1270444"/>
                  <a:pt x="1669070" y="1273207"/>
                </a:cubicBezTo>
                <a:cubicBezTo>
                  <a:pt x="1666306" y="1275468"/>
                  <a:pt x="1663542" y="1278230"/>
                  <a:pt x="1660778" y="1280490"/>
                </a:cubicBezTo>
                <a:cubicBezTo>
                  <a:pt x="1659396" y="1281496"/>
                  <a:pt x="1658077" y="1282060"/>
                  <a:pt x="1657009" y="1281842"/>
                </a:cubicBezTo>
                <a:cubicBezTo>
                  <a:pt x="1655941" y="1281621"/>
                  <a:pt x="1655124" y="1280617"/>
                  <a:pt x="1654747" y="1278482"/>
                </a:cubicBezTo>
                <a:cubicBezTo>
                  <a:pt x="1654747" y="1277476"/>
                  <a:pt x="1654496" y="1276473"/>
                  <a:pt x="1653994" y="1275468"/>
                </a:cubicBezTo>
                <a:cubicBezTo>
                  <a:pt x="1653491" y="1274212"/>
                  <a:pt x="1653491" y="1272203"/>
                  <a:pt x="1651732" y="1271952"/>
                </a:cubicBezTo>
                <a:cubicBezTo>
                  <a:pt x="1650224" y="1271952"/>
                  <a:pt x="1649219" y="1273207"/>
                  <a:pt x="1648465" y="1274212"/>
                </a:cubicBezTo>
                <a:cubicBezTo>
                  <a:pt x="1644696" y="1278482"/>
                  <a:pt x="1643188" y="1278230"/>
                  <a:pt x="1640927" y="1272957"/>
                </a:cubicBezTo>
                <a:cubicBezTo>
                  <a:pt x="1640424" y="1271700"/>
                  <a:pt x="1640173" y="1270696"/>
                  <a:pt x="1639420" y="1269692"/>
                </a:cubicBezTo>
                <a:cubicBezTo>
                  <a:pt x="1638414" y="1268185"/>
                  <a:pt x="1637410" y="1266928"/>
                  <a:pt x="1634896" y="1267933"/>
                </a:cubicBezTo>
                <a:cubicBezTo>
                  <a:pt x="1632634" y="1269189"/>
                  <a:pt x="1632634" y="1270194"/>
                  <a:pt x="1633137" y="1272203"/>
                </a:cubicBezTo>
                <a:lnTo>
                  <a:pt x="1633561" y="1276001"/>
                </a:lnTo>
                <a:lnTo>
                  <a:pt x="1613922" y="1256470"/>
                </a:lnTo>
                <a:lnTo>
                  <a:pt x="1615045" y="1254873"/>
                </a:lnTo>
                <a:cubicBezTo>
                  <a:pt x="1615548" y="1252614"/>
                  <a:pt x="1614794" y="1251106"/>
                  <a:pt x="1612783" y="1250101"/>
                </a:cubicBezTo>
                <a:cubicBezTo>
                  <a:pt x="1611276" y="1249347"/>
                  <a:pt x="1609768" y="1248846"/>
                  <a:pt x="1608260" y="1248093"/>
                </a:cubicBezTo>
                <a:cubicBezTo>
                  <a:pt x="1605748" y="1246836"/>
                  <a:pt x="1604744" y="1245078"/>
                  <a:pt x="1605245" y="1242064"/>
                </a:cubicBezTo>
                <a:cubicBezTo>
                  <a:pt x="1606752" y="1233023"/>
                  <a:pt x="1603486" y="1226744"/>
                  <a:pt x="1595445" y="1222725"/>
                </a:cubicBezTo>
                <a:cubicBezTo>
                  <a:pt x="1594189" y="1221972"/>
                  <a:pt x="1591425" y="1222224"/>
                  <a:pt x="1591927" y="1219963"/>
                </a:cubicBezTo>
                <a:cubicBezTo>
                  <a:pt x="1592178" y="1217703"/>
                  <a:pt x="1594440" y="1217200"/>
                  <a:pt x="1596702" y="1216950"/>
                </a:cubicBezTo>
                <a:cubicBezTo>
                  <a:pt x="1596953" y="1216950"/>
                  <a:pt x="1597205" y="1216950"/>
                  <a:pt x="1597456" y="1216950"/>
                </a:cubicBezTo>
                <a:cubicBezTo>
                  <a:pt x="1603486" y="1215944"/>
                  <a:pt x="1605245" y="1213182"/>
                  <a:pt x="1602229" y="1208410"/>
                </a:cubicBezTo>
                <a:cubicBezTo>
                  <a:pt x="1599466" y="1203889"/>
                  <a:pt x="1600220" y="1200372"/>
                  <a:pt x="1602733" y="1196607"/>
                </a:cubicBezTo>
                <a:cubicBezTo>
                  <a:pt x="1605999" y="1191582"/>
                  <a:pt x="1608511" y="1186308"/>
                  <a:pt x="1607005" y="1180029"/>
                </a:cubicBezTo>
                <a:cubicBezTo>
                  <a:pt x="1606250" y="1177267"/>
                  <a:pt x="1609015" y="1176011"/>
                  <a:pt x="1610773" y="1175508"/>
                </a:cubicBezTo>
                <a:cubicBezTo>
                  <a:pt x="1617307" y="1173249"/>
                  <a:pt x="1620322" y="1168979"/>
                  <a:pt x="1621076" y="1162449"/>
                </a:cubicBezTo>
                <a:cubicBezTo>
                  <a:pt x="1621579" y="1158431"/>
                  <a:pt x="1623087" y="1157677"/>
                  <a:pt x="1627106" y="1160189"/>
                </a:cubicBezTo>
                <a:cubicBezTo>
                  <a:pt x="1635650" y="1165464"/>
                  <a:pt x="1648215" y="1161696"/>
                  <a:pt x="1651984" y="1152905"/>
                </a:cubicBezTo>
                <a:cubicBezTo>
                  <a:pt x="1652737" y="1151147"/>
                  <a:pt x="1653743" y="1148886"/>
                  <a:pt x="1651984" y="1147379"/>
                </a:cubicBezTo>
                <a:cubicBezTo>
                  <a:pt x="1650224" y="1145873"/>
                  <a:pt x="1647712" y="1145118"/>
                  <a:pt x="1645451" y="1146626"/>
                </a:cubicBezTo>
                <a:cubicBezTo>
                  <a:pt x="1643943" y="1147379"/>
                  <a:pt x="1642435" y="1148636"/>
                  <a:pt x="1640927" y="1149639"/>
                </a:cubicBezTo>
                <a:cubicBezTo>
                  <a:pt x="1639420" y="1150896"/>
                  <a:pt x="1637912" y="1151649"/>
                  <a:pt x="1636655" y="1150143"/>
                </a:cubicBezTo>
                <a:cubicBezTo>
                  <a:pt x="1635147" y="1148385"/>
                  <a:pt x="1636153" y="1146877"/>
                  <a:pt x="1637410" y="1145622"/>
                </a:cubicBezTo>
                <a:cubicBezTo>
                  <a:pt x="1638414" y="1144365"/>
                  <a:pt x="1639922" y="1143361"/>
                  <a:pt x="1640927" y="1142357"/>
                </a:cubicBezTo>
                <a:cubicBezTo>
                  <a:pt x="1643188" y="1140096"/>
                  <a:pt x="1644445" y="1137082"/>
                  <a:pt x="1642184" y="1134571"/>
                </a:cubicBezTo>
                <a:cubicBezTo>
                  <a:pt x="1640173" y="1132562"/>
                  <a:pt x="1637410" y="1134571"/>
                  <a:pt x="1635399" y="1136078"/>
                </a:cubicBezTo>
                <a:cubicBezTo>
                  <a:pt x="1633641" y="1137333"/>
                  <a:pt x="1632383" y="1139594"/>
                  <a:pt x="1630122" y="1140347"/>
                </a:cubicBezTo>
                <a:cubicBezTo>
                  <a:pt x="1626855" y="1141603"/>
                  <a:pt x="1624845" y="1141101"/>
                  <a:pt x="1625095" y="1137082"/>
                </a:cubicBezTo>
                <a:cubicBezTo>
                  <a:pt x="1625348" y="1131557"/>
                  <a:pt x="1627610" y="1127036"/>
                  <a:pt x="1630625" y="1122767"/>
                </a:cubicBezTo>
                <a:cubicBezTo>
                  <a:pt x="1634393" y="1117242"/>
                  <a:pt x="1634645" y="1114227"/>
                  <a:pt x="1630625" y="1108953"/>
                </a:cubicBezTo>
                <a:cubicBezTo>
                  <a:pt x="1629369" y="1106943"/>
                  <a:pt x="1627358" y="1105185"/>
                  <a:pt x="1625599" y="1103428"/>
                </a:cubicBezTo>
                <a:cubicBezTo>
                  <a:pt x="1624845" y="1102674"/>
                  <a:pt x="1623589" y="1101921"/>
                  <a:pt x="1624091" y="1100664"/>
                </a:cubicBezTo>
                <a:cubicBezTo>
                  <a:pt x="1624594" y="1099158"/>
                  <a:pt x="1625850" y="1098907"/>
                  <a:pt x="1626855" y="1099158"/>
                </a:cubicBezTo>
                <a:cubicBezTo>
                  <a:pt x="1631379" y="1100163"/>
                  <a:pt x="1632383" y="1098153"/>
                  <a:pt x="1632133" y="1094135"/>
                </a:cubicBezTo>
                <a:cubicBezTo>
                  <a:pt x="1631881" y="1089111"/>
                  <a:pt x="1635147" y="1085596"/>
                  <a:pt x="1638665" y="1082833"/>
                </a:cubicBezTo>
                <a:cubicBezTo>
                  <a:pt x="1641430" y="1080572"/>
                  <a:pt x="1641681" y="1078814"/>
                  <a:pt x="1638916" y="1076806"/>
                </a:cubicBezTo>
                <a:cubicBezTo>
                  <a:pt x="1637410" y="1075800"/>
                  <a:pt x="1636404" y="1074797"/>
                  <a:pt x="1636906" y="1072788"/>
                </a:cubicBezTo>
                <a:cubicBezTo>
                  <a:pt x="1637410" y="1070025"/>
                  <a:pt x="1639420" y="1070527"/>
                  <a:pt x="1641177" y="1070025"/>
                </a:cubicBezTo>
                <a:cubicBezTo>
                  <a:pt x="1642184" y="1069773"/>
                  <a:pt x="1643441" y="1069773"/>
                  <a:pt x="1644696" y="1069521"/>
                </a:cubicBezTo>
                <a:cubicBezTo>
                  <a:pt x="1651480" y="1068768"/>
                  <a:pt x="1652988" y="1065002"/>
                  <a:pt x="1648968" y="1059225"/>
                </a:cubicBezTo>
                <a:cubicBezTo>
                  <a:pt x="1648465" y="1058471"/>
                  <a:pt x="1647964" y="1057970"/>
                  <a:pt x="1647712" y="1057216"/>
                </a:cubicBezTo>
                <a:cubicBezTo>
                  <a:pt x="1646957" y="1055709"/>
                  <a:pt x="1646456" y="1053699"/>
                  <a:pt x="1647964" y="1052695"/>
                </a:cubicBezTo>
                <a:cubicBezTo>
                  <a:pt x="1649219" y="1051690"/>
                  <a:pt x="1650978" y="1052695"/>
                  <a:pt x="1651984" y="1053699"/>
                </a:cubicBezTo>
                <a:cubicBezTo>
                  <a:pt x="1652988" y="1054704"/>
                  <a:pt x="1653743" y="1055709"/>
                  <a:pt x="1654496" y="1056965"/>
                </a:cubicBezTo>
                <a:cubicBezTo>
                  <a:pt x="1656004" y="1058722"/>
                  <a:pt x="1657511" y="1059225"/>
                  <a:pt x="1659522" y="1057718"/>
                </a:cubicBezTo>
                <a:cubicBezTo>
                  <a:pt x="1664297" y="1054454"/>
                  <a:pt x="1669573" y="1053950"/>
                  <a:pt x="1674850" y="1053699"/>
                </a:cubicBezTo>
                <a:cubicBezTo>
                  <a:pt x="1681132" y="1053197"/>
                  <a:pt x="1687665" y="1053950"/>
                  <a:pt x="1693947" y="1052444"/>
                </a:cubicBezTo>
                <a:close/>
                <a:moveTo>
                  <a:pt x="7349352" y="1039895"/>
                </a:moveTo>
                <a:cubicBezTo>
                  <a:pt x="7354428" y="1041839"/>
                  <a:pt x="7359116" y="1044560"/>
                  <a:pt x="7361073" y="1050780"/>
                </a:cubicBezTo>
                <a:cubicBezTo>
                  <a:pt x="7361457" y="1051946"/>
                  <a:pt x="7363803" y="1052723"/>
                  <a:pt x="7363413" y="1055055"/>
                </a:cubicBezTo>
                <a:cubicBezTo>
                  <a:pt x="7362245" y="1061275"/>
                  <a:pt x="7366926" y="1063218"/>
                  <a:pt x="7370829" y="1064385"/>
                </a:cubicBezTo>
                <a:cubicBezTo>
                  <a:pt x="7373565" y="1065162"/>
                  <a:pt x="7375124" y="1066329"/>
                  <a:pt x="7376689" y="1067883"/>
                </a:cubicBezTo>
                <a:cubicBezTo>
                  <a:pt x="7381374" y="1072159"/>
                  <a:pt x="7380981" y="1077990"/>
                  <a:pt x="7382160" y="1083432"/>
                </a:cubicBezTo>
                <a:cubicBezTo>
                  <a:pt x="7382932" y="1088485"/>
                  <a:pt x="7380591" y="1092373"/>
                  <a:pt x="7378638" y="1096649"/>
                </a:cubicBezTo>
                <a:cubicBezTo>
                  <a:pt x="7376689" y="1101313"/>
                  <a:pt x="7373565" y="1105201"/>
                  <a:pt x="7367704" y="1105201"/>
                </a:cubicBezTo>
                <a:cubicBezTo>
                  <a:pt x="7366926" y="1105201"/>
                  <a:pt x="7366532" y="1105589"/>
                  <a:pt x="7366532" y="1106756"/>
                </a:cubicBezTo>
                <a:cubicBezTo>
                  <a:pt x="7363803" y="1106756"/>
                  <a:pt x="7361457" y="1106756"/>
                  <a:pt x="7358727" y="1106756"/>
                </a:cubicBezTo>
                <a:cubicBezTo>
                  <a:pt x="7356776" y="1104034"/>
                  <a:pt x="7352871" y="1104424"/>
                  <a:pt x="7350130" y="1102480"/>
                </a:cubicBezTo>
                <a:cubicBezTo>
                  <a:pt x="7347399" y="1100536"/>
                  <a:pt x="7345054" y="1098982"/>
                  <a:pt x="7344276" y="1095483"/>
                </a:cubicBezTo>
                <a:cubicBezTo>
                  <a:pt x="7343887" y="1091596"/>
                  <a:pt x="7341934" y="1088097"/>
                  <a:pt x="7339978" y="1084987"/>
                </a:cubicBezTo>
                <a:cubicBezTo>
                  <a:pt x="7338024" y="1081489"/>
                  <a:pt x="7336469" y="1077990"/>
                  <a:pt x="7334513" y="1074880"/>
                </a:cubicBezTo>
                <a:cubicBezTo>
                  <a:pt x="7332948" y="1071382"/>
                  <a:pt x="7329829" y="1068272"/>
                  <a:pt x="7325926" y="1066329"/>
                </a:cubicBezTo>
                <a:cubicBezTo>
                  <a:pt x="7325926" y="1061664"/>
                  <a:pt x="7325926" y="1056999"/>
                  <a:pt x="7325926" y="1052334"/>
                </a:cubicBezTo>
                <a:cubicBezTo>
                  <a:pt x="7328270" y="1051169"/>
                  <a:pt x="7329440" y="1049613"/>
                  <a:pt x="7330610" y="1046892"/>
                </a:cubicBezTo>
                <a:cubicBezTo>
                  <a:pt x="7332172" y="1043783"/>
                  <a:pt x="7335683" y="1041450"/>
                  <a:pt x="7339202" y="1041450"/>
                </a:cubicBezTo>
                <a:cubicBezTo>
                  <a:pt x="7342715" y="1041450"/>
                  <a:pt x="7345839" y="1040673"/>
                  <a:pt x="7349352" y="1039895"/>
                </a:cubicBezTo>
                <a:close/>
                <a:moveTo>
                  <a:pt x="11847267" y="1037896"/>
                </a:moveTo>
                <a:cubicBezTo>
                  <a:pt x="11854197" y="1037353"/>
                  <a:pt x="11860447" y="1037896"/>
                  <a:pt x="11862621" y="1041696"/>
                </a:cubicBezTo>
                <a:cubicBezTo>
                  <a:pt x="11875668" y="1063410"/>
                  <a:pt x="11909368" y="1054724"/>
                  <a:pt x="11916978" y="1084039"/>
                </a:cubicBezTo>
                <a:cubicBezTo>
                  <a:pt x="11919152" y="1092725"/>
                  <a:pt x="11934372" y="1098153"/>
                  <a:pt x="11920240" y="1110097"/>
                </a:cubicBezTo>
                <a:cubicBezTo>
                  <a:pt x="11915890" y="1113354"/>
                  <a:pt x="11916978" y="1119868"/>
                  <a:pt x="11921326" y="1120954"/>
                </a:cubicBezTo>
                <a:cubicBezTo>
                  <a:pt x="11938720" y="1127468"/>
                  <a:pt x="11937633" y="1137240"/>
                  <a:pt x="11926762" y="1150269"/>
                </a:cubicBezTo>
                <a:cubicBezTo>
                  <a:pt x="11923502" y="1154611"/>
                  <a:pt x="11927849" y="1160040"/>
                  <a:pt x="11930023" y="1164383"/>
                </a:cubicBezTo>
                <a:cubicBezTo>
                  <a:pt x="11934372" y="1170897"/>
                  <a:pt x="11935459" y="1177412"/>
                  <a:pt x="11928936" y="1182841"/>
                </a:cubicBezTo>
                <a:cubicBezTo>
                  <a:pt x="11922414" y="1188269"/>
                  <a:pt x="11923502" y="1194783"/>
                  <a:pt x="11921326" y="1201298"/>
                </a:cubicBezTo>
                <a:cubicBezTo>
                  <a:pt x="11915890" y="1217584"/>
                  <a:pt x="11909368" y="1238212"/>
                  <a:pt x="11897409" y="1245813"/>
                </a:cubicBezTo>
                <a:cubicBezTo>
                  <a:pt x="11871319" y="1262099"/>
                  <a:pt x="11846314" y="1279470"/>
                  <a:pt x="11820226" y="1294670"/>
                </a:cubicBezTo>
                <a:cubicBezTo>
                  <a:pt x="11818051" y="1294670"/>
                  <a:pt x="11813702" y="1294670"/>
                  <a:pt x="11812615" y="1292499"/>
                </a:cubicBezTo>
                <a:cubicBezTo>
                  <a:pt x="11801744" y="1282728"/>
                  <a:pt x="11791959" y="1274042"/>
                  <a:pt x="11777828" y="1288156"/>
                </a:cubicBezTo>
                <a:cubicBezTo>
                  <a:pt x="11773478" y="1293585"/>
                  <a:pt x="11770217" y="1288156"/>
                  <a:pt x="11769130" y="1283814"/>
                </a:cubicBezTo>
                <a:cubicBezTo>
                  <a:pt x="11765868" y="1265356"/>
                  <a:pt x="11757172" y="1265356"/>
                  <a:pt x="11744125" y="1276213"/>
                </a:cubicBezTo>
                <a:cubicBezTo>
                  <a:pt x="11735430" y="1283814"/>
                  <a:pt x="11731080" y="1281642"/>
                  <a:pt x="11731080" y="1270784"/>
                </a:cubicBezTo>
                <a:cubicBezTo>
                  <a:pt x="11731080" y="1264270"/>
                  <a:pt x="11733255" y="1256671"/>
                  <a:pt x="11723470" y="1255584"/>
                </a:cubicBezTo>
                <a:cubicBezTo>
                  <a:pt x="11701727" y="1251242"/>
                  <a:pt x="11693032" y="1236041"/>
                  <a:pt x="11694119" y="1216498"/>
                </a:cubicBezTo>
                <a:cubicBezTo>
                  <a:pt x="11695206" y="1202384"/>
                  <a:pt x="11690857" y="1195869"/>
                  <a:pt x="11681074" y="1190441"/>
                </a:cubicBezTo>
                <a:cubicBezTo>
                  <a:pt x="11681074" y="1186098"/>
                  <a:pt x="11681074" y="1181754"/>
                  <a:pt x="11681074" y="1177412"/>
                </a:cubicBezTo>
                <a:cubicBezTo>
                  <a:pt x="11691945" y="1170897"/>
                  <a:pt x="11695206" y="1158955"/>
                  <a:pt x="11691945" y="1148097"/>
                </a:cubicBezTo>
                <a:cubicBezTo>
                  <a:pt x="11686509" y="1128554"/>
                  <a:pt x="11693032" y="1113354"/>
                  <a:pt x="11707164" y="1100325"/>
                </a:cubicBezTo>
                <a:cubicBezTo>
                  <a:pt x="11712600" y="1094896"/>
                  <a:pt x="11718035" y="1090553"/>
                  <a:pt x="11720209" y="1082954"/>
                </a:cubicBezTo>
                <a:cubicBezTo>
                  <a:pt x="11722384" y="1071010"/>
                  <a:pt x="11728906" y="1064496"/>
                  <a:pt x="11740864" y="1065581"/>
                </a:cubicBezTo>
                <a:cubicBezTo>
                  <a:pt x="11749561" y="1065581"/>
                  <a:pt x="11756085" y="1060153"/>
                  <a:pt x="11759346" y="1055810"/>
                </a:cubicBezTo>
                <a:cubicBezTo>
                  <a:pt x="11777828" y="1029752"/>
                  <a:pt x="11805005" y="1043867"/>
                  <a:pt x="11827836" y="1040609"/>
                </a:cubicBezTo>
                <a:cubicBezTo>
                  <a:pt x="11832727" y="1040067"/>
                  <a:pt x="11840336" y="1038438"/>
                  <a:pt x="11847267" y="1037896"/>
                </a:cubicBezTo>
                <a:close/>
                <a:moveTo>
                  <a:pt x="3112015" y="1034215"/>
                </a:moveTo>
                <a:lnTo>
                  <a:pt x="3084844" y="1059412"/>
                </a:lnTo>
                <a:cubicBezTo>
                  <a:pt x="3064415" y="1082251"/>
                  <a:pt x="3044782" y="1101374"/>
                  <a:pt x="3027532" y="1109347"/>
                </a:cubicBezTo>
                <a:lnTo>
                  <a:pt x="3017812" y="1121249"/>
                </a:lnTo>
                <a:lnTo>
                  <a:pt x="3073376" y="1117080"/>
                </a:lnTo>
                <a:cubicBezTo>
                  <a:pt x="3083468" y="1115958"/>
                  <a:pt x="3093561" y="1115211"/>
                  <a:pt x="3103561" y="1115679"/>
                </a:cubicBezTo>
                <a:lnTo>
                  <a:pt x="3130140" y="1120962"/>
                </a:lnTo>
                <a:lnTo>
                  <a:pt x="3132652" y="1119370"/>
                </a:lnTo>
                <a:lnTo>
                  <a:pt x="3121223" y="1072209"/>
                </a:lnTo>
                <a:close/>
                <a:moveTo>
                  <a:pt x="6719746" y="1025507"/>
                </a:moveTo>
                <a:lnTo>
                  <a:pt x="6723785" y="1028671"/>
                </a:lnTo>
                <a:cubicBezTo>
                  <a:pt x="6720182" y="1028671"/>
                  <a:pt x="6720182" y="1028671"/>
                  <a:pt x="6720182" y="1028671"/>
                </a:cubicBezTo>
                <a:cubicBezTo>
                  <a:pt x="6720182" y="1028671"/>
                  <a:pt x="6716582" y="1028671"/>
                  <a:pt x="6716582" y="1028671"/>
                </a:cubicBezTo>
                <a:close/>
                <a:moveTo>
                  <a:pt x="12192528" y="991088"/>
                </a:moveTo>
                <a:lnTo>
                  <a:pt x="12192528" y="998161"/>
                </a:lnTo>
                <a:lnTo>
                  <a:pt x="12191272" y="994787"/>
                </a:lnTo>
                <a:close/>
                <a:moveTo>
                  <a:pt x="10459204" y="986789"/>
                </a:moveTo>
                <a:lnTo>
                  <a:pt x="10458834" y="991796"/>
                </a:lnTo>
                <a:lnTo>
                  <a:pt x="10464841" y="989354"/>
                </a:lnTo>
                <a:close/>
                <a:moveTo>
                  <a:pt x="12076946" y="955420"/>
                </a:moveTo>
                <a:cubicBezTo>
                  <a:pt x="12078786" y="955011"/>
                  <a:pt x="12079808" y="956238"/>
                  <a:pt x="12080627" y="957259"/>
                </a:cubicBezTo>
                <a:cubicBezTo>
                  <a:pt x="12083488" y="960530"/>
                  <a:pt x="12086147" y="963800"/>
                  <a:pt x="12091259" y="962164"/>
                </a:cubicBezTo>
                <a:cubicBezTo>
                  <a:pt x="12092281" y="961960"/>
                  <a:pt x="12092895" y="962777"/>
                  <a:pt x="12093304" y="963595"/>
                </a:cubicBezTo>
                <a:cubicBezTo>
                  <a:pt x="12095553" y="967683"/>
                  <a:pt x="12099234" y="970953"/>
                  <a:pt x="12102301" y="974427"/>
                </a:cubicBezTo>
                <a:cubicBezTo>
                  <a:pt x="12107004" y="979741"/>
                  <a:pt x="12109663" y="985668"/>
                  <a:pt x="12107822" y="992821"/>
                </a:cubicBezTo>
                <a:cubicBezTo>
                  <a:pt x="12107208" y="995683"/>
                  <a:pt x="12108846" y="997522"/>
                  <a:pt x="12110480" y="999157"/>
                </a:cubicBezTo>
                <a:cubicBezTo>
                  <a:pt x="12114161" y="1003040"/>
                  <a:pt x="12113957" y="1005083"/>
                  <a:pt x="12109867" y="1008149"/>
                </a:cubicBezTo>
                <a:cubicBezTo>
                  <a:pt x="12105370" y="1011214"/>
                  <a:pt x="12105370" y="1011214"/>
                  <a:pt x="12109050" y="1015711"/>
                </a:cubicBezTo>
                <a:cubicBezTo>
                  <a:pt x="12109867" y="1016733"/>
                  <a:pt x="12110480" y="1017551"/>
                  <a:pt x="12109254" y="1018777"/>
                </a:cubicBezTo>
                <a:cubicBezTo>
                  <a:pt x="12105165" y="1023477"/>
                  <a:pt x="12101484" y="1028178"/>
                  <a:pt x="12097189" y="1032675"/>
                </a:cubicBezTo>
                <a:cubicBezTo>
                  <a:pt x="12094122" y="1036149"/>
                  <a:pt x="12090237" y="1038398"/>
                  <a:pt x="12085738" y="1039419"/>
                </a:cubicBezTo>
                <a:cubicBezTo>
                  <a:pt x="12082875" y="1040237"/>
                  <a:pt x="12077355" y="1047594"/>
                  <a:pt x="12077151" y="1050660"/>
                </a:cubicBezTo>
                <a:cubicBezTo>
                  <a:pt x="12077151" y="1051682"/>
                  <a:pt x="12077151" y="1052499"/>
                  <a:pt x="12078377" y="1052908"/>
                </a:cubicBezTo>
                <a:cubicBezTo>
                  <a:pt x="12084717" y="1055769"/>
                  <a:pt x="12087783" y="1061288"/>
                  <a:pt x="12090441" y="1067214"/>
                </a:cubicBezTo>
                <a:cubicBezTo>
                  <a:pt x="12091055" y="1068441"/>
                  <a:pt x="12091464" y="1069463"/>
                  <a:pt x="12092077" y="1070484"/>
                </a:cubicBezTo>
                <a:cubicBezTo>
                  <a:pt x="12094122" y="1073754"/>
                  <a:pt x="12095144" y="1076616"/>
                  <a:pt x="12093712" y="1080704"/>
                </a:cubicBezTo>
                <a:cubicBezTo>
                  <a:pt x="12092281" y="1084792"/>
                  <a:pt x="12094531" y="1088879"/>
                  <a:pt x="12096576" y="1092558"/>
                </a:cubicBezTo>
                <a:cubicBezTo>
                  <a:pt x="12097393" y="1094397"/>
                  <a:pt x="12097803" y="1095623"/>
                  <a:pt x="12096371" y="1097462"/>
                </a:cubicBezTo>
                <a:cubicBezTo>
                  <a:pt x="12090646" y="1105229"/>
                  <a:pt x="12086352" y="1113813"/>
                  <a:pt x="12085534" y="1123828"/>
                </a:cubicBezTo>
                <a:cubicBezTo>
                  <a:pt x="12085329" y="1125258"/>
                  <a:pt x="12084922" y="1125871"/>
                  <a:pt x="12083488" y="1125462"/>
                </a:cubicBezTo>
                <a:cubicBezTo>
                  <a:pt x="12077764" y="1124237"/>
                  <a:pt x="12074083" y="1127302"/>
                  <a:pt x="12071016" y="1131390"/>
                </a:cubicBezTo>
                <a:cubicBezTo>
                  <a:pt x="12069584" y="1133229"/>
                  <a:pt x="12068357" y="1134251"/>
                  <a:pt x="12065699" y="1133024"/>
                </a:cubicBezTo>
                <a:cubicBezTo>
                  <a:pt x="12062427" y="1131185"/>
                  <a:pt x="12059359" y="1132820"/>
                  <a:pt x="12056703" y="1135069"/>
                </a:cubicBezTo>
                <a:cubicBezTo>
                  <a:pt x="12054452" y="1136907"/>
                  <a:pt x="12052203" y="1139156"/>
                  <a:pt x="12049954" y="1140995"/>
                </a:cubicBezTo>
                <a:cubicBezTo>
                  <a:pt x="12048830" y="1141813"/>
                  <a:pt x="12047756" y="1142273"/>
                  <a:pt x="12046887" y="1142094"/>
                </a:cubicBezTo>
                <a:cubicBezTo>
                  <a:pt x="12046018" y="1141914"/>
                  <a:pt x="12045354" y="1141098"/>
                  <a:pt x="12045047" y="1139361"/>
                </a:cubicBezTo>
                <a:cubicBezTo>
                  <a:pt x="12045047" y="1138543"/>
                  <a:pt x="12044842" y="1137725"/>
                  <a:pt x="12044434" y="1136907"/>
                </a:cubicBezTo>
                <a:cubicBezTo>
                  <a:pt x="12044024" y="1135885"/>
                  <a:pt x="12044024" y="1134251"/>
                  <a:pt x="12042592" y="1134046"/>
                </a:cubicBezTo>
                <a:cubicBezTo>
                  <a:pt x="12041366" y="1134046"/>
                  <a:pt x="12040548" y="1135069"/>
                  <a:pt x="12039936" y="1135885"/>
                </a:cubicBezTo>
                <a:cubicBezTo>
                  <a:pt x="12036868" y="1139361"/>
                  <a:pt x="12035642" y="1139156"/>
                  <a:pt x="12033800" y="1134864"/>
                </a:cubicBezTo>
                <a:cubicBezTo>
                  <a:pt x="12033392" y="1133842"/>
                  <a:pt x="12033187" y="1133024"/>
                  <a:pt x="12032574" y="1132206"/>
                </a:cubicBezTo>
                <a:cubicBezTo>
                  <a:pt x="12031755" y="1130981"/>
                  <a:pt x="12030936" y="1129959"/>
                  <a:pt x="12028893" y="1130776"/>
                </a:cubicBezTo>
                <a:cubicBezTo>
                  <a:pt x="12027052" y="1131798"/>
                  <a:pt x="12027052" y="1132615"/>
                  <a:pt x="12027461" y="1134251"/>
                </a:cubicBezTo>
                <a:lnTo>
                  <a:pt x="12027805" y="1137341"/>
                </a:lnTo>
                <a:lnTo>
                  <a:pt x="12011823" y="1121447"/>
                </a:lnTo>
                <a:lnTo>
                  <a:pt x="12012739" y="1120149"/>
                </a:lnTo>
                <a:cubicBezTo>
                  <a:pt x="12013147" y="1118309"/>
                  <a:pt x="12012535" y="1117083"/>
                  <a:pt x="12010898" y="1116266"/>
                </a:cubicBezTo>
                <a:cubicBezTo>
                  <a:pt x="12009671" y="1115653"/>
                  <a:pt x="12008445" y="1115244"/>
                  <a:pt x="12007217" y="1114630"/>
                </a:cubicBezTo>
                <a:cubicBezTo>
                  <a:pt x="12005173" y="1113608"/>
                  <a:pt x="12004354" y="1112178"/>
                  <a:pt x="12004764" y="1109725"/>
                </a:cubicBezTo>
                <a:cubicBezTo>
                  <a:pt x="12005990" y="1102368"/>
                  <a:pt x="12003332" y="1097258"/>
                  <a:pt x="11996789" y="1093988"/>
                </a:cubicBezTo>
                <a:cubicBezTo>
                  <a:pt x="11995766" y="1093375"/>
                  <a:pt x="11993517" y="1093579"/>
                  <a:pt x="11993926" y="1091740"/>
                </a:cubicBezTo>
                <a:cubicBezTo>
                  <a:pt x="11994130" y="1089900"/>
                  <a:pt x="11995970" y="1089491"/>
                  <a:pt x="11997811" y="1089287"/>
                </a:cubicBezTo>
                <a:cubicBezTo>
                  <a:pt x="11998016" y="1089287"/>
                  <a:pt x="11998220" y="1089287"/>
                  <a:pt x="11998424" y="1089287"/>
                </a:cubicBezTo>
                <a:cubicBezTo>
                  <a:pt x="12003332" y="1088470"/>
                  <a:pt x="12004764" y="1086222"/>
                  <a:pt x="12002310" y="1082338"/>
                </a:cubicBezTo>
                <a:cubicBezTo>
                  <a:pt x="12000060" y="1078660"/>
                  <a:pt x="12000673" y="1075799"/>
                  <a:pt x="12002719" y="1072733"/>
                </a:cubicBezTo>
                <a:cubicBezTo>
                  <a:pt x="12005378" y="1068646"/>
                  <a:pt x="12007422" y="1064353"/>
                  <a:pt x="12006195" y="1059244"/>
                </a:cubicBezTo>
                <a:cubicBezTo>
                  <a:pt x="12005582" y="1056996"/>
                  <a:pt x="12007831" y="1055974"/>
                  <a:pt x="12009263" y="1055565"/>
                </a:cubicBezTo>
                <a:cubicBezTo>
                  <a:pt x="12014578" y="1053726"/>
                  <a:pt x="12017032" y="1050251"/>
                  <a:pt x="12017646" y="1044938"/>
                </a:cubicBezTo>
                <a:cubicBezTo>
                  <a:pt x="12018055" y="1041668"/>
                  <a:pt x="12019281" y="1041054"/>
                  <a:pt x="12022553" y="1043098"/>
                </a:cubicBezTo>
                <a:cubicBezTo>
                  <a:pt x="12029506" y="1047390"/>
                  <a:pt x="12039731" y="1044324"/>
                  <a:pt x="12042797" y="1037171"/>
                </a:cubicBezTo>
                <a:cubicBezTo>
                  <a:pt x="12043410" y="1035740"/>
                  <a:pt x="12044228" y="1033901"/>
                  <a:pt x="12042797" y="1032675"/>
                </a:cubicBezTo>
                <a:cubicBezTo>
                  <a:pt x="12041366" y="1031448"/>
                  <a:pt x="12039322" y="1030835"/>
                  <a:pt x="12037480" y="1032061"/>
                </a:cubicBezTo>
                <a:cubicBezTo>
                  <a:pt x="12036255" y="1032675"/>
                  <a:pt x="12035027" y="1033697"/>
                  <a:pt x="12033800" y="1034515"/>
                </a:cubicBezTo>
                <a:cubicBezTo>
                  <a:pt x="12032574" y="1035536"/>
                  <a:pt x="12031346" y="1036149"/>
                  <a:pt x="12030324" y="1034922"/>
                </a:cubicBezTo>
                <a:cubicBezTo>
                  <a:pt x="12029098" y="1033492"/>
                  <a:pt x="12029915" y="1032266"/>
                  <a:pt x="12030936" y="1031244"/>
                </a:cubicBezTo>
                <a:cubicBezTo>
                  <a:pt x="12031755" y="1030223"/>
                  <a:pt x="12032983" y="1029405"/>
                  <a:pt x="12033800" y="1028587"/>
                </a:cubicBezTo>
                <a:cubicBezTo>
                  <a:pt x="12035642" y="1026748"/>
                  <a:pt x="12036664" y="1024295"/>
                  <a:pt x="12034822" y="1022252"/>
                </a:cubicBezTo>
                <a:cubicBezTo>
                  <a:pt x="12033187" y="1020616"/>
                  <a:pt x="12030936" y="1022252"/>
                  <a:pt x="12029302" y="1023477"/>
                </a:cubicBezTo>
                <a:cubicBezTo>
                  <a:pt x="12027870" y="1024499"/>
                  <a:pt x="12026848" y="1026339"/>
                  <a:pt x="12025007" y="1026952"/>
                </a:cubicBezTo>
                <a:cubicBezTo>
                  <a:pt x="12022349" y="1027974"/>
                  <a:pt x="12020714" y="1027565"/>
                  <a:pt x="12020918" y="1024295"/>
                </a:cubicBezTo>
                <a:cubicBezTo>
                  <a:pt x="12021122" y="1019798"/>
                  <a:pt x="12022962" y="1016120"/>
                  <a:pt x="12025417" y="1012645"/>
                </a:cubicBezTo>
                <a:cubicBezTo>
                  <a:pt x="12028483" y="1008149"/>
                  <a:pt x="12028689" y="1005697"/>
                  <a:pt x="12025417" y="1001405"/>
                </a:cubicBezTo>
                <a:cubicBezTo>
                  <a:pt x="12024393" y="999769"/>
                  <a:pt x="12022758" y="998339"/>
                  <a:pt x="12021327" y="996908"/>
                </a:cubicBezTo>
                <a:cubicBezTo>
                  <a:pt x="12020714" y="996295"/>
                  <a:pt x="12019690" y="995683"/>
                  <a:pt x="12020099" y="994661"/>
                </a:cubicBezTo>
                <a:cubicBezTo>
                  <a:pt x="12020509" y="993434"/>
                  <a:pt x="12021531" y="993230"/>
                  <a:pt x="12022349" y="993434"/>
                </a:cubicBezTo>
                <a:cubicBezTo>
                  <a:pt x="12026030" y="994252"/>
                  <a:pt x="12026848" y="992616"/>
                  <a:pt x="12026643" y="989346"/>
                </a:cubicBezTo>
                <a:cubicBezTo>
                  <a:pt x="12026439" y="985259"/>
                  <a:pt x="12029098" y="982398"/>
                  <a:pt x="12031960" y="980149"/>
                </a:cubicBezTo>
                <a:cubicBezTo>
                  <a:pt x="12034208" y="978310"/>
                  <a:pt x="12034413" y="976879"/>
                  <a:pt x="12032165" y="975245"/>
                </a:cubicBezTo>
                <a:cubicBezTo>
                  <a:pt x="12030936" y="974427"/>
                  <a:pt x="12030119" y="973609"/>
                  <a:pt x="12030528" y="971975"/>
                </a:cubicBezTo>
                <a:cubicBezTo>
                  <a:pt x="12030936" y="969726"/>
                  <a:pt x="12032574" y="970135"/>
                  <a:pt x="12034004" y="969726"/>
                </a:cubicBezTo>
                <a:cubicBezTo>
                  <a:pt x="12034822" y="969522"/>
                  <a:pt x="12035846" y="969522"/>
                  <a:pt x="12036868" y="969317"/>
                </a:cubicBezTo>
                <a:cubicBezTo>
                  <a:pt x="12042388" y="968704"/>
                  <a:pt x="12043615" y="965638"/>
                  <a:pt x="12040344" y="960937"/>
                </a:cubicBezTo>
                <a:cubicBezTo>
                  <a:pt x="12039936" y="960325"/>
                  <a:pt x="12039525" y="959916"/>
                  <a:pt x="12039322" y="959303"/>
                </a:cubicBezTo>
                <a:cubicBezTo>
                  <a:pt x="12038707" y="958076"/>
                  <a:pt x="12038298" y="956442"/>
                  <a:pt x="12039525" y="955624"/>
                </a:cubicBezTo>
                <a:cubicBezTo>
                  <a:pt x="12040548" y="954807"/>
                  <a:pt x="12041979" y="955624"/>
                  <a:pt x="12042797" y="956442"/>
                </a:cubicBezTo>
                <a:cubicBezTo>
                  <a:pt x="12043615" y="957259"/>
                  <a:pt x="12044228" y="958076"/>
                  <a:pt x="12044842" y="959099"/>
                </a:cubicBezTo>
                <a:cubicBezTo>
                  <a:pt x="12046069" y="960530"/>
                  <a:pt x="12047296" y="960937"/>
                  <a:pt x="12048931" y="959712"/>
                </a:cubicBezTo>
                <a:cubicBezTo>
                  <a:pt x="12052818" y="957054"/>
                  <a:pt x="12057112" y="956646"/>
                  <a:pt x="12061405" y="956442"/>
                </a:cubicBezTo>
                <a:cubicBezTo>
                  <a:pt x="12066517" y="956033"/>
                  <a:pt x="12071833" y="956646"/>
                  <a:pt x="12076946" y="955420"/>
                </a:cubicBezTo>
                <a:close/>
                <a:moveTo>
                  <a:pt x="2111583" y="948085"/>
                </a:moveTo>
                <a:cubicBezTo>
                  <a:pt x="2115834" y="948037"/>
                  <a:pt x="2120277" y="949002"/>
                  <a:pt x="2124333" y="948423"/>
                </a:cubicBezTo>
                <a:cubicBezTo>
                  <a:pt x="2127810" y="948037"/>
                  <a:pt x="2135151" y="946107"/>
                  <a:pt x="2136697" y="948809"/>
                </a:cubicBezTo>
                <a:cubicBezTo>
                  <a:pt x="2141334" y="956526"/>
                  <a:pt x="2153311" y="953439"/>
                  <a:pt x="2156016" y="963857"/>
                </a:cubicBezTo>
                <a:cubicBezTo>
                  <a:pt x="2156788" y="966945"/>
                  <a:pt x="2162197" y="968874"/>
                  <a:pt x="2157175" y="973119"/>
                </a:cubicBezTo>
                <a:cubicBezTo>
                  <a:pt x="2155629" y="974277"/>
                  <a:pt x="2156016" y="976591"/>
                  <a:pt x="2157561" y="976977"/>
                </a:cubicBezTo>
                <a:cubicBezTo>
                  <a:pt x="2163743" y="979293"/>
                  <a:pt x="2163357" y="982766"/>
                  <a:pt x="2159492" y="987396"/>
                </a:cubicBezTo>
                <a:cubicBezTo>
                  <a:pt x="2158333" y="988939"/>
                  <a:pt x="2159879" y="990869"/>
                  <a:pt x="2160652" y="992413"/>
                </a:cubicBezTo>
                <a:cubicBezTo>
                  <a:pt x="2162197" y="994728"/>
                  <a:pt x="2162584" y="997044"/>
                  <a:pt x="2160265" y="998973"/>
                </a:cubicBezTo>
                <a:cubicBezTo>
                  <a:pt x="2157948" y="1000902"/>
                  <a:pt x="2158333" y="1003217"/>
                  <a:pt x="2157561" y="1005533"/>
                </a:cubicBezTo>
                <a:cubicBezTo>
                  <a:pt x="2155629" y="1011320"/>
                  <a:pt x="2153311" y="1018653"/>
                  <a:pt x="2149061" y="1021354"/>
                </a:cubicBezTo>
                <a:cubicBezTo>
                  <a:pt x="2139788" y="1027142"/>
                  <a:pt x="2130901" y="1033316"/>
                  <a:pt x="2121628" y="1038718"/>
                </a:cubicBezTo>
                <a:cubicBezTo>
                  <a:pt x="2120856" y="1038718"/>
                  <a:pt x="2119310" y="1038718"/>
                  <a:pt x="2118924" y="1037946"/>
                </a:cubicBezTo>
                <a:cubicBezTo>
                  <a:pt x="2115060" y="1034473"/>
                  <a:pt x="2111583" y="1031387"/>
                  <a:pt x="2106560" y="1036402"/>
                </a:cubicBezTo>
                <a:cubicBezTo>
                  <a:pt x="2105015" y="1038332"/>
                  <a:pt x="2103855" y="1036402"/>
                  <a:pt x="2103469" y="1034859"/>
                </a:cubicBezTo>
                <a:cubicBezTo>
                  <a:pt x="2102310" y="1028299"/>
                  <a:pt x="2099219" y="1028299"/>
                  <a:pt x="2094582" y="1032158"/>
                </a:cubicBezTo>
                <a:cubicBezTo>
                  <a:pt x="2091492" y="1034859"/>
                  <a:pt x="2089946" y="1034088"/>
                  <a:pt x="2089946" y="1030229"/>
                </a:cubicBezTo>
                <a:cubicBezTo>
                  <a:pt x="2089946" y="1027913"/>
                  <a:pt x="2090719" y="1025212"/>
                  <a:pt x="2087241" y="1024826"/>
                </a:cubicBezTo>
                <a:cubicBezTo>
                  <a:pt x="2079514" y="1023282"/>
                  <a:pt x="2076424" y="1017881"/>
                  <a:pt x="2076810" y="1010934"/>
                </a:cubicBezTo>
                <a:cubicBezTo>
                  <a:pt x="2077195" y="1005918"/>
                  <a:pt x="2075651" y="1003603"/>
                  <a:pt x="2072173" y="1001673"/>
                </a:cubicBezTo>
                <a:cubicBezTo>
                  <a:pt x="2072173" y="1000130"/>
                  <a:pt x="2072173" y="998587"/>
                  <a:pt x="2072173" y="997044"/>
                </a:cubicBezTo>
                <a:cubicBezTo>
                  <a:pt x="2076037" y="994728"/>
                  <a:pt x="2077195" y="990483"/>
                  <a:pt x="2076037" y="986625"/>
                </a:cubicBezTo>
                <a:cubicBezTo>
                  <a:pt x="2074105" y="979679"/>
                  <a:pt x="2076424" y="974277"/>
                  <a:pt x="2081446" y="969646"/>
                </a:cubicBezTo>
                <a:cubicBezTo>
                  <a:pt x="2083378" y="967716"/>
                  <a:pt x="2085309" y="966173"/>
                  <a:pt x="2086082" y="963472"/>
                </a:cubicBezTo>
                <a:cubicBezTo>
                  <a:pt x="2086855" y="959227"/>
                  <a:pt x="2089173" y="956912"/>
                  <a:pt x="2093423" y="957298"/>
                </a:cubicBezTo>
                <a:cubicBezTo>
                  <a:pt x="2096514" y="957298"/>
                  <a:pt x="2098833" y="955368"/>
                  <a:pt x="2099992" y="953825"/>
                </a:cubicBezTo>
                <a:cubicBezTo>
                  <a:pt x="2103276" y="949194"/>
                  <a:pt x="2107333" y="948133"/>
                  <a:pt x="2111583" y="948085"/>
                </a:cubicBezTo>
                <a:close/>
                <a:moveTo>
                  <a:pt x="393648" y="941854"/>
                </a:moveTo>
                <a:cubicBezTo>
                  <a:pt x="396271" y="941649"/>
                  <a:pt x="398638" y="941853"/>
                  <a:pt x="399461" y="943292"/>
                </a:cubicBezTo>
                <a:cubicBezTo>
                  <a:pt x="404399" y="951512"/>
                  <a:pt x="417155" y="948223"/>
                  <a:pt x="420035" y="959319"/>
                </a:cubicBezTo>
                <a:cubicBezTo>
                  <a:pt x="420857" y="962606"/>
                  <a:pt x="426618" y="964662"/>
                  <a:pt x="421270" y="969183"/>
                </a:cubicBezTo>
                <a:cubicBezTo>
                  <a:pt x="419623" y="970415"/>
                  <a:pt x="420035" y="972880"/>
                  <a:pt x="421681" y="973291"/>
                </a:cubicBezTo>
                <a:cubicBezTo>
                  <a:pt x="428264" y="975757"/>
                  <a:pt x="427853" y="979455"/>
                  <a:pt x="423737" y="984386"/>
                </a:cubicBezTo>
                <a:cubicBezTo>
                  <a:pt x="422504" y="986031"/>
                  <a:pt x="424149" y="988086"/>
                  <a:pt x="424972" y="989729"/>
                </a:cubicBezTo>
                <a:cubicBezTo>
                  <a:pt x="426618" y="992196"/>
                  <a:pt x="427030" y="994661"/>
                  <a:pt x="424560" y="996716"/>
                </a:cubicBezTo>
                <a:cubicBezTo>
                  <a:pt x="422093" y="998770"/>
                  <a:pt x="422504" y="1001236"/>
                  <a:pt x="421681" y="1003702"/>
                </a:cubicBezTo>
                <a:cubicBezTo>
                  <a:pt x="419623" y="1009866"/>
                  <a:pt x="417155" y="1017674"/>
                  <a:pt x="412628" y="1020552"/>
                </a:cubicBezTo>
                <a:cubicBezTo>
                  <a:pt x="402753" y="1026715"/>
                  <a:pt x="393288" y="1033291"/>
                  <a:pt x="383413" y="1039043"/>
                </a:cubicBezTo>
                <a:cubicBezTo>
                  <a:pt x="382591" y="1039043"/>
                  <a:pt x="380944" y="1039043"/>
                  <a:pt x="380533" y="1038222"/>
                </a:cubicBezTo>
                <a:cubicBezTo>
                  <a:pt x="376418" y="1034522"/>
                  <a:pt x="372715" y="1031235"/>
                  <a:pt x="367366" y="1036577"/>
                </a:cubicBezTo>
                <a:cubicBezTo>
                  <a:pt x="365721" y="1038633"/>
                  <a:pt x="364485" y="1036577"/>
                  <a:pt x="364074" y="1034933"/>
                </a:cubicBezTo>
                <a:cubicBezTo>
                  <a:pt x="362840" y="1027948"/>
                  <a:pt x="359548" y="1027948"/>
                  <a:pt x="354610" y="1032058"/>
                </a:cubicBezTo>
                <a:cubicBezTo>
                  <a:pt x="351319" y="1034933"/>
                  <a:pt x="349672" y="1034113"/>
                  <a:pt x="349672" y="1030002"/>
                </a:cubicBezTo>
                <a:cubicBezTo>
                  <a:pt x="349672" y="1027537"/>
                  <a:pt x="350496" y="1024660"/>
                  <a:pt x="346792" y="1024249"/>
                </a:cubicBezTo>
                <a:cubicBezTo>
                  <a:pt x="338563" y="1022605"/>
                  <a:pt x="335272" y="1016852"/>
                  <a:pt x="335683" y="1009455"/>
                </a:cubicBezTo>
                <a:cubicBezTo>
                  <a:pt x="336094" y="1004113"/>
                  <a:pt x="334449" y="1001647"/>
                  <a:pt x="330745" y="999592"/>
                </a:cubicBezTo>
                <a:cubicBezTo>
                  <a:pt x="330745" y="997948"/>
                  <a:pt x="330745" y="996305"/>
                  <a:pt x="330745" y="994661"/>
                </a:cubicBezTo>
                <a:cubicBezTo>
                  <a:pt x="334860" y="992196"/>
                  <a:pt x="336094" y="987675"/>
                  <a:pt x="334860" y="983566"/>
                </a:cubicBezTo>
                <a:cubicBezTo>
                  <a:pt x="332802" y="976168"/>
                  <a:pt x="335272" y="970415"/>
                  <a:pt x="340620" y="965484"/>
                </a:cubicBezTo>
                <a:cubicBezTo>
                  <a:pt x="342678" y="963429"/>
                  <a:pt x="344735" y="961784"/>
                  <a:pt x="345557" y="958909"/>
                </a:cubicBezTo>
                <a:cubicBezTo>
                  <a:pt x="346381" y="954388"/>
                  <a:pt x="348849" y="951922"/>
                  <a:pt x="353376" y="952333"/>
                </a:cubicBezTo>
                <a:cubicBezTo>
                  <a:pt x="356667" y="952333"/>
                  <a:pt x="359137" y="950278"/>
                  <a:pt x="360371" y="948634"/>
                </a:cubicBezTo>
                <a:cubicBezTo>
                  <a:pt x="363868" y="943703"/>
                  <a:pt x="368189" y="942573"/>
                  <a:pt x="372715" y="942521"/>
                </a:cubicBezTo>
                <a:cubicBezTo>
                  <a:pt x="377243" y="942470"/>
                  <a:pt x="381974" y="943498"/>
                  <a:pt x="386294" y="942881"/>
                </a:cubicBezTo>
                <a:cubicBezTo>
                  <a:pt x="388146" y="942675"/>
                  <a:pt x="391026" y="942060"/>
                  <a:pt x="393648" y="941854"/>
                </a:cubicBezTo>
                <a:close/>
                <a:moveTo>
                  <a:pt x="9365385" y="936777"/>
                </a:moveTo>
                <a:lnTo>
                  <a:pt x="9381236" y="939927"/>
                </a:lnTo>
                <a:lnTo>
                  <a:pt x="9381824" y="939901"/>
                </a:lnTo>
                <a:lnTo>
                  <a:pt x="9387862" y="940236"/>
                </a:lnTo>
                <a:lnTo>
                  <a:pt x="9387435" y="938477"/>
                </a:lnTo>
                <a:close/>
                <a:moveTo>
                  <a:pt x="9222336" y="925048"/>
                </a:moveTo>
                <a:cubicBezTo>
                  <a:pt x="9187286" y="927459"/>
                  <a:pt x="9138760" y="929761"/>
                  <a:pt x="9099659" y="933486"/>
                </a:cubicBezTo>
                <a:cubicBezTo>
                  <a:pt x="9075451" y="927901"/>
                  <a:pt x="9045766" y="933049"/>
                  <a:pt x="9016083" y="938199"/>
                </a:cubicBezTo>
                <a:cubicBezTo>
                  <a:pt x="8999979" y="929983"/>
                  <a:pt x="8956822" y="935023"/>
                  <a:pt x="8913666" y="940063"/>
                </a:cubicBezTo>
                <a:cubicBezTo>
                  <a:pt x="8870508" y="945104"/>
                  <a:pt x="8827348" y="950143"/>
                  <a:pt x="8811247" y="941928"/>
                </a:cubicBezTo>
                <a:cubicBezTo>
                  <a:pt x="8799088" y="945871"/>
                  <a:pt x="8777508" y="948390"/>
                  <a:pt x="8772140" y="945654"/>
                </a:cubicBezTo>
                <a:cubicBezTo>
                  <a:pt x="8762611" y="957702"/>
                  <a:pt x="8715400" y="964057"/>
                  <a:pt x="8708721" y="957265"/>
                </a:cubicBezTo>
                <a:cubicBezTo>
                  <a:pt x="8704668" y="958580"/>
                  <a:pt x="8696560" y="961209"/>
                  <a:pt x="8692508" y="962525"/>
                </a:cubicBezTo>
                <a:cubicBezTo>
                  <a:pt x="8688564" y="950364"/>
                  <a:pt x="8654718" y="970303"/>
                  <a:pt x="8623717" y="971397"/>
                </a:cubicBezTo>
                <a:cubicBezTo>
                  <a:pt x="8619664" y="972712"/>
                  <a:pt x="8619664" y="972712"/>
                  <a:pt x="8619664" y="972712"/>
                </a:cubicBezTo>
                <a:cubicBezTo>
                  <a:pt x="8619664" y="972712"/>
                  <a:pt x="8618350" y="968660"/>
                  <a:pt x="8618350" y="968660"/>
                </a:cubicBezTo>
                <a:cubicBezTo>
                  <a:pt x="8614296" y="969974"/>
                  <a:pt x="8614296" y="969974"/>
                  <a:pt x="8610245" y="971289"/>
                </a:cubicBezTo>
                <a:cubicBezTo>
                  <a:pt x="8610245" y="971289"/>
                  <a:pt x="8610245" y="971289"/>
                  <a:pt x="8611559" y="975342"/>
                </a:cubicBezTo>
                <a:cubicBezTo>
                  <a:pt x="8611559" y="975342"/>
                  <a:pt x="8615612" y="974027"/>
                  <a:pt x="8615612" y="974027"/>
                </a:cubicBezTo>
                <a:cubicBezTo>
                  <a:pt x="8607506" y="976656"/>
                  <a:pt x="8595348" y="980599"/>
                  <a:pt x="8596662" y="984653"/>
                </a:cubicBezTo>
                <a:cubicBezTo>
                  <a:pt x="8525132" y="998894"/>
                  <a:pt x="8454926" y="1017189"/>
                  <a:pt x="8383293" y="1044904"/>
                </a:cubicBezTo>
                <a:cubicBezTo>
                  <a:pt x="8356236" y="1058158"/>
                  <a:pt x="8335968" y="1064730"/>
                  <a:pt x="8303549" y="1075246"/>
                </a:cubicBezTo>
                <a:cubicBezTo>
                  <a:pt x="8268387" y="1091131"/>
                  <a:pt x="8218327" y="1116326"/>
                  <a:pt x="8171009" y="1136153"/>
                </a:cubicBezTo>
                <a:cubicBezTo>
                  <a:pt x="8120951" y="1161346"/>
                  <a:pt x="8074943" y="1185229"/>
                  <a:pt x="8037045" y="1206479"/>
                </a:cubicBezTo>
                <a:cubicBezTo>
                  <a:pt x="8005937" y="1221049"/>
                  <a:pt x="7991041" y="1230360"/>
                  <a:pt x="7957190" y="1250296"/>
                </a:cubicBezTo>
                <a:cubicBezTo>
                  <a:pt x="7950404" y="1256979"/>
                  <a:pt x="7938246" y="1260922"/>
                  <a:pt x="7930136" y="1263551"/>
                </a:cubicBezTo>
                <a:cubicBezTo>
                  <a:pt x="7911187" y="1274176"/>
                  <a:pt x="7898919" y="1291593"/>
                  <a:pt x="7878653" y="1298165"/>
                </a:cubicBezTo>
                <a:cubicBezTo>
                  <a:pt x="7878653" y="1298165"/>
                  <a:pt x="7877341" y="1294113"/>
                  <a:pt x="7877341" y="1294113"/>
                </a:cubicBezTo>
                <a:cubicBezTo>
                  <a:pt x="7881394" y="1292799"/>
                  <a:pt x="7876027" y="1290060"/>
                  <a:pt x="7873288" y="1295428"/>
                </a:cubicBezTo>
                <a:cubicBezTo>
                  <a:pt x="7869234" y="1296743"/>
                  <a:pt x="7865183" y="1298057"/>
                  <a:pt x="7865183" y="1298057"/>
                </a:cubicBezTo>
                <a:cubicBezTo>
                  <a:pt x="7866495" y="1302110"/>
                  <a:pt x="7862443" y="1303424"/>
                  <a:pt x="7862443" y="1303424"/>
                </a:cubicBezTo>
                <a:cubicBezTo>
                  <a:pt x="7861130" y="1299372"/>
                  <a:pt x="7857077" y="1300686"/>
                  <a:pt x="7853024" y="1302000"/>
                </a:cubicBezTo>
                <a:cubicBezTo>
                  <a:pt x="7850285" y="1307367"/>
                  <a:pt x="7854337" y="1306053"/>
                  <a:pt x="7855654" y="1310106"/>
                </a:cubicBezTo>
                <a:cubicBezTo>
                  <a:pt x="7855654" y="1310106"/>
                  <a:pt x="7851601" y="1311421"/>
                  <a:pt x="7851601" y="1311421"/>
                </a:cubicBezTo>
                <a:cubicBezTo>
                  <a:pt x="7847549" y="1312735"/>
                  <a:pt x="7844810" y="1318103"/>
                  <a:pt x="7844810" y="1318103"/>
                </a:cubicBezTo>
                <a:cubicBezTo>
                  <a:pt x="7846125" y="1322154"/>
                  <a:pt x="7850175" y="1320840"/>
                  <a:pt x="7854228" y="1319525"/>
                </a:cubicBezTo>
                <a:cubicBezTo>
                  <a:pt x="7852915" y="1315473"/>
                  <a:pt x="7852915" y="1315473"/>
                  <a:pt x="7852915" y="1315473"/>
                </a:cubicBezTo>
                <a:cubicBezTo>
                  <a:pt x="7858281" y="1318211"/>
                  <a:pt x="7858281" y="1318211"/>
                  <a:pt x="7858281" y="1318211"/>
                </a:cubicBezTo>
                <a:cubicBezTo>
                  <a:pt x="7827175" y="1332782"/>
                  <a:pt x="7782485" y="1360714"/>
                  <a:pt x="7767479" y="1383498"/>
                </a:cubicBezTo>
                <a:cubicBezTo>
                  <a:pt x="7733632" y="1403434"/>
                  <a:pt x="7687513" y="1440788"/>
                  <a:pt x="7631870" y="1490192"/>
                </a:cubicBezTo>
                <a:cubicBezTo>
                  <a:pt x="7630557" y="1486138"/>
                  <a:pt x="7630557" y="1486138"/>
                  <a:pt x="7630557" y="1486138"/>
                </a:cubicBezTo>
                <a:cubicBezTo>
                  <a:pt x="7630557" y="1486138"/>
                  <a:pt x="7634610" y="1484824"/>
                  <a:pt x="7634610" y="1484824"/>
                </a:cubicBezTo>
                <a:cubicBezTo>
                  <a:pt x="7637348" y="1479455"/>
                  <a:pt x="7641401" y="1478141"/>
                  <a:pt x="7636032" y="1475403"/>
                </a:cubicBezTo>
                <a:cubicBezTo>
                  <a:pt x="7636032" y="1475403"/>
                  <a:pt x="7631980" y="1476717"/>
                  <a:pt x="7629243" y="1482084"/>
                </a:cubicBezTo>
                <a:cubicBezTo>
                  <a:pt x="7625188" y="1483399"/>
                  <a:pt x="7625188" y="1483399"/>
                  <a:pt x="7622452" y="1488767"/>
                </a:cubicBezTo>
                <a:cubicBezTo>
                  <a:pt x="7621135" y="1484713"/>
                  <a:pt x="7617083" y="1486029"/>
                  <a:pt x="7608977" y="1488657"/>
                </a:cubicBezTo>
                <a:cubicBezTo>
                  <a:pt x="7609632" y="1490684"/>
                  <a:pt x="7610292" y="1492712"/>
                  <a:pt x="7611633" y="1493396"/>
                </a:cubicBezTo>
                <a:lnTo>
                  <a:pt x="7613886" y="1492291"/>
                </a:lnTo>
                <a:lnTo>
                  <a:pt x="7608866" y="1502131"/>
                </a:lnTo>
                <a:cubicBezTo>
                  <a:pt x="7612918" y="1500816"/>
                  <a:pt x="7616971" y="1499502"/>
                  <a:pt x="7621024" y="1498186"/>
                </a:cubicBezTo>
                <a:cubicBezTo>
                  <a:pt x="7612810" y="1514289"/>
                  <a:pt x="7607334" y="1525024"/>
                  <a:pt x="7589697" y="1539702"/>
                </a:cubicBezTo>
                <a:cubicBezTo>
                  <a:pt x="7592436" y="1534336"/>
                  <a:pt x="7588383" y="1535650"/>
                  <a:pt x="7584329" y="1536965"/>
                </a:cubicBezTo>
                <a:cubicBezTo>
                  <a:pt x="7566692" y="1551643"/>
                  <a:pt x="7553001" y="1578479"/>
                  <a:pt x="7542158" y="1586476"/>
                </a:cubicBezTo>
                <a:cubicBezTo>
                  <a:pt x="7542158" y="1586476"/>
                  <a:pt x="7540843" y="1582423"/>
                  <a:pt x="7544896" y="1581109"/>
                </a:cubicBezTo>
                <a:cubicBezTo>
                  <a:pt x="7520468" y="1602469"/>
                  <a:pt x="7506779" y="1629306"/>
                  <a:pt x="7493304" y="1629197"/>
                </a:cubicBezTo>
                <a:cubicBezTo>
                  <a:pt x="7497357" y="1627882"/>
                  <a:pt x="7494620" y="1633251"/>
                  <a:pt x="7490567" y="1634564"/>
                </a:cubicBezTo>
                <a:cubicBezTo>
                  <a:pt x="7486407" y="1649353"/>
                  <a:pt x="7502726" y="1630620"/>
                  <a:pt x="7506779" y="1629306"/>
                </a:cubicBezTo>
                <a:cubicBezTo>
                  <a:pt x="7486407" y="1649353"/>
                  <a:pt x="7478301" y="1651981"/>
                  <a:pt x="7474140" y="1666768"/>
                </a:cubicBezTo>
                <a:cubicBezTo>
                  <a:pt x="7468771" y="1664031"/>
                  <a:pt x="7474249" y="1653295"/>
                  <a:pt x="7464718" y="1665345"/>
                </a:cubicBezTo>
                <a:cubicBezTo>
                  <a:pt x="7463292" y="1674765"/>
                  <a:pt x="7466035" y="1669398"/>
                  <a:pt x="7460559" y="1680132"/>
                </a:cubicBezTo>
                <a:cubicBezTo>
                  <a:pt x="7461870" y="1684186"/>
                  <a:pt x="7457818" y="1685500"/>
                  <a:pt x="7457818" y="1685500"/>
                </a:cubicBezTo>
                <a:cubicBezTo>
                  <a:pt x="7455081" y="1690868"/>
                  <a:pt x="7451029" y="1692182"/>
                  <a:pt x="7452343" y="1696235"/>
                </a:cubicBezTo>
                <a:cubicBezTo>
                  <a:pt x="7453656" y="1700287"/>
                  <a:pt x="7457707" y="1698974"/>
                  <a:pt x="7460448" y="1693606"/>
                </a:cubicBezTo>
                <a:cubicBezTo>
                  <a:pt x="7460448" y="1693606"/>
                  <a:pt x="7460448" y="1693606"/>
                  <a:pt x="7464501" y="1692291"/>
                </a:cubicBezTo>
                <a:cubicBezTo>
                  <a:pt x="7434600" y="1724386"/>
                  <a:pt x="7430435" y="1739174"/>
                  <a:pt x="7395059" y="1782003"/>
                </a:cubicBezTo>
                <a:cubicBezTo>
                  <a:pt x="7376214" y="1779157"/>
                  <a:pt x="7392318" y="1787371"/>
                  <a:pt x="7365262" y="1800626"/>
                </a:cubicBezTo>
                <a:cubicBezTo>
                  <a:pt x="7363946" y="1796573"/>
                  <a:pt x="7363946" y="1796573"/>
                  <a:pt x="7363946" y="1796573"/>
                </a:cubicBezTo>
                <a:cubicBezTo>
                  <a:pt x="7366685" y="1791205"/>
                  <a:pt x="7362629" y="1792520"/>
                  <a:pt x="7359893" y="1797888"/>
                </a:cubicBezTo>
                <a:cubicBezTo>
                  <a:pt x="7355842" y="1799202"/>
                  <a:pt x="7353104" y="1804569"/>
                  <a:pt x="7354417" y="1808623"/>
                </a:cubicBezTo>
                <a:cubicBezTo>
                  <a:pt x="7351676" y="1813990"/>
                  <a:pt x="7351676" y="1813990"/>
                  <a:pt x="7351676" y="1813990"/>
                </a:cubicBezTo>
                <a:cubicBezTo>
                  <a:pt x="7344885" y="1820671"/>
                  <a:pt x="7346203" y="1824724"/>
                  <a:pt x="7351569" y="1827464"/>
                </a:cubicBezTo>
                <a:cubicBezTo>
                  <a:pt x="7343464" y="1830093"/>
                  <a:pt x="7342038" y="1839513"/>
                  <a:pt x="7339300" y="1844880"/>
                </a:cubicBezTo>
                <a:cubicBezTo>
                  <a:pt x="7346093" y="1838197"/>
                  <a:pt x="7352884" y="1831516"/>
                  <a:pt x="7359677" y="1824834"/>
                </a:cubicBezTo>
                <a:cubicBezTo>
                  <a:pt x="7358360" y="1820781"/>
                  <a:pt x="7357043" y="1816728"/>
                  <a:pt x="7357043" y="1816728"/>
                </a:cubicBezTo>
                <a:cubicBezTo>
                  <a:pt x="7357043" y="1816728"/>
                  <a:pt x="7361097" y="1815414"/>
                  <a:pt x="7359784" y="1811361"/>
                </a:cubicBezTo>
                <a:cubicBezTo>
                  <a:pt x="7359784" y="1811361"/>
                  <a:pt x="7363836" y="1810046"/>
                  <a:pt x="7363836" y="1810046"/>
                </a:cubicBezTo>
                <a:cubicBezTo>
                  <a:pt x="7367889" y="1808733"/>
                  <a:pt x="7366577" y="1804679"/>
                  <a:pt x="7365262" y="1800626"/>
                </a:cubicBezTo>
                <a:cubicBezTo>
                  <a:pt x="7388154" y="1802159"/>
                  <a:pt x="7411161" y="1790219"/>
                  <a:pt x="7430329" y="1752647"/>
                </a:cubicBezTo>
                <a:cubicBezTo>
                  <a:pt x="7434384" y="1751333"/>
                  <a:pt x="7437117" y="1745965"/>
                  <a:pt x="7438434" y="1750017"/>
                </a:cubicBezTo>
                <a:cubicBezTo>
                  <a:pt x="7434384" y="1751333"/>
                  <a:pt x="7435693" y="1755385"/>
                  <a:pt x="7439749" y="1754071"/>
                </a:cubicBezTo>
                <a:cubicBezTo>
                  <a:pt x="7439749" y="1754071"/>
                  <a:pt x="7439749" y="1754071"/>
                  <a:pt x="7442487" y="1748703"/>
                </a:cubicBezTo>
                <a:cubicBezTo>
                  <a:pt x="7442487" y="1748703"/>
                  <a:pt x="7446539" y="1747388"/>
                  <a:pt x="7446539" y="1747388"/>
                </a:cubicBezTo>
                <a:cubicBezTo>
                  <a:pt x="7440348" y="1762835"/>
                  <a:pt x="7433176" y="1775239"/>
                  <a:pt x="7423480" y="1786783"/>
                </a:cubicBezTo>
                <a:lnTo>
                  <a:pt x="7388777" y="1817888"/>
                </a:lnTo>
                <a:lnTo>
                  <a:pt x="7388045" y="1815632"/>
                </a:lnTo>
                <a:cubicBezTo>
                  <a:pt x="7383992" y="1816948"/>
                  <a:pt x="7383992" y="1816948"/>
                  <a:pt x="7385312" y="1821000"/>
                </a:cubicBezTo>
                <a:cubicBezTo>
                  <a:pt x="7377202" y="1823628"/>
                  <a:pt x="7378514" y="1827681"/>
                  <a:pt x="7371723" y="1834363"/>
                </a:cubicBezTo>
                <a:cubicBezTo>
                  <a:pt x="7371723" y="1834363"/>
                  <a:pt x="7370409" y="1830310"/>
                  <a:pt x="7374461" y="1828995"/>
                </a:cubicBezTo>
                <a:cubicBezTo>
                  <a:pt x="7374461" y="1828995"/>
                  <a:pt x="7370409" y="1830310"/>
                  <a:pt x="7370409" y="1830310"/>
                </a:cubicBezTo>
                <a:cubicBezTo>
                  <a:pt x="7370409" y="1830310"/>
                  <a:pt x="7367670" y="1835678"/>
                  <a:pt x="7367670" y="1835678"/>
                </a:cubicBezTo>
                <a:cubicBezTo>
                  <a:pt x="7357484" y="1845701"/>
                  <a:pt x="7347323" y="1852355"/>
                  <a:pt x="7337999" y="1859858"/>
                </a:cubicBezTo>
                <a:lnTo>
                  <a:pt x="7316293" y="1885631"/>
                </a:lnTo>
                <a:lnTo>
                  <a:pt x="7359341" y="1957756"/>
                </a:lnTo>
                <a:lnTo>
                  <a:pt x="7389584" y="1917036"/>
                </a:lnTo>
                <a:cubicBezTo>
                  <a:pt x="7405902" y="1898305"/>
                  <a:pt x="7423923" y="1877903"/>
                  <a:pt x="7440297" y="1852435"/>
                </a:cubicBezTo>
                <a:cubicBezTo>
                  <a:pt x="7451250" y="1830966"/>
                  <a:pt x="7441722" y="1843015"/>
                  <a:pt x="7462093" y="1822969"/>
                </a:cubicBezTo>
                <a:cubicBezTo>
                  <a:pt x="7475675" y="1809605"/>
                  <a:pt x="7483885" y="1793503"/>
                  <a:pt x="7497472" y="1780139"/>
                </a:cubicBezTo>
                <a:cubicBezTo>
                  <a:pt x="7543692" y="1729314"/>
                  <a:pt x="7591234" y="1682538"/>
                  <a:pt x="7631981" y="1642447"/>
                </a:cubicBezTo>
                <a:cubicBezTo>
                  <a:pt x="7648304" y="1623717"/>
                  <a:pt x="7663203" y="1614404"/>
                  <a:pt x="7671417" y="1598303"/>
                </a:cubicBezTo>
                <a:cubicBezTo>
                  <a:pt x="7675469" y="1596989"/>
                  <a:pt x="7675469" y="1596989"/>
                  <a:pt x="7679522" y="1595674"/>
                </a:cubicBezTo>
                <a:cubicBezTo>
                  <a:pt x="7683575" y="1594359"/>
                  <a:pt x="7695735" y="1590415"/>
                  <a:pt x="7712055" y="1571684"/>
                </a:cubicBezTo>
                <a:cubicBezTo>
                  <a:pt x="7718846" y="1565003"/>
                  <a:pt x="7728376" y="1552952"/>
                  <a:pt x="7735169" y="1546272"/>
                </a:cubicBezTo>
                <a:cubicBezTo>
                  <a:pt x="7767704" y="1522281"/>
                  <a:pt x="7808336" y="1495662"/>
                  <a:pt x="7816553" y="1479561"/>
                </a:cubicBezTo>
                <a:cubicBezTo>
                  <a:pt x="7812392" y="1494349"/>
                  <a:pt x="7853139" y="1454257"/>
                  <a:pt x="7862667" y="1442208"/>
                </a:cubicBezTo>
                <a:cubicBezTo>
                  <a:pt x="7880191" y="1441002"/>
                  <a:pt x="7901988" y="1411536"/>
                  <a:pt x="7933097" y="1396968"/>
                </a:cubicBezTo>
                <a:cubicBezTo>
                  <a:pt x="7937150" y="1395652"/>
                  <a:pt x="7930469" y="1388862"/>
                  <a:pt x="7942629" y="1384918"/>
                </a:cubicBezTo>
                <a:cubicBezTo>
                  <a:pt x="7952048" y="1386342"/>
                  <a:pt x="7977788" y="1369033"/>
                  <a:pt x="7972422" y="1366296"/>
                </a:cubicBezTo>
                <a:cubicBezTo>
                  <a:pt x="7987208" y="1370458"/>
                  <a:pt x="8006269" y="1346359"/>
                  <a:pt x="8015686" y="1347783"/>
                </a:cubicBezTo>
                <a:cubicBezTo>
                  <a:pt x="8013060" y="1339678"/>
                  <a:pt x="8015797" y="1334311"/>
                  <a:pt x="8018537" y="1328942"/>
                </a:cubicBezTo>
                <a:cubicBezTo>
                  <a:pt x="8025324" y="1322260"/>
                  <a:pt x="8029377" y="1320945"/>
                  <a:pt x="8036172" y="1314265"/>
                </a:cubicBezTo>
                <a:cubicBezTo>
                  <a:pt x="8061911" y="1296956"/>
                  <a:pt x="8097071" y="1281073"/>
                  <a:pt x="8128179" y="1266503"/>
                </a:cubicBezTo>
                <a:cubicBezTo>
                  <a:pt x="8136285" y="1263874"/>
                  <a:pt x="8145707" y="1265298"/>
                  <a:pt x="8145707" y="1265298"/>
                </a:cubicBezTo>
                <a:cubicBezTo>
                  <a:pt x="8148445" y="1259930"/>
                  <a:pt x="8152497" y="1258615"/>
                  <a:pt x="8155237" y="1253248"/>
                </a:cubicBezTo>
                <a:cubicBezTo>
                  <a:pt x="8159290" y="1251933"/>
                  <a:pt x="8159290" y="1251933"/>
                  <a:pt x="8159290" y="1251933"/>
                </a:cubicBezTo>
                <a:cubicBezTo>
                  <a:pt x="8190289" y="1250838"/>
                  <a:pt x="8226875" y="1225535"/>
                  <a:pt x="8256670" y="1206912"/>
                </a:cubicBezTo>
                <a:cubicBezTo>
                  <a:pt x="8257984" y="1210965"/>
                  <a:pt x="8257984" y="1210965"/>
                  <a:pt x="8257984" y="1210965"/>
                </a:cubicBezTo>
                <a:cubicBezTo>
                  <a:pt x="8271456" y="1211075"/>
                  <a:pt x="8270248" y="1193548"/>
                  <a:pt x="8278249" y="1204393"/>
                </a:cubicBezTo>
                <a:cubicBezTo>
                  <a:pt x="8298513" y="1197820"/>
                  <a:pt x="8283724" y="1193658"/>
                  <a:pt x="8299937" y="1188400"/>
                </a:cubicBezTo>
                <a:cubicBezTo>
                  <a:pt x="8301249" y="1192451"/>
                  <a:pt x="8309354" y="1189822"/>
                  <a:pt x="8314723" y="1192562"/>
                </a:cubicBezTo>
                <a:cubicBezTo>
                  <a:pt x="8328306" y="1179198"/>
                  <a:pt x="8344518" y="1173939"/>
                  <a:pt x="8366098" y="1171418"/>
                </a:cubicBezTo>
                <a:cubicBezTo>
                  <a:pt x="8370261" y="1156631"/>
                  <a:pt x="8397204" y="1156850"/>
                  <a:pt x="8403996" y="1150168"/>
                </a:cubicBezTo>
                <a:cubicBezTo>
                  <a:pt x="8405310" y="1154222"/>
                  <a:pt x="8409362" y="1152907"/>
                  <a:pt x="8409362" y="1152907"/>
                </a:cubicBezTo>
                <a:cubicBezTo>
                  <a:pt x="8431052" y="1136914"/>
                  <a:pt x="8452630" y="1134394"/>
                  <a:pt x="8472895" y="1127821"/>
                </a:cubicBezTo>
                <a:lnTo>
                  <a:pt x="8480896" y="1125227"/>
                </a:lnTo>
                <a:lnTo>
                  <a:pt x="8523648" y="1109160"/>
                </a:lnTo>
                <a:lnTo>
                  <a:pt x="8532365" y="1104050"/>
                </a:lnTo>
                <a:lnTo>
                  <a:pt x="8530202" y="1106697"/>
                </a:lnTo>
                <a:lnTo>
                  <a:pt x="8585206" y="1086029"/>
                </a:lnTo>
                <a:lnTo>
                  <a:pt x="8726041" y="1043572"/>
                </a:lnTo>
                <a:lnTo>
                  <a:pt x="8725860" y="1043138"/>
                </a:lnTo>
                <a:cubicBezTo>
                  <a:pt x="8724250" y="1041797"/>
                  <a:pt x="8724520" y="1040189"/>
                  <a:pt x="8725594" y="1038581"/>
                </a:cubicBezTo>
                <a:cubicBezTo>
                  <a:pt x="8726130" y="1037509"/>
                  <a:pt x="8727202" y="1036168"/>
                  <a:pt x="8726398" y="1035097"/>
                </a:cubicBezTo>
                <a:cubicBezTo>
                  <a:pt x="8723714" y="1031881"/>
                  <a:pt x="8723446" y="1029468"/>
                  <a:pt x="8727741" y="1027860"/>
                </a:cubicBezTo>
                <a:cubicBezTo>
                  <a:pt x="8728814" y="1027592"/>
                  <a:pt x="8729082" y="1025984"/>
                  <a:pt x="8728010" y="1025180"/>
                </a:cubicBezTo>
                <a:cubicBezTo>
                  <a:pt x="8724520" y="1022232"/>
                  <a:pt x="8728276" y="1020891"/>
                  <a:pt x="8728814" y="1018748"/>
                </a:cubicBezTo>
                <a:cubicBezTo>
                  <a:pt x="8730692" y="1011510"/>
                  <a:pt x="8739011" y="1013654"/>
                  <a:pt x="8742234" y="1008294"/>
                </a:cubicBezTo>
                <a:cubicBezTo>
                  <a:pt x="8743308" y="1006418"/>
                  <a:pt x="8748404" y="1007758"/>
                  <a:pt x="8750820" y="1008026"/>
                </a:cubicBezTo>
                <a:cubicBezTo>
                  <a:pt x="8756456" y="1008830"/>
                  <a:pt x="8763168" y="1005346"/>
                  <a:pt x="8767728" y="1011778"/>
                </a:cubicBezTo>
                <a:cubicBezTo>
                  <a:pt x="8768532" y="1012851"/>
                  <a:pt x="8770146" y="1014191"/>
                  <a:pt x="8772290" y="1014191"/>
                </a:cubicBezTo>
                <a:cubicBezTo>
                  <a:pt x="8775244" y="1013923"/>
                  <a:pt x="8776854" y="1015531"/>
                  <a:pt x="8777390" y="1018479"/>
                </a:cubicBezTo>
                <a:cubicBezTo>
                  <a:pt x="8777927" y="1020356"/>
                  <a:pt x="8779268" y="1021427"/>
                  <a:pt x="8780610" y="1022767"/>
                </a:cubicBezTo>
                <a:lnTo>
                  <a:pt x="8781875" y="1026738"/>
                </a:lnTo>
                <a:lnTo>
                  <a:pt x="8800367" y="1021164"/>
                </a:lnTo>
                <a:cubicBezTo>
                  <a:pt x="8873189" y="1002290"/>
                  <a:pt x="8947097" y="986148"/>
                  <a:pt x="9022051" y="972694"/>
                </a:cubicBezTo>
                <a:cubicBezTo>
                  <a:pt x="9081906" y="961815"/>
                  <a:pt x="9141856" y="953495"/>
                  <a:pt x="9201839" y="947956"/>
                </a:cubicBezTo>
                <a:lnTo>
                  <a:pt x="9249722" y="945813"/>
                </a:lnTo>
                <a:lnTo>
                  <a:pt x="9256912" y="940922"/>
                </a:lnTo>
                <a:cubicBezTo>
                  <a:pt x="9261025" y="939799"/>
                  <a:pt x="9265511" y="939799"/>
                  <a:pt x="9268501" y="941296"/>
                </a:cubicBezTo>
                <a:cubicBezTo>
                  <a:pt x="9287938" y="942792"/>
                  <a:pt x="9308124" y="939052"/>
                  <a:pt x="9328310" y="936808"/>
                </a:cubicBezTo>
                <a:lnTo>
                  <a:pt x="9351707" y="935722"/>
                </a:lnTo>
                <a:lnTo>
                  <a:pt x="9300098" y="931742"/>
                </a:lnTo>
                <a:cubicBezTo>
                  <a:pt x="9272836" y="928827"/>
                  <a:pt x="9247258" y="925924"/>
                  <a:pt x="9222336" y="925048"/>
                </a:cubicBezTo>
                <a:close/>
                <a:moveTo>
                  <a:pt x="11833298" y="911134"/>
                </a:moveTo>
                <a:cubicBezTo>
                  <a:pt x="11838374" y="913078"/>
                  <a:pt x="11843062" y="915799"/>
                  <a:pt x="11845014" y="922018"/>
                </a:cubicBezTo>
                <a:cubicBezTo>
                  <a:pt x="11845405" y="923185"/>
                  <a:pt x="11847748" y="923962"/>
                  <a:pt x="11847356" y="926294"/>
                </a:cubicBezTo>
                <a:cubicBezTo>
                  <a:pt x="11846184" y="932513"/>
                  <a:pt x="11850870" y="934457"/>
                  <a:pt x="11854775" y="935623"/>
                </a:cubicBezTo>
                <a:cubicBezTo>
                  <a:pt x="11857509" y="936401"/>
                  <a:pt x="11859070" y="937567"/>
                  <a:pt x="11860632" y="939122"/>
                </a:cubicBezTo>
                <a:cubicBezTo>
                  <a:pt x="11865317" y="943397"/>
                  <a:pt x="11864928" y="949229"/>
                  <a:pt x="11866099" y="954671"/>
                </a:cubicBezTo>
                <a:cubicBezTo>
                  <a:pt x="11866879" y="959724"/>
                  <a:pt x="11864537" y="963611"/>
                  <a:pt x="11862585" y="967887"/>
                </a:cubicBezTo>
                <a:cubicBezTo>
                  <a:pt x="11860632" y="972552"/>
                  <a:pt x="11857509" y="976440"/>
                  <a:pt x="11851651" y="976440"/>
                </a:cubicBezTo>
                <a:cubicBezTo>
                  <a:pt x="11850870" y="976440"/>
                  <a:pt x="11850481" y="976828"/>
                  <a:pt x="11850481" y="977994"/>
                </a:cubicBezTo>
                <a:cubicBezTo>
                  <a:pt x="11847748" y="977994"/>
                  <a:pt x="11845405" y="977994"/>
                  <a:pt x="11842671" y="977994"/>
                </a:cubicBezTo>
                <a:cubicBezTo>
                  <a:pt x="11840718" y="975273"/>
                  <a:pt x="11836813" y="975662"/>
                  <a:pt x="11834081" y="973718"/>
                </a:cubicBezTo>
                <a:cubicBezTo>
                  <a:pt x="11831346" y="971775"/>
                  <a:pt x="11829005" y="970220"/>
                  <a:pt x="11828225" y="966722"/>
                </a:cubicBezTo>
                <a:cubicBezTo>
                  <a:pt x="11827833" y="962834"/>
                  <a:pt x="11825880" y="959336"/>
                  <a:pt x="11823927" y="956226"/>
                </a:cubicBezTo>
                <a:cubicBezTo>
                  <a:pt x="11821975" y="952727"/>
                  <a:pt x="11820415" y="949229"/>
                  <a:pt x="11818462" y="946119"/>
                </a:cubicBezTo>
                <a:cubicBezTo>
                  <a:pt x="11816899" y="942620"/>
                  <a:pt x="11813776" y="939511"/>
                  <a:pt x="11809871" y="937567"/>
                </a:cubicBezTo>
                <a:cubicBezTo>
                  <a:pt x="11809871" y="932902"/>
                  <a:pt x="11809871" y="928238"/>
                  <a:pt x="11809871" y="923573"/>
                </a:cubicBezTo>
                <a:cubicBezTo>
                  <a:pt x="11812214" y="922407"/>
                  <a:pt x="11813385" y="920852"/>
                  <a:pt x="11814557" y="918131"/>
                </a:cubicBezTo>
                <a:cubicBezTo>
                  <a:pt x="11816118" y="915021"/>
                  <a:pt x="11819632" y="912688"/>
                  <a:pt x="11823147" y="912688"/>
                </a:cubicBezTo>
                <a:cubicBezTo>
                  <a:pt x="11826660" y="912688"/>
                  <a:pt x="11829785" y="911911"/>
                  <a:pt x="11833298" y="911134"/>
                </a:cubicBezTo>
                <a:close/>
                <a:moveTo>
                  <a:pt x="5160887" y="886310"/>
                </a:moveTo>
                <a:cubicBezTo>
                  <a:pt x="5160887" y="886310"/>
                  <a:pt x="5156475" y="886310"/>
                  <a:pt x="5156475" y="890724"/>
                </a:cubicBezTo>
                <a:lnTo>
                  <a:pt x="5032900" y="890724"/>
                </a:lnTo>
                <a:cubicBezTo>
                  <a:pt x="4935809" y="895137"/>
                  <a:pt x="4843129" y="903964"/>
                  <a:pt x="4746036" y="917204"/>
                </a:cubicBezTo>
                <a:cubicBezTo>
                  <a:pt x="4589362" y="939271"/>
                  <a:pt x="4437102" y="974578"/>
                  <a:pt x="4290911" y="1022573"/>
                </a:cubicBezTo>
                <a:lnTo>
                  <a:pt x="4168852" y="1068909"/>
                </a:lnTo>
                <a:lnTo>
                  <a:pt x="4169889" y="1071705"/>
                </a:lnTo>
                <a:lnTo>
                  <a:pt x="4169889" y="1075807"/>
                </a:lnTo>
                <a:lnTo>
                  <a:pt x="4416692" y="997748"/>
                </a:lnTo>
                <a:cubicBezTo>
                  <a:pt x="4607016" y="949201"/>
                  <a:pt x="4805616" y="921618"/>
                  <a:pt x="5010835" y="917204"/>
                </a:cubicBezTo>
                <a:cubicBezTo>
                  <a:pt x="5010834" y="921618"/>
                  <a:pt x="5010834" y="921618"/>
                  <a:pt x="5010835" y="926031"/>
                </a:cubicBezTo>
                <a:cubicBezTo>
                  <a:pt x="4949048" y="930443"/>
                  <a:pt x="4922568" y="956925"/>
                  <a:pt x="4882850" y="974578"/>
                </a:cubicBezTo>
                <a:cubicBezTo>
                  <a:pt x="4882850" y="974578"/>
                  <a:pt x="4891675" y="978991"/>
                  <a:pt x="4900502" y="978991"/>
                </a:cubicBezTo>
                <a:cubicBezTo>
                  <a:pt x="4882850" y="987818"/>
                  <a:pt x="4847542" y="983404"/>
                  <a:pt x="4821063" y="987818"/>
                </a:cubicBezTo>
                <a:cubicBezTo>
                  <a:pt x="4798997" y="996645"/>
                  <a:pt x="4763690" y="1009885"/>
                  <a:pt x="4763690" y="1009885"/>
                </a:cubicBezTo>
                <a:cubicBezTo>
                  <a:pt x="4768103" y="1018712"/>
                  <a:pt x="4785755" y="1018712"/>
                  <a:pt x="4807823" y="1018712"/>
                </a:cubicBezTo>
                <a:cubicBezTo>
                  <a:pt x="4807823" y="1023125"/>
                  <a:pt x="4803408" y="1023125"/>
                  <a:pt x="4803408" y="1023125"/>
                </a:cubicBezTo>
                <a:cubicBezTo>
                  <a:pt x="4798997" y="1023125"/>
                  <a:pt x="4798997" y="1023125"/>
                  <a:pt x="4798997" y="1023125"/>
                </a:cubicBezTo>
                <a:cubicBezTo>
                  <a:pt x="4798997" y="1023125"/>
                  <a:pt x="4794581" y="1023125"/>
                  <a:pt x="4794581" y="1023125"/>
                </a:cubicBezTo>
                <a:cubicBezTo>
                  <a:pt x="4794581" y="1023125"/>
                  <a:pt x="4790168" y="1023125"/>
                  <a:pt x="4785755" y="1023125"/>
                </a:cubicBezTo>
                <a:cubicBezTo>
                  <a:pt x="4785755" y="1027538"/>
                  <a:pt x="4785755" y="1027538"/>
                  <a:pt x="4790168" y="1027537"/>
                </a:cubicBezTo>
                <a:cubicBezTo>
                  <a:pt x="4790168" y="1027537"/>
                  <a:pt x="4794584" y="1027537"/>
                  <a:pt x="4794584" y="1027537"/>
                </a:cubicBezTo>
                <a:cubicBezTo>
                  <a:pt x="4798997" y="1027537"/>
                  <a:pt x="4798997" y="1027537"/>
                  <a:pt x="4798997" y="1027537"/>
                </a:cubicBezTo>
                <a:cubicBezTo>
                  <a:pt x="4772515" y="1036364"/>
                  <a:pt x="4807823" y="1036364"/>
                  <a:pt x="4812237" y="1031951"/>
                </a:cubicBezTo>
                <a:cubicBezTo>
                  <a:pt x="4816648" y="1031951"/>
                  <a:pt x="4816648" y="1027537"/>
                  <a:pt x="4816648" y="1027537"/>
                </a:cubicBezTo>
                <a:cubicBezTo>
                  <a:pt x="4816648" y="1027537"/>
                  <a:pt x="4812237" y="1027537"/>
                  <a:pt x="4812237" y="1027537"/>
                </a:cubicBezTo>
                <a:cubicBezTo>
                  <a:pt x="4807823" y="1023125"/>
                  <a:pt x="4807823" y="1023125"/>
                  <a:pt x="4807823" y="1023125"/>
                </a:cubicBezTo>
                <a:cubicBezTo>
                  <a:pt x="4807823" y="1023125"/>
                  <a:pt x="4816650" y="1023125"/>
                  <a:pt x="4821062" y="1023125"/>
                </a:cubicBezTo>
                <a:cubicBezTo>
                  <a:pt x="4825476" y="1023125"/>
                  <a:pt x="4825476" y="1023125"/>
                  <a:pt x="4825476" y="1023125"/>
                </a:cubicBezTo>
                <a:cubicBezTo>
                  <a:pt x="4856368" y="1023125"/>
                  <a:pt x="4878436" y="1031951"/>
                  <a:pt x="4860781" y="1045192"/>
                </a:cubicBezTo>
                <a:cubicBezTo>
                  <a:pt x="4838716" y="1045191"/>
                  <a:pt x="4838716" y="1049604"/>
                  <a:pt x="4807823" y="1049604"/>
                </a:cubicBezTo>
                <a:cubicBezTo>
                  <a:pt x="4803408" y="1058431"/>
                  <a:pt x="4821062" y="1058431"/>
                  <a:pt x="4825476" y="1067257"/>
                </a:cubicBezTo>
                <a:cubicBezTo>
                  <a:pt x="4785755" y="1080498"/>
                  <a:pt x="4719556" y="1089325"/>
                  <a:pt x="4719556" y="1111391"/>
                </a:cubicBezTo>
                <a:cubicBezTo>
                  <a:pt x="4719556" y="1111391"/>
                  <a:pt x="4715141" y="1111391"/>
                  <a:pt x="4715141" y="1111391"/>
                </a:cubicBezTo>
                <a:cubicBezTo>
                  <a:pt x="4715141" y="1111391"/>
                  <a:pt x="4706316" y="1111391"/>
                  <a:pt x="4706316" y="1111391"/>
                </a:cubicBezTo>
                <a:cubicBezTo>
                  <a:pt x="4701900" y="1115804"/>
                  <a:pt x="4697488" y="1115804"/>
                  <a:pt x="4701900" y="1115804"/>
                </a:cubicBezTo>
                <a:cubicBezTo>
                  <a:pt x="4693076" y="1120218"/>
                  <a:pt x="4679837" y="1120218"/>
                  <a:pt x="4653355" y="1129045"/>
                </a:cubicBezTo>
                <a:cubicBezTo>
                  <a:pt x="4644528" y="1133457"/>
                  <a:pt x="4640115" y="1133457"/>
                  <a:pt x="4635703" y="1133457"/>
                </a:cubicBezTo>
                <a:cubicBezTo>
                  <a:pt x="4635703" y="1133457"/>
                  <a:pt x="4631288" y="1137871"/>
                  <a:pt x="4631288" y="1137871"/>
                </a:cubicBezTo>
                <a:cubicBezTo>
                  <a:pt x="4626876" y="1137871"/>
                  <a:pt x="4626876" y="1137871"/>
                  <a:pt x="4626876" y="1137871"/>
                </a:cubicBezTo>
                <a:cubicBezTo>
                  <a:pt x="4622462" y="1137871"/>
                  <a:pt x="4626876" y="1142285"/>
                  <a:pt x="4626876" y="1142285"/>
                </a:cubicBezTo>
                <a:cubicBezTo>
                  <a:pt x="4622463" y="1142285"/>
                  <a:pt x="4622463" y="1142285"/>
                  <a:pt x="4622463" y="1142285"/>
                </a:cubicBezTo>
                <a:cubicBezTo>
                  <a:pt x="4622463" y="1146697"/>
                  <a:pt x="4604809" y="1146697"/>
                  <a:pt x="4604810" y="1151112"/>
                </a:cubicBezTo>
                <a:cubicBezTo>
                  <a:pt x="4626875" y="1146697"/>
                  <a:pt x="4609223" y="1151110"/>
                  <a:pt x="4618049" y="1155525"/>
                </a:cubicBezTo>
                <a:cubicBezTo>
                  <a:pt x="4591570" y="1159938"/>
                  <a:pt x="4626875" y="1159938"/>
                  <a:pt x="4609223" y="1164351"/>
                </a:cubicBezTo>
                <a:cubicBezTo>
                  <a:pt x="4582743" y="1168764"/>
                  <a:pt x="4582743" y="1173179"/>
                  <a:pt x="4569503" y="1168764"/>
                </a:cubicBezTo>
                <a:cubicBezTo>
                  <a:pt x="4569503" y="1182004"/>
                  <a:pt x="4507717" y="1190832"/>
                  <a:pt x="4463584" y="1204071"/>
                </a:cubicBezTo>
                <a:cubicBezTo>
                  <a:pt x="4459170" y="1204071"/>
                  <a:pt x="4450343" y="1208486"/>
                  <a:pt x="4437102" y="1212897"/>
                </a:cubicBezTo>
                <a:cubicBezTo>
                  <a:pt x="4397383" y="1226137"/>
                  <a:pt x="4370904" y="1234964"/>
                  <a:pt x="4348838" y="1243791"/>
                </a:cubicBezTo>
                <a:cubicBezTo>
                  <a:pt x="4340009" y="1248203"/>
                  <a:pt x="4344424" y="1243791"/>
                  <a:pt x="4335598" y="1243791"/>
                </a:cubicBezTo>
                <a:cubicBezTo>
                  <a:pt x="4335595" y="1248204"/>
                  <a:pt x="4331184" y="1252617"/>
                  <a:pt x="4326771" y="1252618"/>
                </a:cubicBezTo>
                <a:cubicBezTo>
                  <a:pt x="4322356" y="1252618"/>
                  <a:pt x="4335598" y="1243791"/>
                  <a:pt x="4322356" y="1248203"/>
                </a:cubicBezTo>
                <a:cubicBezTo>
                  <a:pt x="4300290" y="1261445"/>
                  <a:pt x="4295877" y="1257032"/>
                  <a:pt x="4260571" y="1274684"/>
                </a:cubicBezTo>
                <a:cubicBezTo>
                  <a:pt x="4260571" y="1265858"/>
                  <a:pt x="4260571" y="1265858"/>
                  <a:pt x="4260571" y="1265858"/>
                </a:cubicBezTo>
                <a:cubicBezTo>
                  <a:pt x="4238504" y="1274685"/>
                  <a:pt x="4229678" y="1279098"/>
                  <a:pt x="4247332" y="1279098"/>
                </a:cubicBezTo>
                <a:lnTo>
                  <a:pt x="4238193" y="1282035"/>
                </a:lnTo>
                <a:lnTo>
                  <a:pt x="4249592" y="1287860"/>
                </a:lnTo>
                <a:lnTo>
                  <a:pt x="4297332" y="1271163"/>
                </a:lnTo>
                <a:cubicBezTo>
                  <a:pt x="4390734" y="1244551"/>
                  <a:pt x="4486365" y="1223196"/>
                  <a:pt x="4584250" y="1207034"/>
                </a:cubicBezTo>
                <a:cubicBezTo>
                  <a:pt x="4658491" y="1194535"/>
                  <a:pt x="4729381" y="1174680"/>
                  <a:pt x="4804569" y="1175960"/>
                </a:cubicBezTo>
                <a:cubicBezTo>
                  <a:pt x="4811795" y="1176222"/>
                  <a:pt x="4819149" y="1172871"/>
                  <a:pt x="4824643" y="1181029"/>
                </a:cubicBezTo>
                <a:cubicBezTo>
                  <a:pt x="4826521" y="1189055"/>
                  <a:pt x="4819967" y="1190264"/>
                  <a:pt x="4816353" y="1190133"/>
                </a:cubicBezTo>
                <a:cubicBezTo>
                  <a:pt x="4696559" y="1202064"/>
                  <a:pt x="4579951" y="1225868"/>
                  <a:pt x="4465087" y="1256427"/>
                </a:cubicBezTo>
                <a:lnTo>
                  <a:pt x="4296734" y="1305865"/>
                </a:lnTo>
                <a:lnTo>
                  <a:pt x="4312540" y="1310402"/>
                </a:lnTo>
                <a:lnTo>
                  <a:pt x="4335142" y="1318492"/>
                </a:lnTo>
                <a:lnTo>
                  <a:pt x="4414434" y="1295504"/>
                </a:lnTo>
                <a:lnTo>
                  <a:pt x="4444757" y="1289120"/>
                </a:lnTo>
                <a:lnTo>
                  <a:pt x="4459170" y="1279098"/>
                </a:lnTo>
                <a:cubicBezTo>
                  <a:pt x="4472409" y="1283510"/>
                  <a:pt x="4476822" y="1279098"/>
                  <a:pt x="4481236" y="1270271"/>
                </a:cubicBezTo>
                <a:cubicBezTo>
                  <a:pt x="4490063" y="1270271"/>
                  <a:pt x="4498889" y="1270270"/>
                  <a:pt x="4507717" y="1265858"/>
                </a:cubicBezTo>
                <a:cubicBezTo>
                  <a:pt x="4516542" y="1261445"/>
                  <a:pt x="4529782" y="1261445"/>
                  <a:pt x="4538608" y="1257032"/>
                </a:cubicBezTo>
                <a:cubicBezTo>
                  <a:pt x="4551850" y="1252618"/>
                  <a:pt x="4569502" y="1252618"/>
                  <a:pt x="4582743" y="1248204"/>
                </a:cubicBezTo>
                <a:cubicBezTo>
                  <a:pt x="4591570" y="1248204"/>
                  <a:pt x="4604809" y="1243791"/>
                  <a:pt x="4609223" y="1239379"/>
                </a:cubicBezTo>
                <a:cubicBezTo>
                  <a:pt x="4613636" y="1239379"/>
                  <a:pt x="4613636" y="1239379"/>
                  <a:pt x="4613636" y="1239379"/>
                </a:cubicBezTo>
                <a:cubicBezTo>
                  <a:pt x="4626876" y="1234965"/>
                  <a:pt x="4635703" y="1234965"/>
                  <a:pt x="4648942" y="1230551"/>
                </a:cubicBezTo>
                <a:cubicBezTo>
                  <a:pt x="4657767" y="1230551"/>
                  <a:pt x="4666594" y="1226137"/>
                  <a:pt x="4679836" y="1221725"/>
                </a:cubicBezTo>
                <a:cubicBezTo>
                  <a:pt x="4693075" y="1226137"/>
                  <a:pt x="4693075" y="1221725"/>
                  <a:pt x="4693076" y="1217313"/>
                </a:cubicBezTo>
                <a:cubicBezTo>
                  <a:pt x="4697488" y="1217312"/>
                  <a:pt x="4697488" y="1217312"/>
                  <a:pt x="4697488" y="1217312"/>
                </a:cubicBezTo>
                <a:cubicBezTo>
                  <a:pt x="4701902" y="1217312"/>
                  <a:pt x="4706316" y="1221725"/>
                  <a:pt x="4710729" y="1221725"/>
                </a:cubicBezTo>
                <a:cubicBezTo>
                  <a:pt x="4710729" y="1221725"/>
                  <a:pt x="4715141" y="1221725"/>
                  <a:pt x="4715141" y="1221725"/>
                </a:cubicBezTo>
                <a:cubicBezTo>
                  <a:pt x="4719556" y="1221725"/>
                  <a:pt x="4719556" y="1221725"/>
                  <a:pt x="4723970" y="1217312"/>
                </a:cubicBezTo>
                <a:cubicBezTo>
                  <a:pt x="4723970" y="1217312"/>
                  <a:pt x="4723970" y="1217312"/>
                  <a:pt x="4723970" y="1212897"/>
                </a:cubicBezTo>
                <a:cubicBezTo>
                  <a:pt x="4746036" y="1212897"/>
                  <a:pt x="4746036" y="1212897"/>
                  <a:pt x="4746036" y="1212897"/>
                </a:cubicBezTo>
                <a:cubicBezTo>
                  <a:pt x="4746036" y="1212897"/>
                  <a:pt x="4750449" y="1208485"/>
                  <a:pt x="4750449" y="1208485"/>
                </a:cubicBezTo>
                <a:cubicBezTo>
                  <a:pt x="4750449" y="1208485"/>
                  <a:pt x="4746036" y="1208485"/>
                  <a:pt x="4746036" y="1208485"/>
                </a:cubicBezTo>
                <a:cubicBezTo>
                  <a:pt x="4723970" y="1212897"/>
                  <a:pt x="4723970" y="1212897"/>
                  <a:pt x="4723970" y="1212897"/>
                </a:cubicBezTo>
                <a:cubicBezTo>
                  <a:pt x="4723970" y="1212897"/>
                  <a:pt x="4723970" y="1208485"/>
                  <a:pt x="4723970" y="1208485"/>
                </a:cubicBezTo>
                <a:cubicBezTo>
                  <a:pt x="4728383" y="1208485"/>
                  <a:pt x="4732795" y="1208485"/>
                  <a:pt x="4732795" y="1208485"/>
                </a:cubicBezTo>
                <a:cubicBezTo>
                  <a:pt x="4737209" y="1208485"/>
                  <a:pt x="4737209" y="1208485"/>
                  <a:pt x="4737209" y="1208485"/>
                </a:cubicBezTo>
                <a:cubicBezTo>
                  <a:pt x="4741622" y="1208485"/>
                  <a:pt x="4746034" y="1204071"/>
                  <a:pt x="4750449" y="1204071"/>
                </a:cubicBezTo>
                <a:cubicBezTo>
                  <a:pt x="4754860" y="1204071"/>
                  <a:pt x="4759276" y="1204071"/>
                  <a:pt x="4768102" y="1204071"/>
                </a:cubicBezTo>
                <a:cubicBezTo>
                  <a:pt x="4763690" y="1204071"/>
                  <a:pt x="4763689" y="1208486"/>
                  <a:pt x="4763689" y="1208486"/>
                </a:cubicBezTo>
                <a:cubicBezTo>
                  <a:pt x="4763689" y="1208486"/>
                  <a:pt x="4768103" y="1208485"/>
                  <a:pt x="4772515" y="1208485"/>
                </a:cubicBezTo>
                <a:cubicBezTo>
                  <a:pt x="4772515" y="1208485"/>
                  <a:pt x="4776928" y="1208486"/>
                  <a:pt x="4781344" y="1208485"/>
                </a:cubicBezTo>
                <a:cubicBezTo>
                  <a:pt x="4785755" y="1204071"/>
                  <a:pt x="4790168" y="1204071"/>
                  <a:pt x="4794584" y="1204071"/>
                </a:cubicBezTo>
                <a:cubicBezTo>
                  <a:pt x="4798997" y="1204071"/>
                  <a:pt x="4798997" y="1204071"/>
                  <a:pt x="4803408" y="1204071"/>
                </a:cubicBezTo>
                <a:cubicBezTo>
                  <a:pt x="4807823" y="1199658"/>
                  <a:pt x="4807823" y="1199658"/>
                  <a:pt x="4807823" y="1199658"/>
                </a:cubicBezTo>
                <a:cubicBezTo>
                  <a:pt x="4812237" y="1199658"/>
                  <a:pt x="4816650" y="1195245"/>
                  <a:pt x="4821063" y="1195245"/>
                </a:cubicBezTo>
                <a:cubicBezTo>
                  <a:pt x="4825476" y="1195245"/>
                  <a:pt x="4829889" y="1195245"/>
                  <a:pt x="4829889" y="1195245"/>
                </a:cubicBezTo>
                <a:cubicBezTo>
                  <a:pt x="4829889" y="1199658"/>
                  <a:pt x="4829889" y="1199658"/>
                  <a:pt x="4834302" y="1199658"/>
                </a:cubicBezTo>
                <a:cubicBezTo>
                  <a:pt x="4834302" y="1199658"/>
                  <a:pt x="4838716" y="1199658"/>
                  <a:pt x="4838716" y="1195245"/>
                </a:cubicBezTo>
                <a:cubicBezTo>
                  <a:pt x="4838716" y="1195245"/>
                  <a:pt x="4843129" y="1195245"/>
                  <a:pt x="4847542" y="1199658"/>
                </a:cubicBezTo>
                <a:cubicBezTo>
                  <a:pt x="4856368" y="1195245"/>
                  <a:pt x="4856368" y="1195245"/>
                  <a:pt x="4856368" y="1195245"/>
                </a:cubicBezTo>
                <a:cubicBezTo>
                  <a:pt x="4856368" y="1195245"/>
                  <a:pt x="4851957" y="1195245"/>
                  <a:pt x="4851957" y="1190831"/>
                </a:cubicBezTo>
                <a:cubicBezTo>
                  <a:pt x="4856368" y="1190831"/>
                  <a:pt x="4860781" y="1190831"/>
                  <a:pt x="4865196" y="1190831"/>
                </a:cubicBezTo>
                <a:cubicBezTo>
                  <a:pt x="4869610" y="1190832"/>
                  <a:pt x="4869610" y="1190832"/>
                  <a:pt x="4869610" y="1190832"/>
                </a:cubicBezTo>
                <a:cubicBezTo>
                  <a:pt x="4878436" y="1186418"/>
                  <a:pt x="4882848" y="1186418"/>
                  <a:pt x="4887261" y="1186418"/>
                </a:cubicBezTo>
                <a:cubicBezTo>
                  <a:pt x="4896089" y="1186418"/>
                  <a:pt x="4900502" y="1186418"/>
                  <a:pt x="4904916" y="1186418"/>
                </a:cubicBezTo>
                <a:cubicBezTo>
                  <a:pt x="4909329" y="1186418"/>
                  <a:pt x="4909329" y="1186418"/>
                  <a:pt x="4918155" y="1186418"/>
                </a:cubicBezTo>
                <a:cubicBezTo>
                  <a:pt x="4922569" y="1190831"/>
                  <a:pt x="4935809" y="1186418"/>
                  <a:pt x="4944634" y="1186418"/>
                </a:cubicBezTo>
                <a:cubicBezTo>
                  <a:pt x="4949048" y="1186419"/>
                  <a:pt x="4953461" y="1190831"/>
                  <a:pt x="4957877" y="1190831"/>
                </a:cubicBezTo>
                <a:cubicBezTo>
                  <a:pt x="4957877" y="1190831"/>
                  <a:pt x="4953461" y="1195245"/>
                  <a:pt x="4953461" y="1195245"/>
                </a:cubicBezTo>
                <a:cubicBezTo>
                  <a:pt x="4949048" y="1195245"/>
                  <a:pt x="4949048" y="1199659"/>
                  <a:pt x="4949048" y="1199659"/>
                </a:cubicBezTo>
                <a:cubicBezTo>
                  <a:pt x="4949048" y="1199659"/>
                  <a:pt x="4949048" y="1199659"/>
                  <a:pt x="4953461" y="1199658"/>
                </a:cubicBezTo>
                <a:cubicBezTo>
                  <a:pt x="4957874" y="1199658"/>
                  <a:pt x="4957874" y="1199658"/>
                  <a:pt x="4957874" y="1199658"/>
                </a:cubicBezTo>
                <a:cubicBezTo>
                  <a:pt x="4962288" y="1199658"/>
                  <a:pt x="4962288" y="1199658"/>
                  <a:pt x="4962288" y="1195245"/>
                </a:cubicBezTo>
                <a:cubicBezTo>
                  <a:pt x="4962288" y="1195245"/>
                  <a:pt x="4966702" y="1190831"/>
                  <a:pt x="4966702" y="1190831"/>
                </a:cubicBezTo>
                <a:cubicBezTo>
                  <a:pt x="4966702" y="1186418"/>
                  <a:pt x="4966702" y="1186418"/>
                  <a:pt x="4966702" y="1186418"/>
                </a:cubicBezTo>
                <a:cubicBezTo>
                  <a:pt x="4962288" y="1186418"/>
                  <a:pt x="4953461" y="1182004"/>
                  <a:pt x="4944634" y="1182004"/>
                </a:cubicBezTo>
                <a:cubicBezTo>
                  <a:pt x="4940224" y="1182005"/>
                  <a:pt x="4940224" y="1182005"/>
                  <a:pt x="4940224" y="1182005"/>
                </a:cubicBezTo>
                <a:cubicBezTo>
                  <a:pt x="4935809" y="1182004"/>
                  <a:pt x="4926984" y="1186418"/>
                  <a:pt x="4922569" y="1182004"/>
                </a:cubicBezTo>
                <a:cubicBezTo>
                  <a:pt x="4918155" y="1182004"/>
                  <a:pt x="4918155" y="1182004"/>
                  <a:pt x="4913741" y="1182004"/>
                </a:cubicBezTo>
                <a:cubicBezTo>
                  <a:pt x="4918155" y="1177592"/>
                  <a:pt x="4926982" y="1177592"/>
                  <a:pt x="4935808" y="1177592"/>
                </a:cubicBezTo>
                <a:cubicBezTo>
                  <a:pt x="4944634" y="1177592"/>
                  <a:pt x="4953461" y="1177592"/>
                  <a:pt x="4962288" y="1173177"/>
                </a:cubicBezTo>
                <a:cubicBezTo>
                  <a:pt x="4966702" y="1173177"/>
                  <a:pt x="4966702" y="1177592"/>
                  <a:pt x="4971116" y="1177592"/>
                </a:cubicBezTo>
                <a:cubicBezTo>
                  <a:pt x="4979942" y="1177592"/>
                  <a:pt x="4979942" y="1177592"/>
                  <a:pt x="4979942" y="1177592"/>
                </a:cubicBezTo>
                <a:cubicBezTo>
                  <a:pt x="4988766" y="1177592"/>
                  <a:pt x="4993181" y="1177592"/>
                  <a:pt x="5002008" y="1177592"/>
                </a:cubicBezTo>
                <a:cubicBezTo>
                  <a:pt x="4997595" y="1182004"/>
                  <a:pt x="4997595" y="1182004"/>
                  <a:pt x="4997595" y="1182004"/>
                </a:cubicBezTo>
                <a:cubicBezTo>
                  <a:pt x="4993181" y="1182004"/>
                  <a:pt x="4993181" y="1182004"/>
                  <a:pt x="4997596" y="1186418"/>
                </a:cubicBezTo>
                <a:cubicBezTo>
                  <a:pt x="4997596" y="1186418"/>
                  <a:pt x="4997596" y="1186418"/>
                  <a:pt x="5002008" y="1186418"/>
                </a:cubicBezTo>
                <a:cubicBezTo>
                  <a:pt x="5002008" y="1186418"/>
                  <a:pt x="5006420" y="1186418"/>
                  <a:pt x="5006420" y="1186418"/>
                </a:cubicBezTo>
                <a:cubicBezTo>
                  <a:pt x="5010834" y="1182004"/>
                  <a:pt x="5010834" y="1182004"/>
                  <a:pt x="5010834" y="1182004"/>
                </a:cubicBezTo>
                <a:cubicBezTo>
                  <a:pt x="5010834" y="1182004"/>
                  <a:pt x="5015251" y="1182004"/>
                  <a:pt x="5015251" y="1182004"/>
                </a:cubicBezTo>
                <a:cubicBezTo>
                  <a:pt x="5015251" y="1182004"/>
                  <a:pt x="5015251" y="1182004"/>
                  <a:pt x="5019661" y="1182004"/>
                </a:cubicBezTo>
                <a:cubicBezTo>
                  <a:pt x="5024074" y="1182004"/>
                  <a:pt x="5032901" y="1177592"/>
                  <a:pt x="5037315" y="1177592"/>
                </a:cubicBezTo>
                <a:cubicBezTo>
                  <a:pt x="5050554" y="1177592"/>
                  <a:pt x="5054969" y="1173177"/>
                  <a:pt x="5059383" y="1177592"/>
                </a:cubicBezTo>
                <a:cubicBezTo>
                  <a:pt x="5059380" y="1182004"/>
                  <a:pt x="5063793" y="1182004"/>
                  <a:pt x="5063793" y="1182004"/>
                </a:cubicBezTo>
                <a:cubicBezTo>
                  <a:pt x="5063793" y="1182004"/>
                  <a:pt x="5063793" y="1186419"/>
                  <a:pt x="5059383" y="1186419"/>
                </a:cubicBezTo>
                <a:cubicBezTo>
                  <a:pt x="5041727" y="1186418"/>
                  <a:pt x="5024076" y="1186418"/>
                  <a:pt x="5006420" y="1190831"/>
                </a:cubicBezTo>
                <a:cubicBezTo>
                  <a:pt x="5002006" y="1190831"/>
                  <a:pt x="5002006" y="1190831"/>
                  <a:pt x="5002006" y="1190831"/>
                </a:cubicBezTo>
                <a:cubicBezTo>
                  <a:pt x="5002006" y="1195245"/>
                  <a:pt x="5006420" y="1195245"/>
                  <a:pt x="5006420" y="1195245"/>
                </a:cubicBezTo>
                <a:cubicBezTo>
                  <a:pt x="5024076" y="1190831"/>
                  <a:pt x="5041729" y="1190831"/>
                  <a:pt x="5059383" y="1190831"/>
                </a:cubicBezTo>
                <a:cubicBezTo>
                  <a:pt x="5059383" y="1195245"/>
                  <a:pt x="5059380" y="1199658"/>
                  <a:pt x="5068208" y="1204071"/>
                </a:cubicBezTo>
                <a:cubicBezTo>
                  <a:pt x="5090274" y="1204071"/>
                  <a:pt x="5094688" y="1212897"/>
                  <a:pt x="5116754" y="1212897"/>
                </a:cubicBezTo>
                <a:cubicBezTo>
                  <a:pt x="5174127" y="1234965"/>
                  <a:pt x="5244741" y="1243791"/>
                  <a:pt x="5293286" y="1248204"/>
                </a:cubicBezTo>
                <a:cubicBezTo>
                  <a:pt x="5297701" y="1248204"/>
                  <a:pt x="5297701" y="1248204"/>
                  <a:pt x="5297701" y="1248204"/>
                </a:cubicBezTo>
                <a:cubicBezTo>
                  <a:pt x="5297701" y="1248204"/>
                  <a:pt x="5302115" y="1248204"/>
                  <a:pt x="5302115" y="1248204"/>
                </a:cubicBezTo>
                <a:cubicBezTo>
                  <a:pt x="5302115" y="1243791"/>
                  <a:pt x="5302115" y="1243791"/>
                  <a:pt x="5297699" y="1243791"/>
                </a:cubicBezTo>
                <a:cubicBezTo>
                  <a:pt x="5249152" y="1239379"/>
                  <a:pt x="5182954" y="1230551"/>
                  <a:pt x="5125580" y="1208485"/>
                </a:cubicBezTo>
                <a:cubicBezTo>
                  <a:pt x="5129996" y="1208485"/>
                  <a:pt x="5129996" y="1208485"/>
                  <a:pt x="5129996" y="1208485"/>
                </a:cubicBezTo>
                <a:cubicBezTo>
                  <a:pt x="5129996" y="1204071"/>
                  <a:pt x="5125582" y="1204071"/>
                  <a:pt x="5121166" y="1199658"/>
                </a:cubicBezTo>
                <a:cubicBezTo>
                  <a:pt x="5125582" y="1199658"/>
                  <a:pt x="5129996" y="1199658"/>
                  <a:pt x="5134406" y="1199658"/>
                </a:cubicBezTo>
                <a:cubicBezTo>
                  <a:pt x="5134406" y="1199658"/>
                  <a:pt x="5134406" y="1199658"/>
                  <a:pt x="5134407" y="1204071"/>
                </a:cubicBezTo>
                <a:cubicBezTo>
                  <a:pt x="5138821" y="1204071"/>
                  <a:pt x="5138821" y="1204071"/>
                  <a:pt x="5138821" y="1204071"/>
                </a:cubicBezTo>
                <a:cubicBezTo>
                  <a:pt x="5138821" y="1204071"/>
                  <a:pt x="5138821" y="1204071"/>
                  <a:pt x="5143235" y="1204071"/>
                </a:cubicBezTo>
                <a:cubicBezTo>
                  <a:pt x="5143235" y="1204071"/>
                  <a:pt x="5143235" y="1199658"/>
                  <a:pt x="5143235" y="1199658"/>
                </a:cubicBezTo>
                <a:cubicBezTo>
                  <a:pt x="5152060" y="1204072"/>
                  <a:pt x="5160887" y="1204071"/>
                  <a:pt x="5165300" y="1204071"/>
                </a:cubicBezTo>
                <a:cubicBezTo>
                  <a:pt x="5169714" y="1204071"/>
                  <a:pt x="5169714" y="1204071"/>
                  <a:pt x="5174127" y="1204071"/>
                </a:cubicBezTo>
                <a:cubicBezTo>
                  <a:pt x="5178539" y="1204071"/>
                  <a:pt x="5182956" y="1204072"/>
                  <a:pt x="5187368" y="1204071"/>
                </a:cubicBezTo>
                <a:lnTo>
                  <a:pt x="5191780" y="1204071"/>
                </a:lnTo>
                <a:cubicBezTo>
                  <a:pt x="5191780" y="1208486"/>
                  <a:pt x="5191780" y="1208486"/>
                  <a:pt x="5196195" y="1208485"/>
                </a:cubicBezTo>
                <a:cubicBezTo>
                  <a:pt x="5200607" y="1208485"/>
                  <a:pt x="5200607" y="1208485"/>
                  <a:pt x="5205019" y="1208485"/>
                </a:cubicBezTo>
                <a:cubicBezTo>
                  <a:pt x="5205019" y="1208485"/>
                  <a:pt x="5209434" y="1204071"/>
                  <a:pt x="5209434" y="1204071"/>
                </a:cubicBezTo>
                <a:cubicBezTo>
                  <a:pt x="5244741" y="1199658"/>
                  <a:pt x="5280046" y="1199658"/>
                  <a:pt x="5315354" y="1204071"/>
                </a:cubicBezTo>
                <a:cubicBezTo>
                  <a:pt x="5333006" y="1208485"/>
                  <a:pt x="5346247" y="1208485"/>
                  <a:pt x="5363899" y="1212897"/>
                </a:cubicBezTo>
                <a:cubicBezTo>
                  <a:pt x="5363899" y="1212897"/>
                  <a:pt x="5363899" y="1208485"/>
                  <a:pt x="5359489" y="1208485"/>
                </a:cubicBezTo>
                <a:cubicBezTo>
                  <a:pt x="5390381" y="1212897"/>
                  <a:pt x="5416862" y="1212897"/>
                  <a:pt x="5447752" y="1217312"/>
                </a:cubicBezTo>
                <a:cubicBezTo>
                  <a:pt x="5452166" y="1217312"/>
                  <a:pt x="5452166" y="1217312"/>
                  <a:pt x="5452166" y="1212897"/>
                </a:cubicBezTo>
                <a:cubicBezTo>
                  <a:pt x="5460991" y="1212897"/>
                  <a:pt x="5465405" y="1217312"/>
                  <a:pt x="5474234" y="1217312"/>
                </a:cubicBezTo>
                <a:cubicBezTo>
                  <a:pt x="5469821" y="1217312"/>
                  <a:pt x="5474234" y="1221725"/>
                  <a:pt x="5478645" y="1221725"/>
                </a:cubicBezTo>
                <a:cubicBezTo>
                  <a:pt x="5478644" y="1217312"/>
                  <a:pt x="5483059" y="1217312"/>
                  <a:pt x="5487473" y="1217312"/>
                </a:cubicBezTo>
                <a:cubicBezTo>
                  <a:pt x="5496298" y="1217312"/>
                  <a:pt x="5505127" y="1221726"/>
                  <a:pt x="5513952" y="1221725"/>
                </a:cubicBezTo>
                <a:cubicBezTo>
                  <a:pt x="5513952" y="1221725"/>
                  <a:pt x="5518366" y="1221726"/>
                  <a:pt x="5518366" y="1221726"/>
                </a:cubicBezTo>
                <a:cubicBezTo>
                  <a:pt x="5522778" y="1221725"/>
                  <a:pt x="5527193" y="1226137"/>
                  <a:pt x="5531607" y="1226137"/>
                </a:cubicBezTo>
                <a:cubicBezTo>
                  <a:pt x="5536018" y="1226137"/>
                  <a:pt x="5536018" y="1226137"/>
                  <a:pt x="5536018" y="1226137"/>
                </a:cubicBezTo>
                <a:cubicBezTo>
                  <a:pt x="5536018" y="1226137"/>
                  <a:pt x="5540432" y="1226137"/>
                  <a:pt x="5540432" y="1226137"/>
                </a:cubicBezTo>
                <a:cubicBezTo>
                  <a:pt x="5566913" y="1230551"/>
                  <a:pt x="5593392" y="1239379"/>
                  <a:pt x="5615460" y="1243791"/>
                </a:cubicBezTo>
                <a:cubicBezTo>
                  <a:pt x="5615460" y="1243791"/>
                  <a:pt x="5624284" y="1239379"/>
                  <a:pt x="5628699" y="1243791"/>
                </a:cubicBezTo>
                <a:cubicBezTo>
                  <a:pt x="5628699" y="1243791"/>
                  <a:pt x="5633113" y="1243790"/>
                  <a:pt x="5633113" y="1243790"/>
                </a:cubicBezTo>
                <a:cubicBezTo>
                  <a:pt x="5628699" y="1243791"/>
                  <a:pt x="5641938" y="1243791"/>
                  <a:pt x="5650765" y="1243790"/>
                </a:cubicBezTo>
                <a:cubicBezTo>
                  <a:pt x="5668417" y="1248204"/>
                  <a:pt x="5686072" y="1257031"/>
                  <a:pt x="5699311" y="1261445"/>
                </a:cubicBezTo>
                <a:cubicBezTo>
                  <a:pt x="5774339" y="1283512"/>
                  <a:pt x="5831713" y="1301165"/>
                  <a:pt x="5884670" y="1318819"/>
                </a:cubicBezTo>
                <a:cubicBezTo>
                  <a:pt x="5889085" y="1318819"/>
                  <a:pt x="5889085" y="1318819"/>
                  <a:pt x="5889085" y="1318819"/>
                </a:cubicBezTo>
                <a:cubicBezTo>
                  <a:pt x="5893498" y="1323231"/>
                  <a:pt x="5893498" y="1323231"/>
                  <a:pt x="5893498" y="1323231"/>
                </a:cubicBezTo>
                <a:cubicBezTo>
                  <a:pt x="5913358" y="1334265"/>
                  <a:pt x="5932113" y="1345298"/>
                  <a:pt x="5951973" y="1356331"/>
                </a:cubicBezTo>
                <a:lnTo>
                  <a:pt x="6010071" y="1385873"/>
                </a:lnTo>
                <a:lnTo>
                  <a:pt x="6008796" y="1385363"/>
                </a:lnTo>
                <a:cubicBezTo>
                  <a:pt x="6003279" y="1383363"/>
                  <a:pt x="5998314" y="1381708"/>
                  <a:pt x="5995002" y="1380605"/>
                </a:cubicBezTo>
                <a:cubicBezTo>
                  <a:pt x="5990591" y="1380605"/>
                  <a:pt x="5986176" y="1376192"/>
                  <a:pt x="5986176" y="1376192"/>
                </a:cubicBezTo>
                <a:cubicBezTo>
                  <a:pt x="5968523" y="1367365"/>
                  <a:pt x="5959698" y="1358538"/>
                  <a:pt x="5955283" y="1362951"/>
                </a:cubicBezTo>
                <a:cubicBezTo>
                  <a:pt x="5950870" y="1354125"/>
                  <a:pt x="5924391" y="1345298"/>
                  <a:pt x="5902324" y="1340885"/>
                </a:cubicBezTo>
                <a:cubicBezTo>
                  <a:pt x="5897909" y="1340885"/>
                  <a:pt x="5893496" y="1340885"/>
                  <a:pt x="5893498" y="1336472"/>
                </a:cubicBezTo>
                <a:cubicBezTo>
                  <a:pt x="5893498" y="1336472"/>
                  <a:pt x="5889084" y="1332058"/>
                  <a:pt x="5884670" y="1332058"/>
                </a:cubicBezTo>
                <a:cubicBezTo>
                  <a:pt x="5880257" y="1332058"/>
                  <a:pt x="5875844" y="1332058"/>
                  <a:pt x="5880257" y="1336472"/>
                </a:cubicBezTo>
                <a:cubicBezTo>
                  <a:pt x="5880257" y="1340884"/>
                  <a:pt x="5889085" y="1345298"/>
                  <a:pt x="5897909" y="1349712"/>
                </a:cubicBezTo>
                <a:cubicBezTo>
                  <a:pt x="5902324" y="1349712"/>
                  <a:pt x="5902324" y="1349712"/>
                  <a:pt x="5902324" y="1349712"/>
                </a:cubicBezTo>
                <a:cubicBezTo>
                  <a:pt x="5937631" y="1367365"/>
                  <a:pt x="5950870" y="1376192"/>
                  <a:pt x="5981762" y="1385019"/>
                </a:cubicBezTo>
                <a:cubicBezTo>
                  <a:pt x="5981762" y="1385019"/>
                  <a:pt x="5986176" y="1385019"/>
                  <a:pt x="5986176" y="1385019"/>
                </a:cubicBezTo>
                <a:cubicBezTo>
                  <a:pt x="5990591" y="1389430"/>
                  <a:pt x="6003831" y="1398259"/>
                  <a:pt x="6008241" y="1402671"/>
                </a:cubicBezTo>
                <a:cubicBezTo>
                  <a:pt x="6017071" y="1398258"/>
                  <a:pt x="6017071" y="1407085"/>
                  <a:pt x="6034725" y="1415913"/>
                </a:cubicBezTo>
                <a:cubicBezTo>
                  <a:pt x="6050170" y="1422531"/>
                  <a:pt x="6068928" y="1430255"/>
                  <a:pt x="6087683" y="1439633"/>
                </a:cubicBezTo>
                <a:lnTo>
                  <a:pt x="6132066" y="1467836"/>
                </a:lnTo>
                <a:lnTo>
                  <a:pt x="6127403" y="1468871"/>
                </a:lnTo>
                <a:cubicBezTo>
                  <a:pt x="6198016" y="1504179"/>
                  <a:pt x="6259801" y="1543898"/>
                  <a:pt x="6330415" y="1592446"/>
                </a:cubicBezTo>
                <a:cubicBezTo>
                  <a:pt x="6330415" y="1592446"/>
                  <a:pt x="6330415" y="1596858"/>
                  <a:pt x="6330415" y="1596858"/>
                </a:cubicBezTo>
                <a:cubicBezTo>
                  <a:pt x="6334829" y="1596859"/>
                  <a:pt x="6334829" y="1596859"/>
                  <a:pt x="6334829" y="1596859"/>
                </a:cubicBezTo>
                <a:cubicBezTo>
                  <a:pt x="6334829" y="1596859"/>
                  <a:pt x="6334829" y="1596859"/>
                  <a:pt x="6339242" y="1596859"/>
                </a:cubicBezTo>
                <a:cubicBezTo>
                  <a:pt x="6343655" y="1601272"/>
                  <a:pt x="6348069" y="1610098"/>
                  <a:pt x="6352483" y="1614513"/>
                </a:cubicBezTo>
                <a:cubicBezTo>
                  <a:pt x="6365723" y="1605686"/>
                  <a:pt x="6392202" y="1636580"/>
                  <a:pt x="6414267" y="1649819"/>
                </a:cubicBezTo>
                <a:cubicBezTo>
                  <a:pt x="6409855" y="1654232"/>
                  <a:pt x="6401029" y="1645405"/>
                  <a:pt x="6401029" y="1649818"/>
                </a:cubicBezTo>
                <a:cubicBezTo>
                  <a:pt x="6423096" y="1671886"/>
                  <a:pt x="6405441" y="1640991"/>
                  <a:pt x="6431922" y="1663059"/>
                </a:cubicBezTo>
                <a:cubicBezTo>
                  <a:pt x="6431922" y="1667472"/>
                  <a:pt x="6427507" y="1663059"/>
                  <a:pt x="6427507" y="1667472"/>
                </a:cubicBezTo>
                <a:cubicBezTo>
                  <a:pt x="6458402" y="1685126"/>
                  <a:pt x="6480469" y="1711605"/>
                  <a:pt x="6502532" y="1720433"/>
                </a:cubicBezTo>
                <a:cubicBezTo>
                  <a:pt x="6502532" y="1720433"/>
                  <a:pt x="6493708" y="1716020"/>
                  <a:pt x="6502532" y="1724846"/>
                </a:cubicBezTo>
                <a:cubicBezTo>
                  <a:pt x="6524602" y="1729259"/>
                  <a:pt x="6537839" y="1755738"/>
                  <a:pt x="6555490" y="1773392"/>
                </a:cubicBezTo>
                <a:cubicBezTo>
                  <a:pt x="6581975" y="1786632"/>
                  <a:pt x="6604038" y="1808699"/>
                  <a:pt x="6621689" y="1830765"/>
                </a:cubicBezTo>
                <a:cubicBezTo>
                  <a:pt x="6630516" y="1841799"/>
                  <a:pt x="6639347" y="1852832"/>
                  <a:pt x="6649828" y="1864417"/>
                </a:cubicBezTo>
                <a:lnTo>
                  <a:pt x="6683345" y="1896966"/>
                </a:lnTo>
                <a:lnTo>
                  <a:pt x="6679066" y="1896966"/>
                </a:lnTo>
                <a:cubicBezTo>
                  <a:pt x="6679065" y="1901380"/>
                  <a:pt x="6679065" y="1901380"/>
                  <a:pt x="6683479" y="1901380"/>
                </a:cubicBezTo>
                <a:cubicBezTo>
                  <a:pt x="6692305" y="1905793"/>
                  <a:pt x="6692305" y="1905793"/>
                  <a:pt x="6692305" y="1905793"/>
                </a:cubicBezTo>
                <a:cubicBezTo>
                  <a:pt x="6687890" y="1905793"/>
                  <a:pt x="6687890" y="1905793"/>
                  <a:pt x="6687890" y="1905793"/>
                </a:cubicBezTo>
                <a:cubicBezTo>
                  <a:pt x="6692305" y="1914619"/>
                  <a:pt x="6701129" y="1923447"/>
                  <a:pt x="6714370" y="1932272"/>
                </a:cubicBezTo>
                <a:cubicBezTo>
                  <a:pt x="6714370" y="1932272"/>
                  <a:pt x="6718784" y="1932272"/>
                  <a:pt x="6718784" y="1932272"/>
                </a:cubicBezTo>
                <a:cubicBezTo>
                  <a:pt x="6723198" y="1932271"/>
                  <a:pt x="6723198" y="1936686"/>
                  <a:pt x="6727610" y="1936686"/>
                </a:cubicBezTo>
                <a:cubicBezTo>
                  <a:pt x="6723198" y="1936686"/>
                  <a:pt x="6718784" y="1932272"/>
                  <a:pt x="6718784" y="1936686"/>
                </a:cubicBezTo>
                <a:cubicBezTo>
                  <a:pt x="6723198" y="1941100"/>
                  <a:pt x="6727610" y="1945513"/>
                  <a:pt x="6732024" y="1949926"/>
                </a:cubicBezTo>
                <a:cubicBezTo>
                  <a:pt x="6727608" y="1949926"/>
                  <a:pt x="6727608" y="1949926"/>
                  <a:pt x="6727608" y="1949926"/>
                </a:cubicBezTo>
                <a:cubicBezTo>
                  <a:pt x="6727608" y="1949926"/>
                  <a:pt x="6727608" y="1949926"/>
                  <a:pt x="6723198" y="1949926"/>
                </a:cubicBezTo>
                <a:cubicBezTo>
                  <a:pt x="6723198" y="1949926"/>
                  <a:pt x="6723198" y="1949926"/>
                  <a:pt x="6723198" y="1954339"/>
                </a:cubicBezTo>
                <a:cubicBezTo>
                  <a:pt x="6727610" y="1954339"/>
                  <a:pt x="6732024" y="1954339"/>
                  <a:pt x="6732024" y="1954339"/>
                </a:cubicBezTo>
                <a:cubicBezTo>
                  <a:pt x="6732024" y="1954339"/>
                  <a:pt x="6732024" y="1954339"/>
                  <a:pt x="6736436" y="1954338"/>
                </a:cubicBezTo>
                <a:cubicBezTo>
                  <a:pt x="6736436" y="1954338"/>
                  <a:pt x="6740851" y="1958753"/>
                  <a:pt x="6740851" y="1958753"/>
                </a:cubicBezTo>
                <a:cubicBezTo>
                  <a:pt x="6740851" y="1958753"/>
                  <a:pt x="6740851" y="1963166"/>
                  <a:pt x="6740851" y="1963166"/>
                </a:cubicBezTo>
                <a:cubicBezTo>
                  <a:pt x="6740851" y="1963166"/>
                  <a:pt x="6740851" y="1967580"/>
                  <a:pt x="6740851" y="1967580"/>
                </a:cubicBezTo>
                <a:cubicBezTo>
                  <a:pt x="6745263" y="1967580"/>
                  <a:pt x="6745263" y="1967580"/>
                  <a:pt x="6745263" y="1967580"/>
                </a:cubicBezTo>
                <a:cubicBezTo>
                  <a:pt x="6749678" y="1967580"/>
                  <a:pt x="6749678" y="1967580"/>
                  <a:pt x="6749678" y="1967580"/>
                </a:cubicBezTo>
                <a:cubicBezTo>
                  <a:pt x="6754092" y="1971993"/>
                  <a:pt x="6758501" y="1976406"/>
                  <a:pt x="6758503" y="1980820"/>
                </a:cubicBezTo>
                <a:cubicBezTo>
                  <a:pt x="6758503" y="1980820"/>
                  <a:pt x="6758503" y="1980820"/>
                  <a:pt x="6754092" y="1980819"/>
                </a:cubicBezTo>
                <a:cubicBezTo>
                  <a:pt x="6754092" y="1980819"/>
                  <a:pt x="6758503" y="1985233"/>
                  <a:pt x="6758503" y="1985233"/>
                </a:cubicBezTo>
                <a:cubicBezTo>
                  <a:pt x="6762917" y="1989647"/>
                  <a:pt x="6762917" y="1989647"/>
                  <a:pt x="6762917" y="1989647"/>
                </a:cubicBezTo>
                <a:cubicBezTo>
                  <a:pt x="6762917" y="1989647"/>
                  <a:pt x="6767331" y="1994059"/>
                  <a:pt x="6771744" y="1994059"/>
                </a:cubicBezTo>
                <a:cubicBezTo>
                  <a:pt x="6767331" y="1994059"/>
                  <a:pt x="6767331" y="1994059"/>
                  <a:pt x="6767331" y="1994059"/>
                </a:cubicBezTo>
                <a:cubicBezTo>
                  <a:pt x="6767331" y="1998473"/>
                  <a:pt x="6771744" y="2002887"/>
                  <a:pt x="6776157" y="2011713"/>
                </a:cubicBezTo>
                <a:cubicBezTo>
                  <a:pt x="6767331" y="2007300"/>
                  <a:pt x="6776156" y="2016126"/>
                  <a:pt x="6767331" y="2011713"/>
                </a:cubicBezTo>
                <a:cubicBezTo>
                  <a:pt x="6780571" y="2029366"/>
                  <a:pt x="6780571" y="2029366"/>
                  <a:pt x="6780571" y="2029366"/>
                </a:cubicBezTo>
                <a:cubicBezTo>
                  <a:pt x="6780571" y="2029366"/>
                  <a:pt x="6776157" y="2029366"/>
                  <a:pt x="6776157" y="2029366"/>
                </a:cubicBezTo>
                <a:cubicBezTo>
                  <a:pt x="6771744" y="2024953"/>
                  <a:pt x="6771744" y="2024953"/>
                  <a:pt x="6771744" y="2024953"/>
                </a:cubicBezTo>
                <a:cubicBezTo>
                  <a:pt x="6771744" y="2024953"/>
                  <a:pt x="6771743" y="2020540"/>
                  <a:pt x="6767331" y="2024953"/>
                </a:cubicBezTo>
                <a:cubicBezTo>
                  <a:pt x="6767331" y="2024953"/>
                  <a:pt x="6767331" y="2024953"/>
                  <a:pt x="6771744" y="2029366"/>
                </a:cubicBezTo>
                <a:cubicBezTo>
                  <a:pt x="6776157" y="2033780"/>
                  <a:pt x="6776157" y="2033780"/>
                  <a:pt x="6776157" y="2033780"/>
                </a:cubicBezTo>
                <a:cubicBezTo>
                  <a:pt x="6780571" y="2033780"/>
                  <a:pt x="6780571" y="2038193"/>
                  <a:pt x="6784983" y="2038193"/>
                </a:cubicBezTo>
                <a:cubicBezTo>
                  <a:pt x="6784983" y="2038193"/>
                  <a:pt x="6789396" y="2033780"/>
                  <a:pt x="6784983" y="2029366"/>
                </a:cubicBezTo>
                <a:cubicBezTo>
                  <a:pt x="6789396" y="2033780"/>
                  <a:pt x="6789396" y="2033780"/>
                  <a:pt x="6789396" y="2033780"/>
                </a:cubicBezTo>
                <a:cubicBezTo>
                  <a:pt x="6807051" y="2047020"/>
                  <a:pt x="6802634" y="2051433"/>
                  <a:pt x="6815876" y="2055847"/>
                </a:cubicBezTo>
                <a:cubicBezTo>
                  <a:pt x="6807051" y="2047020"/>
                  <a:pt x="6811465" y="2042606"/>
                  <a:pt x="6811465" y="2038193"/>
                </a:cubicBezTo>
                <a:cubicBezTo>
                  <a:pt x="6815876" y="2042606"/>
                  <a:pt x="6820290" y="2051433"/>
                  <a:pt x="6824703" y="2055847"/>
                </a:cubicBezTo>
                <a:lnTo>
                  <a:pt x="6830026" y="2061170"/>
                </a:lnTo>
                <a:lnTo>
                  <a:pt x="6832873" y="2056131"/>
                </a:lnTo>
                <a:lnTo>
                  <a:pt x="6829114" y="2051433"/>
                </a:lnTo>
                <a:cubicBezTo>
                  <a:pt x="6824703" y="2047019"/>
                  <a:pt x="6815876" y="2038193"/>
                  <a:pt x="6811465" y="2029366"/>
                </a:cubicBezTo>
                <a:cubicBezTo>
                  <a:pt x="6798224" y="2016126"/>
                  <a:pt x="6793810" y="2002887"/>
                  <a:pt x="6776157" y="1989647"/>
                </a:cubicBezTo>
                <a:cubicBezTo>
                  <a:pt x="6771744" y="1985233"/>
                  <a:pt x="6767331" y="1976406"/>
                  <a:pt x="6767331" y="1976406"/>
                </a:cubicBezTo>
                <a:cubicBezTo>
                  <a:pt x="6762917" y="1971993"/>
                  <a:pt x="6762917" y="1967580"/>
                  <a:pt x="6758503" y="1967580"/>
                </a:cubicBezTo>
                <a:cubicBezTo>
                  <a:pt x="6758503" y="1963166"/>
                  <a:pt x="6758503" y="1963166"/>
                  <a:pt x="6754092" y="1958754"/>
                </a:cubicBezTo>
                <a:cubicBezTo>
                  <a:pt x="6749678" y="1958754"/>
                  <a:pt x="6745263" y="1949926"/>
                  <a:pt x="6740851" y="1945513"/>
                </a:cubicBezTo>
                <a:cubicBezTo>
                  <a:pt x="6745263" y="1945513"/>
                  <a:pt x="6732024" y="1932272"/>
                  <a:pt x="6732024" y="1932272"/>
                </a:cubicBezTo>
                <a:cubicBezTo>
                  <a:pt x="6727610" y="1927860"/>
                  <a:pt x="6723198" y="1923447"/>
                  <a:pt x="6718784" y="1923447"/>
                </a:cubicBezTo>
                <a:cubicBezTo>
                  <a:pt x="6718784" y="1919033"/>
                  <a:pt x="6718784" y="1919033"/>
                  <a:pt x="6718784" y="1919033"/>
                </a:cubicBezTo>
                <a:cubicBezTo>
                  <a:pt x="6687890" y="1874899"/>
                  <a:pt x="6639347" y="1821939"/>
                  <a:pt x="6604038" y="1786632"/>
                </a:cubicBezTo>
                <a:cubicBezTo>
                  <a:pt x="6604038" y="1782220"/>
                  <a:pt x="6604038" y="1782220"/>
                  <a:pt x="6604038" y="1782220"/>
                </a:cubicBezTo>
                <a:cubicBezTo>
                  <a:pt x="6604038" y="1782220"/>
                  <a:pt x="6604038" y="1782220"/>
                  <a:pt x="6604038" y="1777806"/>
                </a:cubicBezTo>
                <a:cubicBezTo>
                  <a:pt x="6608454" y="1782219"/>
                  <a:pt x="6608454" y="1782219"/>
                  <a:pt x="6612866" y="1786632"/>
                </a:cubicBezTo>
                <a:cubicBezTo>
                  <a:pt x="6612866" y="1786632"/>
                  <a:pt x="6617277" y="1791046"/>
                  <a:pt x="6621689" y="1795460"/>
                </a:cubicBezTo>
                <a:cubicBezTo>
                  <a:pt x="6626106" y="1799873"/>
                  <a:pt x="6626106" y="1799873"/>
                  <a:pt x="6630516" y="1804286"/>
                </a:cubicBezTo>
                <a:cubicBezTo>
                  <a:pt x="6630516" y="1804286"/>
                  <a:pt x="6630516" y="1804286"/>
                  <a:pt x="6634931" y="1804286"/>
                </a:cubicBezTo>
                <a:cubicBezTo>
                  <a:pt x="6639347" y="1813113"/>
                  <a:pt x="6648172" y="1817526"/>
                  <a:pt x="6656998" y="1826353"/>
                </a:cubicBezTo>
                <a:cubicBezTo>
                  <a:pt x="6656998" y="1826353"/>
                  <a:pt x="6661412" y="1830766"/>
                  <a:pt x="6661411" y="1826353"/>
                </a:cubicBezTo>
                <a:cubicBezTo>
                  <a:pt x="6665824" y="1826353"/>
                  <a:pt x="6661412" y="1821938"/>
                  <a:pt x="6661412" y="1821938"/>
                </a:cubicBezTo>
                <a:cubicBezTo>
                  <a:pt x="6656998" y="1817525"/>
                  <a:pt x="6656998" y="1817525"/>
                  <a:pt x="6656998" y="1817525"/>
                </a:cubicBezTo>
                <a:cubicBezTo>
                  <a:pt x="6656998" y="1817525"/>
                  <a:pt x="6656998" y="1813113"/>
                  <a:pt x="6652584" y="1813113"/>
                </a:cubicBezTo>
                <a:cubicBezTo>
                  <a:pt x="6648172" y="1808699"/>
                  <a:pt x="6648172" y="1808699"/>
                  <a:pt x="6648172" y="1808699"/>
                </a:cubicBezTo>
                <a:cubicBezTo>
                  <a:pt x="6643759" y="1808698"/>
                  <a:pt x="6643759" y="1804286"/>
                  <a:pt x="6639347" y="1799873"/>
                </a:cubicBezTo>
                <a:cubicBezTo>
                  <a:pt x="6643759" y="1804286"/>
                  <a:pt x="6648999" y="1809251"/>
                  <a:pt x="6653964" y="1814078"/>
                </a:cubicBezTo>
                <a:lnTo>
                  <a:pt x="6665783" y="1826272"/>
                </a:lnTo>
                <a:lnTo>
                  <a:pt x="6665824" y="1826353"/>
                </a:lnTo>
                <a:lnTo>
                  <a:pt x="6665872" y="1826366"/>
                </a:lnTo>
                <a:lnTo>
                  <a:pt x="6666928" y="1827456"/>
                </a:lnTo>
                <a:cubicBezTo>
                  <a:pt x="6673549" y="1835180"/>
                  <a:pt x="6674652" y="1839593"/>
                  <a:pt x="6661412" y="1835179"/>
                </a:cubicBezTo>
                <a:cubicBezTo>
                  <a:pt x="6687890" y="1852832"/>
                  <a:pt x="6692305" y="1861660"/>
                  <a:pt x="6709958" y="1879314"/>
                </a:cubicBezTo>
                <a:cubicBezTo>
                  <a:pt x="6709956" y="1874899"/>
                  <a:pt x="6709956" y="1874899"/>
                  <a:pt x="6709956" y="1874899"/>
                </a:cubicBezTo>
                <a:cubicBezTo>
                  <a:pt x="6723198" y="1888139"/>
                  <a:pt x="6723198" y="1888139"/>
                  <a:pt x="6723198" y="1888139"/>
                </a:cubicBezTo>
                <a:cubicBezTo>
                  <a:pt x="6723198" y="1892553"/>
                  <a:pt x="6723198" y="1892553"/>
                  <a:pt x="6723198" y="1892553"/>
                </a:cubicBezTo>
                <a:cubicBezTo>
                  <a:pt x="6727610" y="1892553"/>
                  <a:pt x="6727610" y="1892553"/>
                  <a:pt x="6727610" y="1892553"/>
                </a:cubicBezTo>
                <a:cubicBezTo>
                  <a:pt x="6727610" y="1896965"/>
                  <a:pt x="6727610" y="1896965"/>
                  <a:pt x="6727610" y="1896965"/>
                </a:cubicBezTo>
                <a:cubicBezTo>
                  <a:pt x="6732024" y="1901378"/>
                  <a:pt x="6736436" y="1901380"/>
                  <a:pt x="6736436" y="1905792"/>
                </a:cubicBezTo>
                <a:cubicBezTo>
                  <a:pt x="6740851" y="1905793"/>
                  <a:pt x="6740851" y="1910206"/>
                  <a:pt x="6745263" y="1910205"/>
                </a:cubicBezTo>
                <a:cubicBezTo>
                  <a:pt x="6745263" y="1914619"/>
                  <a:pt x="6749678" y="1914619"/>
                  <a:pt x="6749678" y="1914619"/>
                </a:cubicBezTo>
                <a:cubicBezTo>
                  <a:pt x="6754092" y="1919033"/>
                  <a:pt x="6758503" y="1923447"/>
                  <a:pt x="6762917" y="1927860"/>
                </a:cubicBezTo>
                <a:cubicBezTo>
                  <a:pt x="6767331" y="1927859"/>
                  <a:pt x="6767331" y="1927859"/>
                  <a:pt x="6767331" y="1927859"/>
                </a:cubicBezTo>
                <a:cubicBezTo>
                  <a:pt x="6767331" y="1927859"/>
                  <a:pt x="6767329" y="1932272"/>
                  <a:pt x="6771744" y="1932272"/>
                </a:cubicBezTo>
                <a:cubicBezTo>
                  <a:pt x="6780571" y="1945513"/>
                  <a:pt x="6793810" y="1958754"/>
                  <a:pt x="6807051" y="1971993"/>
                </a:cubicBezTo>
                <a:cubicBezTo>
                  <a:pt x="6802634" y="1971993"/>
                  <a:pt x="6802634" y="1971993"/>
                  <a:pt x="6802634" y="1976406"/>
                </a:cubicBezTo>
                <a:cubicBezTo>
                  <a:pt x="6798220" y="1971993"/>
                  <a:pt x="6798220" y="1971993"/>
                  <a:pt x="6798220" y="1971993"/>
                </a:cubicBezTo>
                <a:cubicBezTo>
                  <a:pt x="6798224" y="1967580"/>
                  <a:pt x="6793810" y="1967580"/>
                  <a:pt x="6793810" y="1967580"/>
                </a:cubicBezTo>
                <a:cubicBezTo>
                  <a:pt x="6793810" y="1967580"/>
                  <a:pt x="6793810" y="1971993"/>
                  <a:pt x="6793810" y="1971993"/>
                </a:cubicBezTo>
                <a:cubicBezTo>
                  <a:pt x="6798224" y="1976406"/>
                  <a:pt x="6798224" y="1976406"/>
                  <a:pt x="6798224" y="1976406"/>
                </a:cubicBezTo>
                <a:cubicBezTo>
                  <a:pt x="6798224" y="1976406"/>
                  <a:pt x="6802634" y="1980820"/>
                  <a:pt x="6802634" y="1980820"/>
                </a:cubicBezTo>
                <a:cubicBezTo>
                  <a:pt x="6807051" y="1980820"/>
                  <a:pt x="6807051" y="1980820"/>
                  <a:pt x="6807051" y="1980820"/>
                </a:cubicBezTo>
                <a:cubicBezTo>
                  <a:pt x="6807051" y="1980820"/>
                  <a:pt x="6807051" y="1980820"/>
                  <a:pt x="6811465" y="1980820"/>
                </a:cubicBezTo>
                <a:cubicBezTo>
                  <a:pt x="6820290" y="1994059"/>
                  <a:pt x="6833529" y="2007300"/>
                  <a:pt x="6842356" y="2020539"/>
                </a:cubicBezTo>
                <a:cubicBezTo>
                  <a:pt x="6842356" y="2020539"/>
                  <a:pt x="6842356" y="2020539"/>
                  <a:pt x="6846767" y="2020540"/>
                </a:cubicBezTo>
                <a:lnTo>
                  <a:pt x="6850210" y="2025459"/>
                </a:lnTo>
                <a:lnTo>
                  <a:pt x="6856480" y="2014366"/>
                </a:lnTo>
                <a:lnTo>
                  <a:pt x="6851182" y="2007300"/>
                </a:lnTo>
                <a:cubicBezTo>
                  <a:pt x="6846767" y="2002887"/>
                  <a:pt x="6837943" y="1994058"/>
                  <a:pt x="6833529" y="1985233"/>
                </a:cubicBezTo>
                <a:cubicBezTo>
                  <a:pt x="6833529" y="1985233"/>
                  <a:pt x="6833529" y="1980820"/>
                  <a:pt x="6833529" y="1980820"/>
                </a:cubicBezTo>
                <a:cubicBezTo>
                  <a:pt x="6829114" y="1980820"/>
                  <a:pt x="6829114" y="1976406"/>
                  <a:pt x="6829114" y="1976406"/>
                </a:cubicBezTo>
                <a:cubicBezTo>
                  <a:pt x="6824703" y="1976406"/>
                  <a:pt x="6824703" y="1976406"/>
                  <a:pt x="6824703" y="1976406"/>
                </a:cubicBezTo>
                <a:cubicBezTo>
                  <a:pt x="6824703" y="1976406"/>
                  <a:pt x="6824703" y="1976406"/>
                  <a:pt x="6824703" y="1971993"/>
                </a:cubicBezTo>
                <a:cubicBezTo>
                  <a:pt x="6798224" y="1941100"/>
                  <a:pt x="6771744" y="1910206"/>
                  <a:pt x="6749678" y="1888139"/>
                </a:cubicBezTo>
                <a:cubicBezTo>
                  <a:pt x="6749678" y="1883726"/>
                  <a:pt x="6749678" y="1879314"/>
                  <a:pt x="6745263" y="1879314"/>
                </a:cubicBezTo>
                <a:cubicBezTo>
                  <a:pt x="6745263" y="1874899"/>
                  <a:pt x="6745263" y="1874899"/>
                  <a:pt x="6745263" y="1874899"/>
                </a:cubicBezTo>
                <a:cubicBezTo>
                  <a:pt x="6745263" y="1874899"/>
                  <a:pt x="6745263" y="1870486"/>
                  <a:pt x="6740851" y="1870485"/>
                </a:cubicBezTo>
                <a:cubicBezTo>
                  <a:pt x="6736436" y="1870486"/>
                  <a:pt x="6736436" y="1870486"/>
                  <a:pt x="6736436" y="1870486"/>
                </a:cubicBezTo>
                <a:cubicBezTo>
                  <a:pt x="6723198" y="1857246"/>
                  <a:pt x="6696717" y="1826352"/>
                  <a:pt x="6701129" y="1839592"/>
                </a:cubicBezTo>
                <a:cubicBezTo>
                  <a:pt x="6701129" y="1839592"/>
                  <a:pt x="6701129" y="1839592"/>
                  <a:pt x="6696717" y="1835180"/>
                </a:cubicBezTo>
                <a:cubicBezTo>
                  <a:pt x="6696717" y="1830766"/>
                  <a:pt x="6687890" y="1830765"/>
                  <a:pt x="6687890" y="1830765"/>
                </a:cubicBezTo>
                <a:lnTo>
                  <a:pt x="6687890" y="1839408"/>
                </a:lnTo>
                <a:lnTo>
                  <a:pt x="6679066" y="1830214"/>
                </a:lnTo>
                <a:lnTo>
                  <a:pt x="6665872" y="1826366"/>
                </a:lnTo>
                <a:lnTo>
                  <a:pt x="6665783" y="1826272"/>
                </a:lnTo>
                <a:lnTo>
                  <a:pt x="6657551" y="1810905"/>
                </a:lnTo>
                <a:cubicBezTo>
                  <a:pt x="6652584" y="1806493"/>
                  <a:pt x="6645964" y="1802079"/>
                  <a:pt x="6639347" y="1795459"/>
                </a:cubicBezTo>
                <a:cubicBezTo>
                  <a:pt x="6639347" y="1795459"/>
                  <a:pt x="6639347" y="1791046"/>
                  <a:pt x="6639347" y="1791046"/>
                </a:cubicBezTo>
                <a:cubicBezTo>
                  <a:pt x="6634931" y="1791044"/>
                  <a:pt x="6634931" y="1786632"/>
                  <a:pt x="6634931" y="1791044"/>
                </a:cubicBezTo>
                <a:cubicBezTo>
                  <a:pt x="6634931" y="1791044"/>
                  <a:pt x="6634931" y="1791044"/>
                  <a:pt x="6630516" y="1791046"/>
                </a:cubicBezTo>
                <a:cubicBezTo>
                  <a:pt x="6626106" y="1786632"/>
                  <a:pt x="6626106" y="1782220"/>
                  <a:pt x="6626106" y="1777806"/>
                </a:cubicBezTo>
                <a:cubicBezTo>
                  <a:pt x="6630516" y="1782220"/>
                  <a:pt x="6630516" y="1782220"/>
                  <a:pt x="6630516" y="1782220"/>
                </a:cubicBezTo>
                <a:cubicBezTo>
                  <a:pt x="6634931" y="1786632"/>
                  <a:pt x="6639347" y="1786632"/>
                  <a:pt x="6639347" y="1786632"/>
                </a:cubicBezTo>
                <a:cubicBezTo>
                  <a:pt x="6639347" y="1782219"/>
                  <a:pt x="6639346" y="1777806"/>
                  <a:pt x="6634931" y="1777805"/>
                </a:cubicBezTo>
                <a:cubicBezTo>
                  <a:pt x="6634931" y="1773392"/>
                  <a:pt x="6634931" y="1773392"/>
                  <a:pt x="6634931" y="1773392"/>
                </a:cubicBezTo>
                <a:cubicBezTo>
                  <a:pt x="6639347" y="1773392"/>
                  <a:pt x="6652584" y="1795460"/>
                  <a:pt x="6656998" y="1791046"/>
                </a:cubicBezTo>
                <a:cubicBezTo>
                  <a:pt x="6612866" y="1751326"/>
                  <a:pt x="6564318" y="1698366"/>
                  <a:pt x="6515773" y="1654232"/>
                </a:cubicBezTo>
                <a:cubicBezTo>
                  <a:pt x="6511361" y="1649819"/>
                  <a:pt x="6502532" y="1645405"/>
                  <a:pt x="6498119" y="1640992"/>
                </a:cubicBezTo>
                <a:cubicBezTo>
                  <a:pt x="6493708" y="1640992"/>
                  <a:pt x="6498119" y="1640992"/>
                  <a:pt x="6493708" y="1636580"/>
                </a:cubicBezTo>
                <a:cubicBezTo>
                  <a:pt x="6453988" y="1601272"/>
                  <a:pt x="6401029" y="1561552"/>
                  <a:pt x="6343655" y="1526246"/>
                </a:cubicBezTo>
                <a:cubicBezTo>
                  <a:pt x="6339239" y="1521832"/>
                  <a:pt x="6339242" y="1517419"/>
                  <a:pt x="6334829" y="1517419"/>
                </a:cubicBezTo>
                <a:cubicBezTo>
                  <a:pt x="6339242" y="1517419"/>
                  <a:pt x="6343654" y="1517418"/>
                  <a:pt x="6348068" y="1526246"/>
                </a:cubicBezTo>
                <a:cubicBezTo>
                  <a:pt x="6348069" y="1521832"/>
                  <a:pt x="6352482" y="1521832"/>
                  <a:pt x="6356895" y="1526246"/>
                </a:cubicBezTo>
                <a:cubicBezTo>
                  <a:pt x="6352483" y="1530658"/>
                  <a:pt x="6370136" y="1535072"/>
                  <a:pt x="6374548" y="1535072"/>
                </a:cubicBezTo>
                <a:cubicBezTo>
                  <a:pt x="6374548" y="1535072"/>
                  <a:pt x="6374548" y="1539486"/>
                  <a:pt x="6378962" y="1539486"/>
                </a:cubicBezTo>
                <a:cubicBezTo>
                  <a:pt x="6378962" y="1539486"/>
                  <a:pt x="6383376" y="1539486"/>
                  <a:pt x="6383376" y="1539486"/>
                </a:cubicBezTo>
                <a:cubicBezTo>
                  <a:pt x="6396615" y="1543899"/>
                  <a:pt x="6427507" y="1561552"/>
                  <a:pt x="6423095" y="1557139"/>
                </a:cubicBezTo>
                <a:cubicBezTo>
                  <a:pt x="6418682" y="1557139"/>
                  <a:pt x="6418682" y="1552725"/>
                  <a:pt x="6414267" y="1552725"/>
                </a:cubicBezTo>
                <a:cubicBezTo>
                  <a:pt x="6418682" y="1552725"/>
                  <a:pt x="6423096" y="1552725"/>
                  <a:pt x="6423096" y="1552725"/>
                </a:cubicBezTo>
                <a:cubicBezTo>
                  <a:pt x="6423096" y="1552725"/>
                  <a:pt x="6423096" y="1548312"/>
                  <a:pt x="6418682" y="1543899"/>
                </a:cubicBezTo>
                <a:cubicBezTo>
                  <a:pt x="6418682" y="1543899"/>
                  <a:pt x="6418682" y="1543899"/>
                  <a:pt x="6423096" y="1543898"/>
                </a:cubicBezTo>
                <a:cubicBezTo>
                  <a:pt x="6423096" y="1543898"/>
                  <a:pt x="6423096" y="1548312"/>
                  <a:pt x="6427507" y="1548312"/>
                </a:cubicBezTo>
                <a:cubicBezTo>
                  <a:pt x="6427507" y="1548312"/>
                  <a:pt x="6427507" y="1548312"/>
                  <a:pt x="6431921" y="1548310"/>
                </a:cubicBezTo>
                <a:cubicBezTo>
                  <a:pt x="6445161" y="1557139"/>
                  <a:pt x="6453988" y="1561552"/>
                  <a:pt x="6458401" y="1561552"/>
                </a:cubicBezTo>
                <a:cubicBezTo>
                  <a:pt x="6462814" y="1561552"/>
                  <a:pt x="6462814" y="1561552"/>
                  <a:pt x="6462814" y="1561552"/>
                </a:cubicBezTo>
                <a:cubicBezTo>
                  <a:pt x="6462814" y="1561552"/>
                  <a:pt x="6462814" y="1561552"/>
                  <a:pt x="6458402" y="1557138"/>
                </a:cubicBezTo>
                <a:cubicBezTo>
                  <a:pt x="6462814" y="1561552"/>
                  <a:pt x="6462814" y="1557139"/>
                  <a:pt x="6458402" y="1552725"/>
                </a:cubicBezTo>
                <a:cubicBezTo>
                  <a:pt x="6489293" y="1574792"/>
                  <a:pt x="6511362" y="1583619"/>
                  <a:pt x="6537839" y="1596859"/>
                </a:cubicBezTo>
                <a:cubicBezTo>
                  <a:pt x="6559906" y="1610098"/>
                  <a:pt x="6581975" y="1623339"/>
                  <a:pt x="6612866" y="1645405"/>
                </a:cubicBezTo>
                <a:cubicBezTo>
                  <a:pt x="6608452" y="1640992"/>
                  <a:pt x="6612866" y="1640992"/>
                  <a:pt x="6617277" y="1645405"/>
                </a:cubicBezTo>
                <a:cubicBezTo>
                  <a:pt x="6617277" y="1645405"/>
                  <a:pt x="6617277" y="1645405"/>
                  <a:pt x="6617277" y="1649819"/>
                </a:cubicBezTo>
                <a:cubicBezTo>
                  <a:pt x="6617277" y="1649819"/>
                  <a:pt x="6621689" y="1649819"/>
                  <a:pt x="6621689" y="1649819"/>
                </a:cubicBezTo>
                <a:cubicBezTo>
                  <a:pt x="6626106" y="1654232"/>
                  <a:pt x="6626106" y="1654232"/>
                  <a:pt x="6626106" y="1654232"/>
                </a:cubicBezTo>
                <a:cubicBezTo>
                  <a:pt x="6639346" y="1663059"/>
                  <a:pt x="6639346" y="1663059"/>
                  <a:pt x="6639346" y="1663059"/>
                </a:cubicBezTo>
                <a:cubicBezTo>
                  <a:pt x="6639347" y="1658646"/>
                  <a:pt x="6643759" y="1663059"/>
                  <a:pt x="6648172" y="1663058"/>
                </a:cubicBezTo>
                <a:cubicBezTo>
                  <a:pt x="6639347" y="1654232"/>
                  <a:pt x="6639347" y="1658646"/>
                  <a:pt x="6630516" y="1654232"/>
                </a:cubicBezTo>
                <a:cubicBezTo>
                  <a:pt x="6630516" y="1654232"/>
                  <a:pt x="6630516" y="1649818"/>
                  <a:pt x="6630516" y="1649818"/>
                </a:cubicBezTo>
                <a:cubicBezTo>
                  <a:pt x="6630516" y="1649818"/>
                  <a:pt x="6630516" y="1649818"/>
                  <a:pt x="6634931" y="1649819"/>
                </a:cubicBezTo>
                <a:cubicBezTo>
                  <a:pt x="6634931" y="1645405"/>
                  <a:pt x="6630516" y="1645405"/>
                  <a:pt x="6630516" y="1645405"/>
                </a:cubicBezTo>
                <a:cubicBezTo>
                  <a:pt x="6630516" y="1645405"/>
                  <a:pt x="6626106" y="1645405"/>
                  <a:pt x="6626106" y="1645405"/>
                </a:cubicBezTo>
                <a:cubicBezTo>
                  <a:pt x="6621689" y="1640992"/>
                  <a:pt x="6621689" y="1640992"/>
                  <a:pt x="6621689" y="1640992"/>
                </a:cubicBezTo>
                <a:cubicBezTo>
                  <a:pt x="6617277" y="1636580"/>
                  <a:pt x="6604038" y="1636580"/>
                  <a:pt x="6608454" y="1632165"/>
                </a:cubicBezTo>
                <a:cubicBezTo>
                  <a:pt x="6604038" y="1623339"/>
                  <a:pt x="6604038" y="1636580"/>
                  <a:pt x="6599624" y="1632165"/>
                </a:cubicBezTo>
                <a:cubicBezTo>
                  <a:pt x="6595215" y="1627752"/>
                  <a:pt x="6599624" y="1627752"/>
                  <a:pt x="6599624" y="1623339"/>
                </a:cubicBezTo>
                <a:cubicBezTo>
                  <a:pt x="6590799" y="1618926"/>
                  <a:pt x="6568731" y="1610098"/>
                  <a:pt x="6568731" y="1610098"/>
                </a:cubicBezTo>
                <a:cubicBezTo>
                  <a:pt x="6551080" y="1601271"/>
                  <a:pt x="6524602" y="1579205"/>
                  <a:pt x="6515773" y="1574792"/>
                </a:cubicBezTo>
                <a:cubicBezTo>
                  <a:pt x="6511362" y="1570379"/>
                  <a:pt x="6515773" y="1574792"/>
                  <a:pt x="6515773" y="1579205"/>
                </a:cubicBezTo>
                <a:cubicBezTo>
                  <a:pt x="6515773" y="1574792"/>
                  <a:pt x="6506947" y="1570379"/>
                  <a:pt x="6506947" y="1570379"/>
                </a:cubicBezTo>
                <a:cubicBezTo>
                  <a:pt x="6506947" y="1570379"/>
                  <a:pt x="6498119" y="1570379"/>
                  <a:pt x="6498119" y="1570379"/>
                </a:cubicBezTo>
                <a:cubicBezTo>
                  <a:pt x="6493708" y="1565965"/>
                  <a:pt x="6502532" y="1565964"/>
                  <a:pt x="6498119" y="1565965"/>
                </a:cubicBezTo>
                <a:cubicBezTo>
                  <a:pt x="6493708" y="1557139"/>
                  <a:pt x="6484877" y="1565965"/>
                  <a:pt x="6489293" y="1557139"/>
                </a:cubicBezTo>
                <a:cubicBezTo>
                  <a:pt x="6471640" y="1552725"/>
                  <a:pt x="6436335" y="1539485"/>
                  <a:pt x="6427507" y="1526246"/>
                </a:cubicBezTo>
                <a:cubicBezTo>
                  <a:pt x="6431922" y="1526246"/>
                  <a:pt x="6431921" y="1530658"/>
                  <a:pt x="6427507" y="1535072"/>
                </a:cubicBezTo>
                <a:cubicBezTo>
                  <a:pt x="6396616" y="1513005"/>
                  <a:pt x="6348069" y="1486524"/>
                  <a:pt x="6330415" y="1482112"/>
                </a:cubicBezTo>
                <a:cubicBezTo>
                  <a:pt x="6321590" y="1477698"/>
                  <a:pt x="6273042" y="1442392"/>
                  <a:pt x="6250975" y="1442392"/>
                </a:cubicBezTo>
                <a:cubicBezTo>
                  <a:pt x="6242148" y="1437979"/>
                  <a:pt x="6250975" y="1442392"/>
                  <a:pt x="6250977" y="1437977"/>
                </a:cubicBezTo>
                <a:cubicBezTo>
                  <a:pt x="6237737" y="1437977"/>
                  <a:pt x="6211254" y="1420325"/>
                  <a:pt x="6198016" y="1411498"/>
                </a:cubicBezTo>
                <a:cubicBezTo>
                  <a:pt x="6198016" y="1411498"/>
                  <a:pt x="6206844" y="1415912"/>
                  <a:pt x="6211253" y="1411498"/>
                </a:cubicBezTo>
                <a:cubicBezTo>
                  <a:pt x="6180364" y="1402671"/>
                  <a:pt x="6189189" y="1407085"/>
                  <a:pt x="6193603" y="1415913"/>
                </a:cubicBezTo>
                <a:cubicBezTo>
                  <a:pt x="6158297" y="1398259"/>
                  <a:pt x="6153884" y="1398259"/>
                  <a:pt x="6136229" y="1380605"/>
                </a:cubicBezTo>
                <a:cubicBezTo>
                  <a:pt x="6136229" y="1380605"/>
                  <a:pt x="6131816" y="1376192"/>
                  <a:pt x="6131816" y="1376192"/>
                </a:cubicBezTo>
                <a:cubicBezTo>
                  <a:pt x="6131816" y="1376192"/>
                  <a:pt x="6131816" y="1376192"/>
                  <a:pt x="6127403" y="1376192"/>
                </a:cubicBezTo>
                <a:cubicBezTo>
                  <a:pt x="6127403" y="1376192"/>
                  <a:pt x="6127403" y="1380604"/>
                  <a:pt x="6127403" y="1380604"/>
                </a:cubicBezTo>
                <a:cubicBezTo>
                  <a:pt x="6127403" y="1380604"/>
                  <a:pt x="6122989" y="1380605"/>
                  <a:pt x="6118577" y="1376192"/>
                </a:cubicBezTo>
                <a:cubicBezTo>
                  <a:pt x="6118577" y="1376192"/>
                  <a:pt x="6118577" y="1376192"/>
                  <a:pt x="6122990" y="1376191"/>
                </a:cubicBezTo>
                <a:cubicBezTo>
                  <a:pt x="6122990" y="1376191"/>
                  <a:pt x="6122990" y="1376191"/>
                  <a:pt x="6122990" y="1371777"/>
                </a:cubicBezTo>
                <a:cubicBezTo>
                  <a:pt x="6118577" y="1371777"/>
                  <a:pt x="6118577" y="1371777"/>
                  <a:pt x="6114162" y="1371777"/>
                </a:cubicBezTo>
                <a:cubicBezTo>
                  <a:pt x="6109748" y="1367364"/>
                  <a:pt x="6109748" y="1367364"/>
                  <a:pt x="6109748" y="1367364"/>
                </a:cubicBezTo>
                <a:cubicBezTo>
                  <a:pt x="6105338" y="1362952"/>
                  <a:pt x="6083269" y="1354125"/>
                  <a:pt x="6096509" y="1367364"/>
                </a:cubicBezTo>
                <a:cubicBezTo>
                  <a:pt x="6092098" y="1362952"/>
                  <a:pt x="6092098" y="1362952"/>
                  <a:pt x="6087683" y="1362951"/>
                </a:cubicBezTo>
                <a:cubicBezTo>
                  <a:pt x="6087683" y="1362951"/>
                  <a:pt x="6087683" y="1367365"/>
                  <a:pt x="6092098" y="1367364"/>
                </a:cubicBezTo>
                <a:cubicBezTo>
                  <a:pt x="6092098" y="1367364"/>
                  <a:pt x="6092098" y="1371777"/>
                  <a:pt x="6096508" y="1371777"/>
                </a:cubicBezTo>
                <a:cubicBezTo>
                  <a:pt x="6092098" y="1371777"/>
                  <a:pt x="6087683" y="1371777"/>
                  <a:pt x="6087683" y="1371777"/>
                </a:cubicBezTo>
                <a:cubicBezTo>
                  <a:pt x="6083269" y="1367365"/>
                  <a:pt x="6074443" y="1362952"/>
                  <a:pt x="6061203" y="1358538"/>
                </a:cubicBezTo>
                <a:cubicBezTo>
                  <a:pt x="6043550" y="1349712"/>
                  <a:pt x="6025896" y="1340884"/>
                  <a:pt x="6012656" y="1336472"/>
                </a:cubicBezTo>
                <a:cubicBezTo>
                  <a:pt x="6008241" y="1336472"/>
                  <a:pt x="6008244" y="1332058"/>
                  <a:pt x="6008244" y="1332058"/>
                </a:cubicBezTo>
                <a:cubicBezTo>
                  <a:pt x="6008244" y="1332058"/>
                  <a:pt x="6003831" y="1332058"/>
                  <a:pt x="6003831" y="1332058"/>
                </a:cubicBezTo>
                <a:cubicBezTo>
                  <a:pt x="5995002" y="1332058"/>
                  <a:pt x="5986176" y="1327644"/>
                  <a:pt x="5981763" y="1323231"/>
                </a:cubicBezTo>
                <a:cubicBezTo>
                  <a:pt x="5977350" y="1323231"/>
                  <a:pt x="5968523" y="1318819"/>
                  <a:pt x="5964112" y="1318819"/>
                </a:cubicBezTo>
                <a:cubicBezTo>
                  <a:pt x="5955283" y="1314404"/>
                  <a:pt x="5942044" y="1305577"/>
                  <a:pt x="5933218" y="1301165"/>
                </a:cubicBezTo>
                <a:cubicBezTo>
                  <a:pt x="5933218" y="1296751"/>
                  <a:pt x="5933218" y="1296751"/>
                  <a:pt x="5933218" y="1296751"/>
                </a:cubicBezTo>
                <a:cubicBezTo>
                  <a:pt x="5928803" y="1296752"/>
                  <a:pt x="5928803" y="1296752"/>
                  <a:pt x="5924391" y="1296752"/>
                </a:cubicBezTo>
                <a:cubicBezTo>
                  <a:pt x="5919978" y="1292337"/>
                  <a:pt x="5919979" y="1296752"/>
                  <a:pt x="5919979" y="1296752"/>
                </a:cubicBezTo>
                <a:cubicBezTo>
                  <a:pt x="5924391" y="1301164"/>
                  <a:pt x="5924391" y="1301164"/>
                  <a:pt x="5924391" y="1301164"/>
                </a:cubicBezTo>
                <a:cubicBezTo>
                  <a:pt x="5915563" y="1296752"/>
                  <a:pt x="5902324" y="1283510"/>
                  <a:pt x="5893498" y="1287925"/>
                </a:cubicBezTo>
                <a:cubicBezTo>
                  <a:pt x="5893498" y="1283512"/>
                  <a:pt x="5893498" y="1283512"/>
                  <a:pt x="5889084" y="1283512"/>
                </a:cubicBezTo>
                <a:cubicBezTo>
                  <a:pt x="5884670" y="1279098"/>
                  <a:pt x="5884670" y="1283510"/>
                  <a:pt x="5884670" y="1283510"/>
                </a:cubicBezTo>
                <a:cubicBezTo>
                  <a:pt x="5871431" y="1274684"/>
                  <a:pt x="5858191" y="1283512"/>
                  <a:pt x="5853777" y="1274685"/>
                </a:cubicBezTo>
                <a:cubicBezTo>
                  <a:pt x="5858191" y="1274685"/>
                  <a:pt x="5858191" y="1274685"/>
                  <a:pt x="5858191" y="1274685"/>
                </a:cubicBezTo>
                <a:cubicBezTo>
                  <a:pt x="5867017" y="1279098"/>
                  <a:pt x="5871431" y="1279098"/>
                  <a:pt x="5871431" y="1274684"/>
                </a:cubicBezTo>
                <a:cubicBezTo>
                  <a:pt x="5871431" y="1274684"/>
                  <a:pt x="5867017" y="1270270"/>
                  <a:pt x="5862604" y="1270271"/>
                </a:cubicBezTo>
                <a:cubicBezTo>
                  <a:pt x="5858191" y="1265858"/>
                  <a:pt x="5858191" y="1265858"/>
                  <a:pt x="5858191" y="1265858"/>
                </a:cubicBezTo>
                <a:cubicBezTo>
                  <a:pt x="5858191" y="1257032"/>
                  <a:pt x="5871431" y="1261445"/>
                  <a:pt x="5875845" y="1270271"/>
                </a:cubicBezTo>
                <a:cubicBezTo>
                  <a:pt x="5871431" y="1261445"/>
                  <a:pt x="5893498" y="1265858"/>
                  <a:pt x="5880257" y="1261445"/>
                </a:cubicBezTo>
                <a:cubicBezTo>
                  <a:pt x="5871431" y="1270271"/>
                  <a:pt x="5867017" y="1243791"/>
                  <a:pt x="5849364" y="1248204"/>
                </a:cubicBezTo>
                <a:cubicBezTo>
                  <a:pt x="5844951" y="1243791"/>
                  <a:pt x="5844951" y="1243791"/>
                  <a:pt x="5844951" y="1243791"/>
                </a:cubicBezTo>
                <a:cubicBezTo>
                  <a:pt x="5844951" y="1243791"/>
                  <a:pt x="5840538" y="1243791"/>
                  <a:pt x="5840538" y="1243791"/>
                </a:cubicBezTo>
                <a:cubicBezTo>
                  <a:pt x="5836125" y="1239379"/>
                  <a:pt x="5836125" y="1243791"/>
                  <a:pt x="5836125" y="1243791"/>
                </a:cubicBezTo>
                <a:cubicBezTo>
                  <a:pt x="5840538" y="1243791"/>
                  <a:pt x="5840538" y="1248204"/>
                  <a:pt x="5840538" y="1248204"/>
                </a:cubicBezTo>
                <a:cubicBezTo>
                  <a:pt x="5836125" y="1248204"/>
                  <a:pt x="5827298" y="1243791"/>
                  <a:pt x="5827298" y="1248204"/>
                </a:cubicBezTo>
                <a:cubicBezTo>
                  <a:pt x="5831713" y="1252618"/>
                  <a:pt x="5822884" y="1248204"/>
                  <a:pt x="5822882" y="1252618"/>
                </a:cubicBezTo>
                <a:cubicBezTo>
                  <a:pt x="5831713" y="1257031"/>
                  <a:pt x="5836125" y="1257032"/>
                  <a:pt x="5844951" y="1261445"/>
                </a:cubicBezTo>
                <a:cubicBezTo>
                  <a:pt x="5840538" y="1261445"/>
                  <a:pt x="5840538" y="1261445"/>
                  <a:pt x="5840538" y="1261445"/>
                </a:cubicBezTo>
                <a:cubicBezTo>
                  <a:pt x="5836125" y="1261445"/>
                  <a:pt x="5831711" y="1261445"/>
                  <a:pt x="5831713" y="1265858"/>
                </a:cubicBezTo>
                <a:lnTo>
                  <a:pt x="5839320" y="1269662"/>
                </a:lnTo>
                <a:lnTo>
                  <a:pt x="5831160" y="1269168"/>
                </a:lnTo>
                <a:cubicBezTo>
                  <a:pt x="5825091" y="1266961"/>
                  <a:pt x="5818471" y="1263651"/>
                  <a:pt x="5809645" y="1261445"/>
                </a:cubicBezTo>
                <a:cubicBezTo>
                  <a:pt x="5836125" y="1279098"/>
                  <a:pt x="5805232" y="1265858"/>
                  <a:pt x="5796403" y="1274685"/>
                </a:cubicBezTo>
                <a:cubicBezTo>
                  <a:pt x="5791991" y="1270271"/>
                  <a:pt x="5800818" y="1270270"/>
                  <a:pt x="5800818" y="1270270"/>
                </a:cubicBezTo>
                <a:cubicBezTo>
                  <a:pt x="5800818" y="1265858"/>
                  <a:pt x="5800818" y="1265858"/>
                  <a:pt x="5800818" y="1265858"/>
                </a:cubicBezTo>
                <a:cubicBezTo>
                  <a:pt x="5805232" y="1265858"/>
                  <a:pt x="5805232" y="1265858"/>
                  <a:pt x="5800818" y="1261445"/>
                </a:cubicBezTo>
                <a:cubicBezTo>
                  <a:pt x="5800818" y="1261445"/>
                  <a:pt x="5796403" y="1261445"/>
                  <a:pt x="5791991" y="1261443"/>
                </a:cubicBezTo>
                <a:cubicBezTo>
                  <a:pt x="5787579" y="1261443"/>
                  <a:pt x="5787579" y="1261443"/>
                  <a:pt x="5787579" y="1261443"/>
                </a:cubicBezTo>
                <a:cubicBezTo>
                  <a:pt x="5783164" y="1257031"/>
                  <a:pt x="5787579" y="1252618"/>
                  <a:pt x="5778750" y="1252618"/>
                </a:cubicBezTo>
                <a:cubicBezTo>
                  <a:pt x="5783165" y="1252618"/>
                  <a:pt x="5783165" y="1252618"/>
                  <a:pt x="5787579" y="1252618"/>
                </a:cubicBezTo>
                <a:cubicBezTo>
                  <a:pt x="5791991" y="1252618"/>
                  <a:pt x="5791989" y="1248203"/>
                  <a:pt x="5787579" y="1248203"/>
                </a:cubicBezTo>
                <a:cubicBezTo>
                  <a:pt x="5787579" y="1243791"/>
                  <a:pt x="5783164" y="1243790"/>
                  <a:pt x="5778750" y="1243791"/>
                </a:cubicBezTo>
                <a:cubicBezTo>
                  <a:pt x="5774339" y="1243791"/>
                  <a:pt x="5774339" y="1243791"/>
                  <a:pt x="5769923" y="1243791"/>
                </a:cubicBezTo>
                <a:cubicBezTo>
                  <a:pt x="5761100" y="1243791"/>
                  <a:pt x="5752269" y="1248204"/>
                  <a:pt x="5761100" y="1252617"/>
                </a:cubicBezTo>
                <a:cubicBezTo>
                  <a:pt x="5756685" y="1252618"/>
                  <a:pt x="5756685" y="1252618"/>
                  <a:pt x="5756685" y="1257032"/>
                </a:cubicBezTo>
                <a:cubicBezTo>
                  <a:pt x="5756685" y="1257032"/>
                  <a:pt x="5756685" y="1257032"/>
                  <a:pt x="5761100" y="1261445"/>
                </a:cubicBezTo>
                <a:cubicBezTo>
                  <a:pt x="5756684" y="1261443"/>
                  <a:pt x="5747859" y="1257031"/>
                  <a:pt x="5739030" y="1257032"/>
                </a:cubicBezTo>
                <a:cubicBezTo>
                  <a:pt x="5747859" y="1257031"/>
                  <a:pt x="5756684" y="1261443"/>
                  <a:pt x="5752271" y="1257032"/>
                </a:cubicBezTo>
                <a:cubicBezTo>
                  <a:pt x="5747859" y="1248204"/>
                  <a:pt x="5739030" y="1257032"/>
                  <a:pt x="5734619" y="1248204"/>
                </a:cubicBezTo>
                <a:cubicBezTo>
                  <a:pt x="5734616" y="1243790"/>
                  <a:pt x="5734616" y="1243790"/>
                  <a:pt x="5734616" y="1243790"/>
                </a:cubicBezTo>
                <a:cubicBezTo>
                  <a:pt x="5734616" y="1243790"/>
                  <a:pt x="5734616" y="1243790"/>
                  <a:pt x="5730206" y="1243791"/>
                </a:cubicBezTo>
                <a:cubicBezTo>
                  <a:pt x="5730206" y="1243791"/>
                  <a:pt x="5730206" y="1243791"/>
                  <a:pt x="5725793" y="1243791"/>
                </a:cubicBezTo>
                <a:cubicBezTo>
                  <a:pt x="5725793" y="1248204"/>
                  <a:pt x="5725793" y="1248204"/>
                  <a:pt x="5725793" y="1248204"/>
                </a:cubicBezTo>
                <a:cubicBezTo>
                  <a:pt x="5721376" y="1243791"/>
                  <a:pt x="5721376" y="1243791"/>
                  <a:pt x="5716966" y="1239379"/>
                </a:cubicBezTo>
                <a:cubicBezTo>
                  <a:pt x="5708137" y="1243791"/>
                  <a:pt x="5699311" y="1239379"/>
                  <a:pt x="5690487" y="1239379"/>
                </a:cubicBezTo>
                <a:cubicBezTo>
                  <a:pt x="5694898" y="1239377"/>
                  <a:pt x="5699311" y="1239379"/>
                  <a:pt x="5699311" y="1239379"/>
                </a:cubicBezTo>
                <a:cubicBezTo>
                  <a:pt x="5681658" y="1234965"/>
                  <a:pt x="5686072" y="1239379"/>
                  <a:pt x="5672833" y="1230551"/>
                </a:cubicBezTo>
                <a:cubicBezTo>
                  <a:pt x="5677245" y="1230551"/>
                  <a:pt x="5677245" y="1226137"/>
                  <a:pt x="5677245" y="1226137"/>
                </a:cubicBezTo>
                <a:cubicBezTo>
                  <a:pt x="5677245" y="1226137"/>
                  <a:pt x="5672832" y="1226137"/>
                  <a:pt x="5672832" y="1226137"/>
                </a:cubicBezTo>
                <a:cubicBezTo>
                  <a:pt x="5672833" y="1221725"/>
                  <a:pt x="5672833" y="1221725"/>
                  <a:pt x="5672833" y="1221725"/>
                </a:cubicBezTo>
                <a:cubicBezTo>
                  <a:pt x="5699311" y="1230551"/>
                  <a:pt x="5677245" y="1221725"/>
                  <a:pt x="5677245" y="1217312"/>
                </a:cubicBezTo>
                <a:cubicBezTo>
                  <a:pt x="5690487" y="1221725"/>
                  <a:pt x="5703727" y="1226137"/>
                  <a:pt x="5716966" y="1226137"/>
                </a:cubicBezTo>
                <a:cubicBezTo>
                  <a:pt x="5716966" y="1230551"/>
                  <a:pt x="5716966" y="1230551"/>
                  <a:pt x="5716966" y="1230551"/>
                </a:cubicBezTo>
                <a:cubicBezTo>
                  <a:pt x="5725791" y="1234965"/>
                  <a:pt x="5730206" y="1234965"/>
                  <a:pt x="5734619" y="1234965"/>
                </a:cubicBezTo>
                <a:cubicBezTo>
                  <a:pt x="5725793" y="1230551"/>
                  <a:pt x="5721380" y="1230551"/>
                  <a:pt x="5721376" y="1226137"/>
                </a:cubicBezTo>
                <a:cubicBezTo>
                  <a:pt x="5734619" y="1230551"/>
                  <a:pt x="5734616" y="1226137"/>
                  <a:pt x="5743445" y="1230551"/>
                </a:cubicBezTo>
                <a:cubicBezTo>
                  <a:pt x="5743445" y="1230551"/>
                  <a:pt x="5747859" y="1230551"/>
                  <a:pt x="5747859" y="1234965"/>
                </a:cubicBezTo>
                <a:cubicBezTo>
                  <a:pt x="5752269" y="1234965"/>
                  <a:pt x="5752269" y="1234965"/>
                  <a:pt x="5752269" y="1234965"/>
                </a:cubicBezTo>
                <a:cubicBezTo>
                  <a:pt x="5756685" y="1234965"/>
                  <a:pt x="5761100" y="1234965"/>
                  <a:pt x="5756684" y="1230551"/>
                </a:cubicBezTo>
                <a:cubicBezTo>
                  <a:pt x="5752271" y="1226137"/>
                  <a:pt x="5752271" y="1226137"/>
                  <a:pt x="5752271" y="1226137"/>
                </a:cubicBezTo>
                <a:cubicBezTo>
                  <a:pt x="5752271" y="1221726"/>
                  <a:pt x="5747859" y="1221725"/>
                  <a:pt x="5743445" y="1221725"/>
                </a:cubicBezTo>
                <a:cubicBezTo>
                  <a:pt x="5739030" y="1221725"/>
                  <a:pt x="5739030" y="1221725"/>
                  <a:pt x="5739030" y="1221725"/>
                </a:cubicBezTo>
                <a:cubicBezTo>
                  <a:pt x="5739030" y="1226137"/>
                  <a:pt x="5739030" y="1226137"/>
                  <a:pt x="5739030" y="1226137"/>
                </a:cubicBezTo>
                <a:cubicBezTo>
                  <a:pt x="5725793" y="1226137"/>
                  <a:pt x="5694897" y="1212897"/>
                  <a:pt x="5677245" y="1212897"/>
                </a:cubicBezTo>
                <a:cubicBezTo>
                  <a:pt x="5672832" y="1208485"/>
                  <a:pt x="5672832" y="1208485"/>
                  <a:pt x="5672832" y="1208485"/>
                </a:cubicBezTo>
                <a:cubicBezTo>
                  <a:pt x="5672832" y="1208485"/>
                  <a:pt x="5672832" y="1208485"/>
                  <a:pt x="5668419" y="1208486"/>
                </a:cubicBezTo>
                <a:cubicBezTo>
                  <a:pt x="5668419" y="1208486"/>
                  <a:pt x="5664006" y="1208485"/>
                  <a:pt x="5664006" y="1208485"/>
                </a:cubicBezTo>
                <a:cubicBezTo>
                  <a:pt x="5655178" y="1208485"/>
                  <a:pt x="5641938" y="1204071"/>
                  <a:pt x="5637526" y="1199658"/>
                </a:cubicBezTo>
                <a:cubicBezTo>
                  <a:pt x="5637524" y="1204071"/>
                  <a:pt x="5637524" y="1204071"/>
                  <a:pt x="5637524" y="1204071"/>
                </a:cubicBezTo>
                <a:cubicBezTo>
                  <a:pt x="5633113" y="1199658"/>
                  <a:pt x="5633113" y="1199658"/>
                  <a:pt x="5633113" y="1199658"/>
                </a:cubicBezTo>
                <a:cubicBezTo>
                  <a:pt x="5633113" y="1199658"/>
                  <a:pt x="5628699" y="1195245"/>
                  <a:pt x="5624284" y="1195245"/>
                </a:cubicBezTo>
                <a:cubicBezTo>
                  <a:pt x="5624284" y="1195245"/>
                  <a:pt x="5619871" y="1195245"/>
                  <a:pt x="5619871" y="1199658"/>
                </a:cubicBezTo>
                <a:cubicBezTo>
                  <a:pt x="5575740" y="1195245"/>
                  <a:pt x="5553672" y="1182004"/>
                  <a:pt x="5522778" y="1186418"/>
                </a:cubicBezTo>
                <a:cubicBezTo>
                  <a:pt x="5522778" y="1182004"/>
                  <a:pt x="5518366" y="1182004"/>
                  <a:pt x="5513954" y="1182004"/>
                </a:cubicBezTo>
                <a:cubicBezTo>
                  <a:pt x="5513954" y="1182004"/>
                  <a:pt x="5509539" y="1182004"/>
                  <a:pt x="5509539" y="1182004"/>
                </a:cubicBezTo>
                <a:cubicBezTo>
                  <a:pt x="5509539" y="1186418"/>
                  <a:pt x="5509539" y="1186418"/>
                  <a:pt x="5509539" y="1186418"/>
                </a:cubicBezTo>
                <a:cubicBezTo>
                  <a:pt x="5505127" y="1177592"/>
                  <a:pt x="5491886" y="1177592"/>
                  <a:pt x="5483059" y="1177592"/>
                </a:cubicBezTo>
                <a:cubicBezTo>
                  <a:pt x="5483059" y="1177592"/>
                  <a:pt x="5478645" y="1177592"/>
                  <a:pt x="5478645" y="1177592"/>
                </a:cubicBezTo>
                <a:cubicBezTo>
                  <a:pt x="5474234" y="1173177"/>
                  <a:pt x="5474234" y="1173177"/>
                  <a:pt x="5469821" y="1177592"/>
                </a:cubicBezTo>
                <a:cubicBezTo>
                  <a:pt x="5465407" y="1177592"/>
                  <a:pt x="5465407" y="1177592"/>
                  <a:pt x="5465407" y="1177592"/>
                </a:cubicBezTo>
                <a:cubicBezTo>
                  <a:pt x="5465407" y="1177592"/>
                  <a:pt x="5465405" y="1173177"/>
                  <a:pt x="5460994" y="1173177"/>
                </a:cubicBezTo>
                <a:cubicBezTo>
                  <a:pt x="5460994" y="1173177"/>
                  <a:pt x="5460994" y="1173177"/>
                  <a:pt x="5456580" y="1173179"/>
                </a:cubicBezTo>
                <a:cubicBezTo>
                  <a:pt x="5447751" y="1177592"/>
                  <a:pt x="5430102" y="1164351"/>
                  <a:pt x="5430102" y="1173177"/>
                </a:cubicBezTo>
                <a:cubicBezTo>
                  <a:pt x="5430102" y="1173177"/>
                  <a:pt x="5430102" y="1173177"/>
                  <a:pt x="5425686" y="1173177"/>
                </a:cubicBezTo>
                <a:cubicBezTo>
                  <a:pt x="5421273" y="1173177"/>
                  <a:pt x="5416862" y="1173177"/>
                  <a:pt x="5416862" y="1173177"/>
                </a:cubicBezTo>
                <a:cubicBezTo>
                  <a:pt x="5416862" y="1173177"/>
                  <a:pt x="5412447" y="1173177"/>
                  <a:pt x="5412447" y="1173177"/>
                </a:cubicBezTo>
                <a:cubicBezTo>
                  <a:pt x="5408031" y="1164351"/>
                  <a:pt x="5390378" y="1173177"/>
                  <a:pt x="5381553" y="1173177"/>
                </a:cubicBezTo>
                <a:cubicBezTo>
                  <a:pt x="5368313" y="1173177"/>
                  <a:pt x="5377139" y="1164351"/>
                  <a:pt x="5363899" y="1164352"/>
                </a:cubicBezTo>
                <a:cubicBezTo>
                  <a:pt x="5363899" y="1164352"/>
                  <a:pt x="5359487" y="1164351"/>
                  <a:pt x="5359489" y="1159938"/>
                </a:cubicBezTo>
                <a:cubicBezTo>
                  <a:pt x="5359489" y="1159938"/>
                  <a:pt x="5355074" y="1159938"/>
                  <a:pt x="5355074" y="1159938"/>
                </a:cubicBezTo>
                <a:cubicBezTo>
                  <a:pt x="5350658" y="1159938"/>
                  <a:pt x="5350658" y="1159938"/>
                  <a:pt x="5355074" y="1164351"/>
                </a:cubicBezTo>
                <a:cubicBezTo>
                  <a:pt x="5355074" y="1164351"/>
                  <a:pt x="5355074" y="1164351"/>
                  <a:pt x="5359487" y="1164351"/>
                </a:cubicBezTo>
                <a:cubicBezTo>
                  <a:pt x="5350660" y="1168764"/>
                  <a:pt x="5341835" y="1164351"/>
                  <a:pt x="5341835" y="1168764"/>
                </a:cubicBezTo>
                <a:cubicBezTo>
                  <a:pt x="5328594" y="1164352"/>
                  <a:pt x="5341835" y="1164351"/>
                  <a:pt x="5341835" y="1159938"/>
                </a:cubicBezTo>
                <a:lnTo>
                  <a:pt x="5345978" y="1155793"/>
                </a:lnTo>
                <a:lnTo>
                  <a:pt x="5370589" y="1157387"/>
                </a:lnTo>
                <a:cubicBezTo>
                  <a:pt x="5395622" y="1158008"/>
                  <a:pt x="5411342" y="1155525"/>
                  <a:pt x="5434512" y="1155525"/>
                </a:cubicBezTo>
                <a:cubicBezTo>
                  <a:pt x="5434512" y="1155525"/>
                  <a:pt x="5434512" y="1159938"/>
                  <a:pt x="5438926" y="1159939"/>
                </a:cubicBezTo>
                <a:cubicBezTo>
                  <a:pt x="5438926" y="1159939"/>
                  <a:pt x="5443341" y="1159938"/>
                  <a:pt x="5443341" y="1159938"/>
                </a:cubicBezTo>
                <a:cubicBezTo>
                  <a:pt x="5456580" y="1159938"/>
                  <a:pt x="5460991" y="1159938"/>
                  <a:pt x="5465405" y="1155525"/>
                </a:cubicBezTo>
                <a:cubicBezTo>
                  <a:pt x="5447752" y="1155525"/>
                  <a:pt x="5447752" y="1155525"/>
                  <a:pt x="5447752" y="1155525"/>
                </a:cubicBezTo>
                <a:cubicBezTo>
                  <a:pt x="5447752" y="1155525"/>
                  <a:pt x="5452165" y="1155525"/>
                  <a:pt x="5452166" y="1151110"/>
                </a:cubicBezTo>
                <a:cubicBezTo>
                  <a:pt x="5452166" y="1151110"/>
                  <a:pt x="5447752" y="1151110"/>
                  <a:pt x="5447752" y="1151110"/>
                </a:cubicBezTo>
                <a:cubicBezTo>
                  <a:pt x="5443339" y="1151110"/>
                  <a:pt x="5443339" y="1151110"/>
                  <a:pt x="5443339" y="1151110"/>
                </a:cubicBezTo>
                <a:cubicBezTo>
                  <a:pt x="5438926" y="1151110"/>
                  <a:pt x="5438926" y="1151110"/>
                  <a:pt x="5438926" y="1151110"/>
                </a:cubicBezTo>
                <a:cubicBezTo>
                  <a:pt x="5430102" y="1142286"/>
                  <a:pt x="5425686" y="1133457"/>
                  <a:pt x="5394794" y="1129045"/>
                </a:cubicBezTo>
                <a:cubicBezTo>
                  <a:pt x="5372726" y="1111391"/>
                  <a:pt x="5328594" y="1098151"/>
                  <a:pt x="5297701" y="1089325"/>
                </a:cubicBezTo>
                <a:cubicBezTo>
                  <a:pt x="5293288" y="1089325"/>
                  <a:pt x="5293288" y="1084912"/>
                  <a:pt x="5293288" y="1084912"/>
                </a:cubicBezTo>
                <a:cubicBezTo>
                  <a:pt x="5293288" y="1084912"/>
                  <a:pt x="5293288" y="1080498"/>
                  <a:pt x="5288875" y="1080498"/>
                </a:cubicBezTo>
                <a:cubicBezTo>
                  <a:pt x="5288875" y="1080498"/>
                  <a:pt x="5293288" y="1080498"/>
                  <a:pt x="5293288" y="1076085"/>
                </a:cubicBezTo>
                <a:cubicBezTo>
                  <a:pt x="5284461" y="1076085"/>
                  <a:pt x="5280046" y="1076085"/>
                  <a:pt x="5280046" y="1076085"/>
                </a:cubicBezTo>
                <a:cubicBezTo>
                  <a:pt x="5253568" y="1067257"/>
                  <a:pt x="5218261" y="1062845"/>
                  <a:pt x="5196195" y="1058431"/>
                </a:cubicBezTo>
                <a:cubicBezTo>
                  <a:pt x="5191780" y="1054018"/>
                  <a:pt x="5200609" y="1054018"/>
                  <a:pt x="5205019" y="1054018"/>
                </a:cubicBezTo>
                <a:cubicBezTo>
                  <a:pt x="5191780" y="1049604"/>
                  <a:pt x="5138821" y="1040777"/>
                  <a:pt x="5152061" y="1027537"/>
                </a:cubicBezTo>
                <a:cubicBezTo>
                  <a:pt x="5160887" y="1027537"/>
                  <a:pt x="5160887" y="1027537"/>
                  <a:pt x="5160887" y="1027537"/>
                </a:cubicBezTo>
                <a:cubicBezTo>
                  <a:pt x="5165300" y="1027537"/>
                  <a:pt x="5165300" y="1027537"/>
                  <a:pt x="5165300" y="1027537"/>
                </a:cubicBezTo>
                <a:cubicBezTo>
                  <a:pt x="5165300" y="1027537"/>
                  <a:pt x="5165301" y="1023125"/>
                  <a:pt x="5160887" y="1023126"/>
                </a:cubicBezTo>
                <a:cubicBezTo>
                  <a:pt x="5152061" y="1023125"/>
                  <a:pt x="5152061" y="1023125"/>
                  <a:pt x="5152061" y="1023125"/>
                </a:cubicBezTo>
                <a:cubicBezTo>
                  <a:pt x="5169714" y="1018713"/>
                  <a:pt x="5196195" y="1023125"/>
                  <a:pt x="5222673" y="1023125"/>
                </a:cubicBezTo>
                <a:cubicBezTo>
                  <a:pt x="5244741" y="1001058"/>
                  <a:pt x="5169714" y="983404"/>
                  <a:pt x="5107927" y="978991"/>
                </a:cubicBezTo>
                <a:cubicBezTo>
                  <a:pt x="5103513" y="974578"/>
                  <a:pt x="5107927" y="970163"/>
                  <a:pt x="5094688" y="961339"/>
                </a:cubicBezTo>
                <a:cubicBezTo>
                  <a:pt x="5107927" y="965751"/>
                  <a:pt x="5107927" y="961338"/>
                  <a:pt x="5107927" y="956925"/>
                </a:cubicBezTo>
                <a:cubicBezTo>
                  <a:pt x="5143235" y="956925"/>
                  <a:pt x="5178539" y="961338"/>
                  <a:pt x="5213849" y="961338"/>
                </a:cubicBezTo>
                <a:cubicBezTo>
                  <a:pt x="5235913" y="961338"/>
                  <a:pt x="5213849" y="952510"/>
                  <a:pt x="5231500" y="943684"/>
                </a:cubicBezTo>
                <a:cubicBezTo>
                  <a:pt x="5253567" y="948097"/>
                  <a:pt x="5262393" y="943684"/>
                  <a:pt x="5288875" y="948097"/>
                </a:cubicBezTo>
                <a:cubicBezTo>
                  <a:pt x="5288875" y="943684"/>
                  <a:pt x="5280046" y="939271"/>
                  <a:pt x="5262391" y="939270"/>
                </a:cubicBezTo>
                <a:cubicBezTo>
                  <a:pt x="5271222" y="939270"/>
                  <a:pt x="5280046" y="934857"/>
                  <a:pt x="5297699" y="939270"/>
                </a:cubicBezTo>
                <a:cubicBezTo>
                  <a:pt x="5288875" y="934857"/>
                  <a:pt x="5293286" y="930443"/>
                  <a:pt x="5280046" y="926031"/>
                </a:cubicBezTo>
                <a:cubicBezTo>
                  <a:pt x="5355074" y="934858"/>
                  <a:pt x="5430099" y="943684"/>
                  <a:pt x="5505125" y="956925"/>
                </a:cubicBezTo>
                <a:cubicBezTo>
                  <a:pt x="5513954" y="956925"/>
                  <a:pt x="5522778" y="956925"/>
                  <a:pt x="5527193" y="961338"/>
                </a:cubicBezTo>
                <a:cubicBezTo>
                  <a:pt x="6084373" y="1060637"/>
                  <a:pt x="6577765" y="1337506"/>
                  <a:pt x="6950266" y="1731604"/>
                </a:cubicBezTo>
                <a:lnTo>
                  <a:pt x="7005077" y="1797325"/>
                </a:lnTo>
                <a:lnTo>
                  <a:pt x="7035558" y="1754456"/>
                </a:lnTo>
                <a:lnTo>
                  <a:pt x="7040425" y="1748894"/>
                </a:lnTo>
                <a:lnTo>
                  <a:pt x="6944966" y="1643060"/>
                </a:lnTo>
                <a:cubicBezTo>
                  <a:pt x="6521290" y="1223931"/>
                  <a:pt x="5958596" y="952509"/>
                  <a:pt x="5346247" y="899551"/>
                </a:cubicBezTo>
                <a:cubicBezTo>
                  <a:pt x="5288875" y="895137"/>
                  <a:pt x="5235912" y="890724"/>
                  <a:pt x="5178541" y="890724"/>
                </a:cubicBezTo>
                <a:cubicBezTo>
                  <a:pt x="5178541" y="890724"/>
                  <a:pt x="5178541" y="886310"/>
                  <a:pt x="5174127" y="886310"/>
                </a:cubicBezTo>
                <a:cubicBezTo>
                  <a:pt x="5160887" y="886310"/>
                  <a:pt x="5160887" y="886310"/>
                  <a:pt x="5160887" y="886310"/>
                </a:cubicBezTo>
                <a:close/>
                <a:moveTo>
                  <a:pt x="3392143" y="884238"/>
                </a:moveTo>
                <a:cubicBezTo>
                  <a:pt x="3395095" y="884271"/>
                  <a:pt x="3397912" y="885008"/>
                  <a:pt x="3400193" y="888225"/>
                </a:cubicBezTo>
                <a:cubicBezTo>
                  <a:pt x="3400999" y="889297"/>
                  <a:pt x="3402608" y="890638"/>
                  <a:pt x="3404755" y="890638"/>
                </a:cubicBezTo>
                <a:cubicBezTo>
                  <a:pt x="3407708" y="890370"/>
                  <a:pt x="3409317" y="891978"/>
                  <a:pt x="3409854" y="894925"/>
                </a:cubicBezTo>
                <a:cubicBezTo>
                  <a:pt x="3410391" y="896802"/>
                  <a:pt x="3411733" y="897874"/>
                  <a:pt x="3413074" y="899214"/>
                </a:cubicBezTo>
                <a:cubicBezTo>
                  <a:pt x="3416563" y="902430"/>
                  <a:pt x="3418173" y="906182"/>
                  <a:pt x="3416832" y="911007"/>
                </a:cubicBezTo>
                <a:cubicBezTo>
                  <a:pt x="3416026" y="913687"/>
                  <a:pt x="3416832" y="916636"/>
                  <a:pt x="3419516" y="918244"/>
                </a:cubicBezTo>
                <a:cubicBezTo>
                  <a:pt x="3419516" y="919316"/>
                  <a:pt x="3419516" y="920388"/>
                  <a:pt x="3419516" y="921460"/>
                </a:cubicBezTo>
                <a:cubicBezTo>
                  <a:pt x="3417100" y="922801"/>
                  <a:pt x="3416026" y="924409"/>
                  <a:pt x="3416295" y="927893"/>
                </a:cubicBezTo>
                <a:cubicBezTo>
                  <a:pt x="3416563" y="932717"/>
                  <a:pt x="3414417" y="936469"/>
                  <a:pt x="3409049" y="937542"/>
                </a:cubicBezTo>
                <a:cubicBezTo>
                  <a:pt x="3406634" y="937810"/>
                  <a:pt x="3407171" y="939686"/>
                  <a:pt x="3407171" y="941294"/>
                </a:cubicBezTo>
                <a:cubicBezTo>
                  <a:pt x="3407171" y="943974"/>
                  <a:pt x="3406097" y="944510"/>
                  <a:pt x="3403950" y="942634"/>
                </a:cubicBezTo>
                <a:cubicBezTo>
                  <a:pt x="3400730" y="939955"/>
                  <a:pt x="3398582" y="939955"/>
                  <a:pt x="3397778" y="944510"/>
                </a:cubicBezTo>
                <a:cubicBezTo>
                  <a:pt x="3397509" y="945583"/>
                  <a:pt x="3396704" y="946923"/>
                  <a:pt x="3395631" y="945583"/>
                </a:cubicBezTo>
                <a:cubicBezTo>
                  <a:pt x="3392142" y="942098"/>
                  <a:pt x="3389726" y="944242"/>
                  <a:pt x="3387043" y="946655"/>
                </a:cubicBezTo>
                <a:cubicBezTo>
                  <a:pt x="3386774" y="947191"/>
                  <a:pt x="3385701" y="947191"/>
                  <a:pt x="3385164" y="947191"/>
                </a:cubicBezTo>
                <a:cubicBezTo>
                  <a:pt x="3378724" y="943439"/>
                  <a:pt x="3372551" y="939150"/>
                  <a:pt x="3366110" y="935130"/>
                </a:cubicBezTo>
                <a:cubicBezTo>
                  <a:pt x="3363158" y="933253"/>
                  <a:pt x="3361548" y="928161"/>
                  <a:pt x="3360205" y="924141"/>
                </a:cubicBezTo>
                <a:cubicBezTo>
                  <a:pt x="3359669" y="922533"/>
                  <a:pt x="3359938" y="920925"/>
                  <a:pt x="3358327" y="919584"/>
                </a:cubicBezTo>
                <a:cubicBezTo>
                  <a:pt x="3356717" y="918244"/>
                  <a:pt x="3356986" y="916636"/>
                  <a:pt x="3358059" y="915028"/>
                </a:cubicBezTo>
                <a:cubicBezTo>
                  <a:pt x="3358596" y="913955"/>
                  <a:pt x="3359669" y="912615"/>
                  <a:pt x="3358864" y="911544"/>
                </a:cubicBezTo>
                <a:cubicBezTo>
                  <a:pt x="3356180" y="908327"/>
                  <a:pt x="3355912" y="905914"/>
                  <a:pt x="3360205" y="904306"/>
                </a:cubicBezTo>
                <a:cubicBezTo>
                  <a:pt x="3361279" y="904038"/>
                  <a:pt x="3361548" y="902430"/>
                  <a:pt x="3360474" y="901627"/>
                </a:cubicBezTo>
                <a:cubicBezTo>
                  <a:pt x="3356986" y="898678"/>
                  <a:pt x="3360742" y="897338"/>
                  <a:pt x="3361279" y="895194"/>
                </a:cubicBezTo>
                <a:cubicBezTo>
                  <a:pt x="3363158" y="887957"/>
                  <a:pt x="3371478" y="890101"/>
                  <a:pt x="3374697" y="884741"/>
                </a:cubicBezTo>
                <a:cubicBezTo>
                  <a:pt x="3375771" y="882865"/>
                  <a:pt x="3380870" y="884205"/>
                  <a:pt x="3383286" y="884473"/>
                </a:cubicBezTo>
                <a:cubicBezTo>
                  <a:pt x="3386104" y="884875"/>
                  <a:pt x="3389191" y="884204"/>
                  <a:pt x="3392143" y="884238"/>
                </a:cubicBezTo>
                <a:close/>
                <a:moveTo>
                  <a:pt x="1910634" y="866913"/>
                </a:moveTo>
                <a:lnTo>
                  <a:pt x="1911132" y="867030"/>
                </a:lnTo>
                <a:lnTo>
                  <a:pt x="1910865" y="867297"/>
                </a:lnTo>
                <a:close/>
                <a:moveTo>
                  <a:pt x="9115444" y="772706"/>
                </a:moveTo>
                <a:cubicBezTo>
                  <a:pt x="8765545" y="781637"/>
                  <a:pt x="8412139" y="863970"/>
                  <a:pt x="8077569" y="1027604"/>
                </a:cubicBezTo>
                <a:cubicBezTo>
                  <a:pt x="7748856" y="1187974"/>
                  <a:pt x="7470848" y="1408041"/>
                  <a:pt x="7251775" y="1671704"/>
                </a:cubicBezTo>
                <a:lnTo>
                  <a:pt x="7205815" y="1733750"/>
                </a:lnTo>
                <a:lnTo>
                  <a:pt x="7242727" y="1783425"/>
                </a:lnTo>
                <a:lnTo>
                  <a:pt x="7382865" y="1612347"/>
                </a:lnTo>
                <a:cubicBezTo>
                  <a:pt x="7454809" y="1534884"/>
                  <a:pt x="7531886" y="1461591"/>
                  <a:pt x="7613795" y="1393033"/>
                </a:cubicBezTo>
                <a:cubicBezTo>
                  <a:pt x="7613795" y="1393033"/>
                  <a:pt x="7613795" y="1393033"/>
                  <a:pt x="7617848" y="1391717"/>
                </a:cubicBezTo>
                <a:cubicBezTo>
                  <a:pt x="7617848" y="1391717"/>
                  <a:pt x="7621901" y="1390403"/>
                  <a:pt x="7621901" y="1390403"/>
                </a:cubicBezTo>
                <a:cubicBezTo>
                  <a:pt x="7615109" y="1397084"/>
                  <a:pt x="7620475" y="1399822"/>
                  <a:pt x="7627267" y="1393140"/>
                </a:cubicBezTo>
                <a:cubicBezTo>
                  <a:pt x="7620475" y="1399822"/>
                  <a:pt x="7620475" y="1399822"/>
                  <a:pt x="7620475" y="1399822"/>
                </a:cubicBezTo>
                <a:cubicBezTo>
                  <a:pt x="7617737" y="1405191"/>
                  <a:pt x="7617737" y="1405191"/>
                  <a:pt x="7623104" y="1407929"/>
                </a:cubicBezTo>
                <a:cubicBezTo>
                  <a:pt x="7623104" y="1407929"/>
                  <a:pt x="7627157" y="1406615"/>
                  <a:pt x="7629895" y="1401247"/>
                </a:cubicBezTo>
                <a:cubicBezTo>
                  <a:pt x="7632633" y="1395880"/>
                  <a:pt x="7632633" y="1395880"/>
                  <a:pt x="7632633" y="1395880"/>
                </a:cubicBezTo>
                <a:cubicBezTo>
                  <a:pt x="7636688" y="1394565"/>
                  <a:pt x="7636688" y="1394565"/>
                  <a:pt x="7636688" y="1394565"/>
                </a:cubicBezTo>
                <a:cubicBezTo>
                  <a:pt x="7639315" y="1402671"/>
                  <a:pt x="7643370" y="1401356"/>
                  <a:pt x="7650160" y="1394674"/>
                </a:cubicBezTo>
                <a:cubicBezTo>
                  <a:pt x="7655640" y="1383939"/>
                  <a:pt x="7648846" y="1390622"/>
                  <a:pt x="7650272" y="1381201"/>
                </a:cubicBezTo>
                <a:cubicBezTo>
                  <a:pt x="7643478" y="1387882"/>
                  <a:pt x="7643478" y="1387882"/>
                  <a:pt x="7643478" y="1387882"/>
                </a:cubicBezTo>
                <a:cubicBezTo>
                  <a:pt x="7646219" y="1382515"/>
                  <a:pt x="7650272" y="1381201"/>
                  <a:pt x="7644902" y="1378463"/>
                </a:cubicBezTo>
                <a:cubicBezTo>
                  <a:pt x="7640847" y="1379777"/>
                  <a:pt x="7636797" y="1381092"/>
                  <a:pt x="7634061" y="1386459"/>
                </a:cubicBezTo>
                <a:cubicBezTo>
                  <a:pt x="7631320" y="1391825"/>
                  <a:pt x="7631320" y="1391825"/>
                  <a:pt x="7631320" y="1391825"/>
                </a:cubicBezTo>
                <a:cubicBezTo>
                  <a:pt x="7630006" y="1387775"/>
                  <a:pt x="7634061" y="1386459"/>
                  <a:pt x="7632745" y="1382406"/>
                </a:cubicBezTo>
                <a:cubicBezTo>
                  <a:pt x="7636797" y="1381092"/>
                  <a:pt x="7636797" y="1381092"/>
                  <a:pt x="7636797" y="1381092"/>
                </a:cubicBezTo>
                <a:cubicBezTo>
                  <a:pt x="7639534" y="1375724"/>
                  <a:pt x="7639534" y="1375724"/>
                  <a:pt x="7639534" y="1375724"/>
                </a:cubicBezTo>
                <a:cubicBezTo>
                  <a:pt x="7638222" y="1371671"/>
                  <a:pt x="7638222" y="1371671"/>
                  <a:pt x="7638222" y="1371671"/>
                </a:cubicBezTo>
                <a:cubicBezTo>
                  <a:pt x="7691129" y="1327637"/>
                  <a:pt x="7749405" y="1286339"/>
                  <a:pt x="7807676" y="1245043"/>
                </a:cubicBezTo>
                <a:cubicBezTo>
                  <a:pt x="7808991" y="1249094"/>
                  <a:pt x="7814357" y="1251834"/>
                  <a:pt x="7821147" y="1245151"/>
                </a:cubicBezTo>
                <a:cubicBezTo>
                  <a:pt x="7819835" y="1241098"/>
                  <a:pt x="7819835" y="1241098"/>
                  <a:pt x="7819835" y="1241098"/>
                </a:cubicBezTo>
                <a:cubicBezTo>
                  <a:pt x="8006809" y="1113264"/>
                  <a:pt x="8219200" y="1008541"/>
                  <a:pt x="8446164" y="934926"/>
                </a:cubicBezTo>
                <a:cubicBezTo>
                  <a:pt x="8646774" y="869856"/>
                  <a:pt x="8849640" y="831141"/>
                  <a:pt x="9051144" y="817119"/>
                </a:cubicBezTo>
                <a:lnTo>
                  <a:pt x="9238369" y="811665"/>
                </a:lnTo>
                <a:lnTo>
                  <a:pt x="9243782" y="808270"/>
                </a:lnTo>
                <a:cubicBezTo>
                  <a:pt x="9244935" y="806254"/>
                  <a:pt x="9250415" y="807693"/>
                  <a:pt x="9253012" y="807982"/>
                </a:cubicBezTo>
                <a:cubicBezTo>
                  <a:pt x="9259066" y="808846"/>
                  <a:pt x="9266277" y="805101"/>
                  <a:pt x="9271179" y="812014"/>
                </a:cubicBezTo>
                <a:lnTo>
                  <a:pt x="9271671" y="812274"/>
                </a:lnTo>
                <a:lnTo>
                  <a:pt x="9451272" y="821504"/>
                </a:lnTo>
                <a:lnTo>
                  <a:pt x="9590974" y="838534"/>
                </a:lnTo>
                <a:lnTo>
                  <a:pt x="9591470" y="836596"/>
                </a:lnTo>
                <a:lnTo>
                  <a:pt x="9596753" y="810527"/>
                </a:lnTo>
                <a:lnTo>
                  <a:pt x="9463346" y="787951"/>
                </a:lnTo>
                <a:cubicBezTo>
                  <a:pt x="9348320" y="774908"/>
                  <a:pt x="9232077" y="769729"/>
                  <a:pt x="9115444" y="772706"/>
                </a:cubicBezTo>
                <a:close/>
                <a:moveTo>
                  <a:pt x="6242071" y="762265"/>
                </a:moveTo>
                <a:lnTo>
                  <a:pt x="6241886" y="762573"/>
                </a:lnTo>
                <a:lnTo>
                  <a:pt x="6241671" y="762360"/>
                </a:lnTo>
                <a:close/>
                <a:moveTo>
                  <a:pt x="10401737" y="760139"/>
                </a:moveTo>
                <a:lnTo>
                  <a:pt x="10401520" y="760500"/>
                </a:lnTo>
                <a:lnTo>
                  <a:pt x="10401269" y="760249"/>
                </a:lnTo>
                <a:close/>
                <a:moveTo>
                  <a:pt x="7328010" y="760139"/>
                </a:moveTo>
                <a:lnTo>
                  <a:pt x="7327792" y="760499"/>
                </a:lnTo>
                <a:lnTo>
                  <a:pt x="7327541" y="760249"/>
                </a:lnTo>
                <a:close/>
                <a:moveTo>
                  <a:pt x="2045919" y="751404"/>
                </a:moveTo>
                <a:cubicBezTo>
                  <a:pt x="2048543" y="751199"/>
                  <a:pt x="2050909" y="751403"/>
                  <a:pt x="2051732" y="752842"/>
                </a:cubicBezTo>
                <a:cubicBezTo>
                  <a:pt x="2056669" y="761061"/>
                  <a:pt x="2069426" y="757773"/>
                  <a:pt x="2072306" y="768869"/>
                </a:cubicBezTo>
                <a:cubicBezTo>
                  <a:pt x="2073128" y="772156"/>
                  <a:pt x="2078889" y="774212"/>
                  <a:pt x="2073541" y="778732"/>
                </a:cubicBezTo>
                <a:cubicBezTo>
                  <a:pt x="2071894" y="779966"/>
                  <a:pt x="2072306" y="782430"/>
                  <a:pt x="2073951" y="782841"/>
                </a:cubicBezTo>
                <a:cubicBezTo>
                  <a:pt x="2080535" y="785307"/>
                  <a:pt x="2080124" y="789006"/>
                  <a:pt x="2076008" y="793936"/>
                </a:cubicBezTo>
                <a:cubicBezTo>
                  <a:pt x="2074774" y="795580"/>
                  <a:pt x="2076420" y="797636"/>
                  <a:pt x="2077244" y="799279"/>
                </a:cubicBezTo>
                <a:cubicBezTo>
                  <a:pt x="2078889" y="801745"/>
                  <a:pt x="2079301" y="804211"/>
                  <a:pt x="2076831" y="806266"/>
                </a:cubicBezTo>
                <a:cubicBezTo>
                  <a:pt x="2074363" y="808320"/>
                  <a:pt x="2074774" y="810786"/>
                  <a:pt x="2073951" y="813251"/>
                </a:cubicBezTo>
                <a:cubicBezTo>
                  <a:pt x="2071894" y="819415"/>
                  <a:pt x="2069426" y="827224"/>
                  <a:pt x="2064899" y="830101"/>
                </a:cubicBezTo>
                <a:cubicBezTo>
                  <a:pt x="2055024" y="836264"/>
                  <a:pt x="2045560" y="842841"/>
                  <a:pt x="2035684" y="848594"/>
                </a:cubicBezTo>
                <a:cubicBezTo>
                  <a:pt x="2034862" y="848594"/>
                  <a:pt x="2033215" y="848594"/>
                  <a:pt x="2032804" y="847771"/>
                </a:cubicBezTo>
                <a:cubicBezTo>
                  <a:pt x="2028689" y="844072"/>
                  <a:pt x="2024986" y="840785"/>
                  <a:pt x="2019637" y="846127"/>
                </a:cubicBezTo>
                <a:cubicBezTo>
                  <a:pt x="2017992" y="848183"/>
                  <a:pt x="2016756" y="846127"/>
                  <a:pt x="2016345" y="844483"/>
                </a:cubicBezTo>
                <a:cubicBezTo>
                  <a:pt x="2015111" y="837498"/>
                  <a:pt x="2011819" y="837498"/>
                  <a:pt x="2006881" y="841607"/>
                </a:cubicBezTo>
                <a:cubicBezTo>
                  <a:pt x="2003590" y="844483"/>
                  <a:pt x="2001944" y="843663"/>
                  <a:pt x="2001944" y="839553"/>
                </a:cubicBezTo>
                <a:cubicBezTo>
                  <a:pt x="2001944" y="837087"/>
                  <a:pt x="2002767" y="834210"/>
                  <a:pt x="1999063" y="833799"/>
                </a:cubicBezTo>
                <a:cubicBezTo>
                  <a:pt x="1990834" y="832155"/>
                  <a:pt x="1987542" y="826402"/>
                  <a:pt x="1987953" y="819004"/>
                </a:cubicBezTo>
                <a:cubicBezTo>
                  <a:pt x="1988364" y="813662"/>
                  <a:pt x="1986720" y="811197"/>
                  <a:pt x="1983016" y="809142"/>
                </a:cubicBezTo>
                <a:cubicBezTo>
                  <a:pt x="1983016" y="807497"/>
                  <a:pt x="1983016" y="805855"/>
                  <a:pt x="1983016" y="804211"/>
                </a:cubicBezTo>
                <a:cubicBezTo>
                  <a:pt x="1987130" y="801745"/>
                  <a:pt x="1988364" y="797225"/>
                  <a:pt x="1987130" y="793116"/>
                </a:cubicBezTo>
                <a:cubicBezTo>
                  <a:pt x="1985073" y="785718"/>
                  <a:pt x="1987542" y="779966"/>
                  <a:pt x="1992891" y="775034"/>
                </a:cubicBezTo>
                <a:cubicBezTo>
                  <a:pt x="1994949" y="772978"/>
                  <a:pt x="1997005" y="771334"/>
                  <a:pt x="1997829" y="768459"/>
                </a:cubicBezTo>
                <a:cubicBezTo>
                  <a:pt x="1998652" y="763938"/>
                  <a:pt x="2001120" y="761472"/>
                  <a:pt x="2005647" y="761882"/>
                </a:cubicBezTo>
                <a:cubicBezTo>
                  <a:pt x="2008938" y="761882"/>
                  <a:pt x="2011408" y="759828"/>
                  <a:pt x="2012642" y="758184"/>
                </a:cubicBezTo>
                <a:cubicBezTo>
                  <a:pt x="2016140" y="753253"/>
                  <a:pt x="2020460" y="752123"/>
                  <a:pt x="2024986" y="752072"/>
                </a:cubicBezTo>
                <a:cubicBezTo>
                  <a:pt x="2029514" y="752021"/>
                  <a:pt x="2034245" y="753048"/>
                  <a:pt x="2038565" y="752432"/>
                </a:cubicBezTo>
                <a:cubicBezTo>
                  <a:pt x="2040417" y="752226"/>
                  <a:pt x="2043296" y="751610"/>
                  <a:pt x="2045919" y="751404"/>
                </a:cubicBezTo>
                <a:close/>
                <a:moveTo>
                  <a:pt x="1797831" y="733924"/>
                </a:moveTo>
                <a:cubicBezTo>
                  <a:pt x="1803275" y="735230"/>
                  <a:pt x="1808936" y="734578"/>
                  <a:pt x="1814380" y="735013"/>
                </a:cubicBezTo>
                <a:cubicBezTo>
                  <a:pt x="1818953" y="735230"/>
                  <a:pt x="1823527" y="735665"/>
                  <a:pt x="1827665" y="738495"/>
                </a:cubicBezTo>
                <a:cubicBezTo>
                  <a:pt x="1829406" y="739800"/>
                  <a:pt x="1830714" y="739366"/>
                  <a:pt x="1832021" y="737842"/>
                </a:cubicBezTo>
                <a:cubicBezTo>
                  <a:pt x="1832674" y="736753"/>
                  <a:pt x="1833326" y="735882"/>
                  <a:pt x="1834198" y="735013"/>
                </a:cubicBezTo>
                <a:cubicBezTo>
                  <a:pt x="1835069" y="734142"/>
                  <a:pt x="1836594" y="733271"/>
                  <a:pt x="1837682" y="734142"/>
                </a:cubicBezTo>
                <a:cubicBezTo>
                  <a:pt x="1838989" y="735013"/>
                  <a:pt x="1838553" y="736753"/>
                  <a:pt x="1837900" y="738060"/>
                </a:cubicBezTo>
                <a:cubicBezTo>
                  <a:pt x="1837682" y="738713"/>
                  <a:pt x="1837247" y="739148"/>
                  <a:pt x="1836811" y="739800"/>
                </a:cubicBezTo>
                <a:cubicBezTo>
                  <a:pt x="1833326" y="744807"/>
                  <a:pt x="1834633" y="748071"/>
                  <a:pt x="1840513" y="748725"/>
                </a:cubicBezTo>
                <a:cubicBezTo>
                  <a:pt x="1841602" y="748942"/>
                  <a:pt x="1842691" y="748942"/>
                  <a:pt x="1843562" y="749160"/>
                </a:cubicBezTo>
                <a:cubicBezTo>
                  <a:pt x="1845086" y="749595"/>
                  <a:pt x="1846829" y="749160"/>
                  <a:pt x="1847265" y="751554"/>
                </a:cubicBezTo>
                <a:cubicBezTo>
                  <a:pt x="1847699" y="753296"/>
                  <a:pt x="1846829" y="754166"/>
                  <a:pt x="1845521" y="755037"/>
                </a:cubicBezTo>
                <a:cubicBezTo>
                  <a:pt x="1843126" y="756778"/>
                  <a:pt x="1843345" y="758302"/>
                  <a:pt x="1845739" y="760259"/>
                </a:cubicBezTo>
                <a:cubicBezTo>
                  <a:pt x="1848789" y="762655"/>
                  <a:pt x="1851619" y="765701"/>
                  <a:pt x="1851402" y="770055"/>
                </a:cubicBezTo>
                <a:cubicBezTo>
                  <a:pt x="1851184" y="773537"/>
                  <a:pt x="1852055" y="775279"/>
                  <a:pt x="1855974" y="774409"/>
                </a:cubicBezTo>
                <a:cubicBezTo>
                  <a:pt x="1856846" y="774190"/>
                  <a:pt x="1857935" y="774409"/>
                  <a:pt x="1858370" y="775714"/>
                </a:cubicBezTo>
                <a:cubicBezTo>
                  <a:pt x="1858806" y="776803"/>
                  <a:pt x="1857717" y="777456"/>
                  <a:pt x="1857064" y="778108"/>
                </a:cubicBezTo>
                <a:cubicBezTo>
                  <a:pt x="1855539" y="779632"/>
                  <a:pt x="1853797" y="781155"/>
                  <a:pt x="1852708" y="782896"/>
                </a:cubicBezTo>
                <a:cubicBezTo>
                  <a:pt x="1849223" y="787467"/>
                  <a:pt x="1849441" y="790080"/>
                  <a:pt x="1852708" y="794868"/>
                </a:cubicBezTo>
                <a:cubicBezTo>
                  <a:pt x="1855321" y="798568"/>
                  <a:pt x="1857282" y="802486"/>
                  <a:pt x="1857499" y="807275"/>
                </a:cubicBezTo>
                <a:cubicBezTo>
                  <a:pt x="1857717" y="810756"/>
                  <a:pt x="1855974" y="811192"/>
                  <a:pt x="1853143" y="810103"/>
                </a:cubicBezTo>
                <a:cubicBezTo>
                  <a:pt x="1851184" y="809452"/>
                  <a:pt x="1850094" y="807492"/>
                  <a:pt x="1848570" y="806404"/>
                </a:cubicBezTo>
                <a:cubicBezTo>
                  <a:pt x="1846829" y="805098"/>
                  <a:pt x="1844433" y="803357"/>
                  <a:pt x="1842691" y="805098"/>
                </a:cubicBezTo>
                <a:cubicBezTo>
                  <a:pt x="1840730" y="807275"/>
                  <a:pt x="1841821" y="809887"/>
                  <a:pt x="1843779" y="811846"/>
                </a:cubicBezTo>
                <a:cubicBezTo>
                  <a:pt x="1844650" y="812716"/>
                  <a:pt x="1845957" y="813587"/>
                  <a:pt x="1846829" y="814674"/>
                </a:cubicBezTo>
                <a:cubicBezTo>
                  <a:pt x="1847917" y="815763"/>
                  <a:pt x="1848789" y="817069"/>
                  <a:pt x="1847482" y="818592"/>
                </a:cubicBezTo>
                <a:cubicBezTo>
                  <a:pt x="1846394" y="819899"/>
                  <a:pt x="1845086" y="819245"/>
                  <a:pt x="1843779" y="818158"/>
                </a:cubicBezTo>
                <a:cubicBezTo>
                  <a:pt x="1842473" y="817287"/>
                  <a:pt x="1841167" y="816198"/>
                  <a:pt x="1839860" y="815545"/>
                </a:cubicBezTo>
                <a:cubicBezTo>
                  <a:pt x="1837900" y="814239"/>
                  <a:pt x="1835721" y="814893"/>
                  <a:pt x="1834198" y="816198"/>
                </a:cubicBezTo>
                <a:cubicBezTo>
                  <a:pt x="1832674" y="817505"/>
                  <a:pt x="1833545" y="819463"/>
                  <a:pt x="1834198" y="820987"/>
                </a:cubicBezTo>
                <a:cubicBezTo>
                  <a:pt x="1837465" y="828605"/>
                  <a:pt x="1848353" y="831869"/>
                  <a:pt x="1855757" y="827298"/>
                </a:cubicBezTo>
                <a:cubicBezTo>
                  <a:pt x="1859241" y="825123"/>
                  <a:pt x="1860547" y="825775"/>
                  <a:pt x="1860983" y="829258"/>
                </a:cubicBezTo>
                <a:cubicBezTo>
                  <a:pt x="1861638" y="834916"/>
                  <a:pt x="1864250" y="838618"/>
                  <a:pt x="1869911" y="840575"/>
                </a:cubicBezTo>
                <a:cubicBezTo>
                  <a:pt x="1871435" y="841011"/>
                  <a:pt x="1873831" y="842100"/>
                  <a:pt x="1873179" y="844493"/>
                </a:cubicBezTo>
                <a:cubicBezTo>
                  <a:pt x="1871872" y="849935"/>
                  <a:pt x="1874050" y="854506"/>
                  <a:pt x="1876880" y="858860"/>
                </a:cubicBezTo>
                <a:cubicBezTo>
                  <a:pt x="1879058" y="862124"/>
                  <a:pt x="1879711" y="865171"/>
                  <a:pt x="1877316" y="869089"/>
                </a:cubicBezTo>
                <a:cubicBezTo>
                  <a:pt x="1874703" y="873224"/>
                  <a:pt x="1876227" y="875619"/>
                  <a:pt x="1881452" y="876490"/>
                </a:cubicBezTo>
                <a:cubicBezTo>
                  <a:pt x="1881671" y="876490"/>
                  <a:pt x="1881888" y="876490"/>
                  <a:pt x="1882107" y="876490"/>
                </a:cubicBezTo>
                <a:cubicBezTo>
                  <a:pt x="1884067" y="876707"/>
                  <a:pt x="1886027" y="877142"/>
                  <a:pt x="1886244" y="879102"/>
                </a:cubicBezTo>
                <a:cubicBezTo>
                  <a:pt x="1886679" y="881060"/>
                  <a:pt x="1884284" y="880842"/>
                  <a:pt x="1883196" y="881495"/>
                </a:cubicBezTo>
                <a:cubicBezTo>
                  <a:pt x="1876227" y="884977"/>
                  <a:pt x="1873396" y="890419"/>
                  <a:pt x="1874703" y="898255"/>
                </a:cubicBezTo>
                <a:cubicBezTo>
                  <a:pt x="1875138" y="900868"/>
                  <a:pt x="1874267" y="902391"/>
                  <a:pt x="1872090" y="903479"/>
                </a:cubicBezTo>
                <a:cubicBezTo>
                  <a:pt x="1870782" y="904132"/>
                  <a:pt x="1869476" y="904568"/>
                  <a:pt x="1868170" y="905220"/>
                </a:cubicBezTo>
                <a:cubicBezTo>
                  <a:pt x="1866427" y="906090"/>
                  <a:pt x="1865774" y="907397"/>
                  <a:pt x="1866209" y="909357"/>
                </a:cubicBezTo>
                <a:lnTo>
                  <a:pt x="1867184" y="910738"/>
                </a:lnTo>
                <a:lnTo>
                  <a:pt x="1850164" y="927666"/>
                </a:lnTo>
                <a:lnTo>
                  <a:pt x="1850530" y="924374"/>
                </a:lnTo>
                <a:cubicBezTo>
                  <a:pt x="1850966" y="922633"/>
                  <a:pt x="1850966" y="921762"/>
                  <a:pt x="1849006" y="920674"/>
                </a:cubicBezTo>
                <a:cubicBezTo>
                  <a:pt x="1846829" y="919803"/>
                  <a:pt x="1845957" y="920891"/>
                  <a:pt x="1845086" y="922197"/>
                </a:cubicBezTo>
                <a:cubicBezTo>
                  <a:pt x="1844433" y="923068"/>
                  <a:pt x="1844215" y="923938"/>
                  <a:pt x="1843779" y="925028"/>
                </a:cubicBezTo>
                <a:cubicBezTo>
                  <a:pt x="1841821" y="929599"/>
                  <a:pt x="1840513" y="929816"/>
                  <a:pt x="1837247" y="926115"/>
                </a:cubicBezTo>
                <a:cubicBezTo>
                  <a:pt x="1836594" y="925245"/>
                  <a:pt x="1835721" y="924157"/>
                  <a:pt x="1834416" y="924157"/>
                </a:cubicBezTo>
                <a:cubicBezTo>
                  <a:pt x="1832891" y="924374"/>
                  <a:pt x="1832891" y="926115"/>
                  <a:pt x="1832456" y="927204"/>
                </a:cubicBezTo>
                <a:cubicBezTo>
                  <a:pt x="1832021" y="928075"/>
                  <a:pt x="1831802" y="928945"/>
                  <a:pt x="1831802" y="929816"/>
                </a:cubicBezTo>
                <a:cubicBezTo>
                  <a:pt x="1831475" y="931666"/>
                  <a:pt x="1830767" y="932536"/>
                  <a:pt x="1829842" y="932727"/>
                </a:cubicBezTo>
                <a:cubicBezTo>
                  <a:pt x="1828916" y="932918"/>
                  <a:pt x="1827774" y="932427"/>
                  <a:pt x="1826576" y="931557"/>
                </a:cubicBezTo>
                <a:cubicBezTo>
                  <a:pt x="1824180" y="929599"/>
                  <a:pt x="1821785" y="927204"/>
                  <a:pt x="1819389" y="925245"/>
                </a:cubicBezTo>
                <a:cubicBezTo>
                  <a:pt x="1816559" y="922850"/>
                  <a:pt x="1813292" y="921110"/>
                  <a:pt x="1809808" y="923068"/>
                </a:cubicBezTo>
                <a:cubicBezTo>
                  <a:pt x="1806977" y="924374"/>
                  <a:pt x="1805671" y="923286"/>
                  <a:pt x="1804145" y="921327"/>
                </a:cubicBezTo>
                <a:cubicBezTo>
                  <a:pt x="1800880" y="916974"/>
                  <a:pt x="1796960" y="913709"/>
                  <a:pt x="1790863" y="915015"/>
                </a:cubicBezTo>
                <a:cubicBezTo>
                  <a:pt x="1789339" y="915451"/>
                  <a:pt x="1788902" y="914797"/>
                  <a:pt x="1788684" y="913274"/>
                </a:cubicBezTo>
                <a:cubicBezTo>
                  <a:pt x="1787813" y="902608"/>
                  <a:pt x="1783240" y="893466"/>
                  <a:pt x="1777143" y="885196"/>
                </a:cubicBezTo>
                <a:cubicBezTo>
                  <a:pt x="1775619" y="883237"/>
                  <a:pt x="1776054" y="881930"/>
                  <a:pt x="1776924" y="879972"/>
                </a:cubicBezTo>
                <a:cubicBezTo>
                  <a:pt x="1779102" y="876055"/>
                  <a:pt x="1781498" y="871701"/>
                  <a:pt x="1779974" y="867349"/>
                </a:cubicBezTo>
                <a:cubicBezTo>
                  <a:pt x="1778449" y="862995"/>
                  <a:pt x="1779539" y="859947"/>
                  <a:pt x="1781716" y="856465"/>
                </a:cubicBezTo>
                <a:cubicBezTo>
                  <a:pt x="1782368" y="855377"/>
                  <a:pt x="1782804" y="854289"/>
                  <a:pt x="1783458" y="852982"/>
                </a:cubicBezTo>
                <a:cubicBezTo>
                  <a:pt x="1786289" y="846671"/>
                  <a:pt x="1789556" y="840794"/>
                  <a:pt x="1796307" y="837747"/>
                </a:cubicBezTo>
                <a:cubicBezTo>
                  <a:pt x="1797612" y="837311"/>
                  <a:pt x="1797612" y="836440"/>
                  <a:pt x="1797612" y="835352"/>
                </a:cubicBezTo>
                <a:cubicBezTo>
                  <a:pt x="1797395" y="832088"/>
                  <a:pt x="1791515" y="824252"/>
                  <a:pt x="1788466" y="823380"/>
                </a:cubicBezTo>
                <a:cubicBezTo>
                  <a:pt x="1783675" y="822293"/>
                  <a:pt x="1779539" y="819899"/>
                  <a:pt x="1776272" y="816198"/>
                </a:cubicBezTo>
                <a:cubicBezTo>
                  <a:pt x="1771698" y="811410"/>
                  <a:pt x="1767778" y="806404"/>
                  <a:pt x="1763422" y="801398"/>
                </a:cubicBezTo>
                <a:cubicBezTo>
                  <a:pt x="1762117" y="800092"/>
                  <a:pt x="1762770" y="799221"/>
                  <a:pt x="1763641" y="798132"/>
                </a:cubicBezTo>
                <a:cubicBezTo>
                  <a:pt x="1767561" y="793344"/>
                  <a:pt x="1767561" y="793344"/>
                  <a:pt x="1762770" y="790080"/>
                </a:cubicBezTo>
                <a:cubicBezTo>
                  <a:pt x="1758414" y="786815"/>
                  <a:pt x="1758197" y="784639"/>
                  <a:pt x="1762117" y="780503"/>
                </a:cubicBezTo>
                <a:cubicBezTo>
                  <a:pt x="1763859" y="778761"/>
                  <a:pt x="1765602" y="776803"/>
                  <a:pt x="1764948" y="773755"/>
                </a:cubicBezTo>
                <a:cubicBezTo>
                  <a:pt x="1762987" y="766137"/>
                  <a:pt x="1765819" y="759826"/>
                  <a:pt x="1770827" y="754166"/>
                </a:cubicBezTo>
                <a:cubicBezTo>
                  <a:pt x="1774094" y="750466"/>
                  <a:pt x="1778014" y="746983"/>
                  <a:pt x="1780410" y="742631"/>
                </a:cubicBezTo>
                <a:cubicBezTo>
                  <a:pt x="1780845" y="741760"/>
                  <a:pt x="1781498" y="740889"/>
                  <a:pt x="1782587" y="741107"/>
                </a:cubicBezTo>
                <a:cubicBezTo>
                  <a:pt x="1788031" y="742848"/>
                  <a:pt x="1790863" y="739366"/>
                  <a:pt x="1793911" y="735882"/>
                </a:cubicBezTo>
                <a:cubicBezTo>
                  <a:pt x="1794783" y="734795"/>
                  <a:pt x="1795871" y="733489"/>
                  <a:pt x="1797831" y="733924"/>
                </a:cubicBezTo>
                <a:close/>
                <a:moveTo>
                  <a:pt x="3697078" y="730896"/>
                </a:moveTo>
                <a:cubicBezTo>
                  <a:pt x="3700593" y="731673"/>
                  <a:pt x="3703716" y="732450"/>
                  <a:pt x="3707231" y="732450"/>
                </a:cubicBezTo>
                <a:cubicBezTo>
                  <a:pt x="3710745" y="732450"/>
                  <a:pt x="3714260" y="734783"/>
                  <a:pt x="3715822" y="737892"/>
                </a:cubicBezTo>
                <a:cubicBezTo>
                  <a:pt x="3716993" y="740613"/>
                  <a:pt x="3718165" y="742169"/>
                  <a:pt x="3720507" y="743335"/>
                </a:cubicBezTo>
                <a:cubicBezTo>
                  <a:pt x="3720507" y="747999"/>
                  <a:pt x="3720507" y="752664"/>
                  <a:pt x="3720507" y="757329"/>
                </a:cubicBezTo>
                <a:cubicBezTo>
                  <a:pt x="3716602" y="759273"/>
                  <a:pt x="3713479" y="762382"/>
                  <a:pt x="3711917" y="765880"/>
                </a:cubicBezTo>
                <a:cubicBezTo>
                  <a:pt x="3709964" y="768991"/>
                  <a:pt x="3708402" y="772489"/>
                  <a:pt x="3706451" y="775987"/>
                </a:cubicBezTo>
                <a:cubicBezTo>
                  <a:pt x="3704498" y="779098"/>
                  <a:pt x="3702546" y="782596"/>
                  <a:pt x="3702155" y="786484"/>
                </a:cubicBezTo>
                <a:cubicBezTo>
                  <a:pt x="3701374" y="789982"/>
                  <a:pt x="3699031" y="791537"/>
                  <a:pt x="3696298" y="793480"/>
                </a:cubicBezTo>
                <a:cubicBezTo>
                  <a:pt x="3693565" y="795424"/>
                  <a:pt x="3689660" y="795035"/>
                  <a:pt x="3687707" y="797756"/>
                </a:cubicBezTo>
                <a:cubicBezTo>
                  <a:pt x="3684974" y="797756"/>
                  <a:pt x="3682631" y="797756"/>
                  <a:pt x="3679898" y="797756"/>
                </a:cubicBezTo>
                <a:cubicBezTo>
                  <a:pt x="3679898" y="796589"/>
                  <a:pt x="3679508" y="796201"/>
                  <a:pt x="3678726" y="796201"/>
                </a:cubicBezTo>
                <a:cubicBezTo>
                  <a:pt x="3672870" y="796201"/>
                  <a:pt x="3669745" y="792314"/>
                  <a:pt x="3667794" y="787649"/>
                </a:cubicBezTo>
                <a:cubicBezTo>
                  <a:pt x="3665841" y="783373"/>
                  <a:pt x="3663498" y="779486"/>
                  <a:pt x="3664279" y="774433"/>
                </a:cubicBezTo>
                <a:cubicBezTo>
                  <a:pt x="3665451" y="768991"/>
                  <a:pt x="3665059" y="763159"/>
                  <a:pt x="3669745" y="758884"/>
                </a:cubicBezTo>
                <a:cubicBezTo>
                  <a:pt x="3671307" y="757329"/>
                  <a:pt x="3672870" y="756163"/>
                  <a:pt x="3675603" y="755385"/>
                </a:cubicBezTo>
                <a:cubicBezTo>
                  <a:pt x="3679508" y="754219"/>
                  <a:pt x="3684193" y="752275"/>
                  <a:pt x="3683021" y="746056"/>
                </a:cubicBezTo>
                <a:cubicBezTo>
                  <a:pt x="3682631" y="743724"/>
                  <a:pt x="3684974" y="742946"/>
                  <a:pt x="3685364" y="741780"/>
                </a:cubicBezTo>
                <a:cubicBezTo>
                  <a:pt x="3687317" y="735560"/>
                  <a:pt x="3692002" y="732839"/>
                  <a:pt x="3697078" y="730896"/>
                </a:cubicBezTo>
                <a:close/>
                <a:moveTo>
                  <a:pt x="2342912" y="728298"/>
                </a:moveTo>
                <a:cubicBezTo>
                  <a:pt x="2346056" y="728334"/>
                  <a:pt x="2349056" y="729120"/>
                  <a:pt x="2351485" y="732545"/>
                </a:cubicBezTo>
                <a:cubicBezTo>
                  <a:pt x="2352343" y="733686"/>
                  <a:pt x="2354058" y="735114"/>
                  <a:pt x="2356345" y="735114"/>
                </a:cubicBezTo>
                <a:cubicBezTo>
                  <a:pt x="2359488" y="734829"/>
                  <a:pt x="2361204" y="736541"/>
                  <a:pt x="2361775" y="739680"/>
                </a:cubicBezTo>
                <a:cubicBezTo>
                  <a:pt x="2362347" y="741679"/>
                  <a:pt x="2363776" y="742820"/>
                  <a:pt x="2365204" y="744248"/>
                </a:cubicBezTo>
                <a:cubicBezTo>
                  <a:pt x="2368921" y="747672"/>
                  <a:pt x="2370635" y="751668"/>
                  <a:pt x="2369205" y="756807"/>
                </a:cubicBezTo>
                <a:cubicBezTo>
                  <a:pt x="2368349" y="759662"/>
                  <a:pt x="2369205" y="762801"/>
                  <a:pt x="2372063" y="764514"/>
                </a:cubicBezTo>
                <a:cubicBezTo>
                  <a:pt x="2372063" y="765657"/>
                  <a:pt x="2372063" y="766797"/>
                  <a:pt x="2372063" y="767939"/>
                </a:cubicBezTo>
                <a:cubicBezTo>
                  <a:pt x="2369492" y="769367"/>
                  <a:pt x="2368349" y="771080"/>
                  <a:pt x="2368634" y="774790"/>
                </a:cubicBezTo>
                <a:cubicBezTo>
                  <a:pt x="2368921" y="779928"/>
                  <a:pt x="2366633" y="783924"/>
                  <a:pt x="2360917" y="785066"/>
                </a:cubicBezTo>
                <a:cubicBezTo>
                  <a:pt x="2358345" y="785351"/>
                  <a:pt x="2358916" y="787349"/>
                  <a:pt x="2358916" y="789062"/>
                </a:cubicBezTo>
                <a:cubicBezTo>
                  <a:pt x="2358916" y="791917"/>
                  <a:pt x="2357774" y="792487"/>
                  <a:pt x="2355487" y="790489"/>
                </a:cubicBezTo>
                <a:cubicBezTo>
                  <a:pt x="2352057" y="787636"/>
                  <a:pt x="2349770" y="787636"/>
                  <a:pt x="2348913" y="792487"/>
                </a:cubicBezTo>
                <a:cubicBezTo>
                  <a:pt x="2348629" y="793629"/>
                  <a:pt x="2347770" y="795056"/>
                  <a:pt x="2346627" y="793629"/>
                </a:cubicBezTo>
                <a:cubicBezTo>
                  <a:pt x="2342912" y="789919"/>
                  <a:pt x="2340340" y="792201"/>
                  <a:pt x="2337482" y="794771"/>
                </a:cubicBezTo>
                <a:cubicBezTo>
                  <a:pt x="2337195" y="795342"/>
                  <a:pt x="2336051" y="795342"/>
                  <a:pt x="2335481" y="795342"/>
                </a:cubicBezTo>
                <a:cubicBezTo>
                  <a:pt x="2328621" y="791346"/>
                  <a:pt x="2322048" y="786778"/>
                  <a:pt x="2315189" y="782497"/>
                </a:cubicBezTo>
                <a:cubicBezTo>
                  <a:pt x="2312045" y="780498"/>
                  <a:pt x="2310329" y="775075"/>
                  <a:pt x="2308901" y="770794"/>
                </a:cubicBezTo>
                <a:cubicBezTo>
                  <a:pt x="2308329" y="769082"/>
                  <a:pt x="2308614" y="767369"/>
                  <a:pt x="2306900" y="765941"/>
                </a:cubicBezTo>
                <a:cubicBezTo>
                  <a:pt x="2305184" y="764514"/>
                  <a:pt x="2305471" y="762801"/>
                  <a:pt x="2306614" y="761089"/>
                </a:cubicBezTo>
                <a:cubicBezTo>
                  <a:pt x="2307186" y="759946"/>
                  <a:pt x="2308329" y="758519"/>
                  <a:pt x="2307472" y="757379"/>
                </a:cubicBezTo>
                <a:cubicBezTo>
                  <a:pt x="2304613" y="753953"/>
                  <a:pt x="2304328" y="751384"/>
                  <a:pt x="2308901" y="749670"/>
                </a:cubicBezTo>
                <a:cubicBezTo>
                  <a:pt x="2310045" y="749386"/>
                  <a:pt x="2310329" y="747672"/>
                  <a:pt x="2309186" y="746817"/>
                </a:cubicBezTo>
                <a:cubicBezTo>
                  <a:pt x="2305471" y="743677"/>
                  <a:pt x="2309473" y="742250"/>
                  <a:pt x="2310045" y="739966"/>
                </a:cubicBezTo>
                <a:cubicBezTo>
                  <a:pt x="2312045" y="732259"/>
                  <a:pt x="2320904" y="734542"/>
                  <a:pt x="2324335" y="728834"/>
                </a:cubicBezTo>
                <a:cubicBezTo>
                  <a:pt x="2325478" y="726836"/>
                  <a:pt x="2330908" y="728263"/>
                  <a:pt x="2333479" y="728549"/>
                </a:cubicBezTo>
                <a:cubicBezTo>
                  <a:pt x="2336481" y="728977"/>
                  <a:pt x="2339768" y="728262"/>
                  <a:pt x="2342912" y="728298"/>
                </a:cubicBezTo>
                <a:close/>
                <a:moveTo>
                  <a:pt x="6822928" y="696735"/>
                </a:moveTo>
                <a:cubicBezTo>
                  <a:pt x="6827177" y="696687"/>
                  <a:pt x="6831618" y="697651"/>
                  <a:pt x="6835677" y="697073"/>
                </a:cubicBezTo>
                <a:cubicBezTo>
                  <a:pt x="6839151" y="696687"/>
                  <a:pt x="6846496" y="694758"/>
                  <a:pt x="6848042" y="697459"/>
                </a:cubicBezTo>
                <a:cubicBezTo>
                  <a:pt x="6852677" y="705176"/>
                  <a:pt x="6864652" y="702089"/>
                  <a:pt x="6867357" y="712507"/>
                </a:cubicBezTo>
                <a:cubicBezTo>
                  <a:pt x="6868131" y="715595"/>
                  <a:pt x="6873540" y="717524"/>
                  <a:pt x="6868516" y="721769"/>
                </a:cubicBezTo>
                <a:lnTo>
                  <a:pt x="6868714" y="723723"/>
                </a:lnTo>
                <a:lnTo>
                  <a:pt x="6880103" y="729759"/>
                </a:lnTo>
                <a:cubicBezTo>
                  <a:pt x="6884535" y="733406"/>
                  <a:pt x="6888069" y="738359"/>
                  <a:pt x="6889972" y="745688"/>
                </a:cubicBezTo>
                <a:cubicBezTo>
                  <a:pt x="6892145" y="754374"/>
                  <a:pt x="6907367" y="759802"/>
                  <a:pt x="6893233" y="771746"/>
                </a:cubicBezTo>
                <a:cubicBezTo>
                  <a:pt x="6888885" y="775002"/>
                  <a:pt x="6889972" y="781517"/>
                  <a:pt x="6894319" y="782603"/>
                </a:cubicBezTo>
                <a:cubicBezTo>
                  <a:pt x="6911709" y="789117"/>
                  <a:pt x="6910626" y="798889"/>
                  <a:pt x="6899754" y="811918"/>
                </a:cubicBezTo>
                <a:cubicBezTo>
                  <a:pt x="6896495" y="816260"/>
                  <a:pt x="6900843" y="821689"/>
                  <a:pt x="6903015" y="826031"/>
                </a:cubicBezTo>
                <a:cubicBezTo>
                  <a:pt x="6907367" y="832546"/>
                  <a:pt x="6908453" y="839061"/>
                  <a:pt x="6901932" y="844490"/>
                </a:cubicBezTo>
                <a:cubicBezTo>
                  <a:pt x="6895406" y="849918"/>
                  <a:pt x="6896495" y="856432"/>
                  <a:pt x="6894319" y="862947"/>
                </a:cubicBezTo>
                <a:cubicBezTo>
                  <a:pt x="6888885" y="879233"/>
                  <a:pt x="6882360" y="899861"/>
                  <a:pt x="6870401" y="907461"/>
                </a:cubicBezTo>
                <a:cubicBezTo>
                  <a:pt x="6844311" y="923747"/>
                  <a:pt x="6819311" y="941119"/>
                  <a:pt x="6793218" y="956319"/>
                </a:cubicBezTo>
                <a:cubicBezTo>
                  <a:pt x="6791045" y="956319"/>
                  <a:pt x="6786697" y="956319"/>
                  <a:pt x="6785610" y="954148"/>
                </a:cubicBezTo>
                <a:cubicBezTo>
                  <a:pt x="6774739" y="944377"/>
                  <a:pt x="6764955" y="935691"/>
                  <a:pt x="6750821" y="949805"/>
                </a:cubicBezTo>
                <a:cubicBezTo>
                  <a:pt x="6746471" y="955234"/>
                  <a:pt x="6743210" y="949805"/>
                  <a:pt x="6742123" y="945462"/>
                </a:cubicBezTo>
                <a:cubicBezTo>
                  <a:pt x="6738862" y="927005"/>
                  <a:pt x="6730167" y="927005"/>
                  <a:pt x="6717122" y="937862"/>
                </a:cubicBezTo>
                <a:cubicBezTo>
                  <a:pt x="6708423" y="945462"/>
                  <a:pt x="6704075" y="943291"/>
                  <a:pt x="6704075" y="932433"/>
                </a:cubicBezTo>
                <a:cubicBezTo>
                  <a:pt x="6704075" y="925919"/>
                  <a:pt x="6706251" y="918319"/>
                  <a:pt x="6696466" y="917233"/>
                </a:cubicBezTo>
                <a:cubicBezTo>
                  <a:pt x="6674724" y="912890"/>
                  <a:pt x="6666026" y="897690"/>
                  <a:pt x="6667115" y="878147"/>
                </a:cubicBezTo>
                <a:cubicBezTo>
                  <a:pt x="6668200" y="864032"/>
                  <a:pt x="6663854" y="857518"/>
                  <a:pt x="6654068" y="852090"/>
                </a:cubicBezTo>
                <a:cubicBezTo>
                  <a:pt x="6654068" y="847746"/>
                  <a:pt x="6654068" y="843403"/>
                  <a:pt x="6654068" y="839061"/>
                </a:cubicBezTo>
                <a:cubicBezTo>
                  <a:pt x="6664939" y="832546"/>
                  <a:pt x="6668200" y="820604"/>
                  <a:pt x="6664939" y="809745"/>
                </a:cubicBezTo>
                <a:cubicBezTo>
                  <a:pt x="6659505" y="790203"/>
                  <a:pt x="6666026" y="775002"/>
                  <a:pt x="6680161" y="761974"/>
                </a:cubicBezTo>
                <a:cubicBezTo>
                  <a:pt x="6685596" y="756545"/>
                  <a:pt x="6691030" y="752202"/>
                  <a:pt x="6693202" y="744603"/>
                </a:cubicBezTo>
                <a:cubicBezTo>
                  <a:pt x="6695378" y="732659"/>
                  <a:pt x="6701900" y="726144"/>
                  <a:pt x="6713856" y="727230"/>
                </a:cubicBezTo>
                <a:cubicBezTo>
                  <a:pt x="6722555" y="727230"/>
                  <a:pt x="6729080" y="721802"/>
                  <a:pt x="6732341" y="717459"/>
                </a:cubicBezTo>
                <a:cubicBezTo>
                  <a:pt x="6750821" y="691401"/>
                  <a:pt x="6777997" y="705516"/>
                  <a:pt x="6800829" y="702258"/>
                </a:cubicBezTo>
                <a:lnTo>
                  <a:pt x="6816077" y="700129"/>
                </a:lnTo>
                <a:close/>
                <a:moveTo>
                  <a:pt x="3895000" y="684176"/>
                </a:moveTo>
                <a:cubicBezTo>
                  <a:pt x="3898173" y="684212"/>
                  <a:pt x="3901201" y="685004"/>
                  <a:pt x="3903652" y="688460"/>
                </a:cubicBezTo>
                <a:cubicBezTo>
                  <a:pt x="3904517" y="689613"/>
                  <a:pt x="3906248" y="691053"/>
                  <a:pt x="3908554" y="691053"/>
                </a:cubicBezTo>
                <a:cubicBezTo>
                  <a:pt x="3911727" y="690765"/>
                  <a:pt x="3913458" y="692493"/>
                  <a:pt x="3914034" y="695662"/>
                </a:cubicBezTo>
                <a:cubicBezTo>
                  <a:pt x="3914611" y="697678"/>
                  <a:pt x="3916053" y="698830"/>
                  <a:pt x="3917495" y="700270"/>
                </a:cubicBezTo>
                <a:cubicBezTo>
                  <a:pt x="3921244" y="703725"/>
                  <a:pt x="3922974" y="707758"/>
                  <a:pt x="3921532" y="712942"/>
                </a:cubicBezTo>
                <a:cubicBezTo>
                  <a:pt x="3920666" y="715823"/>
                  <a:pt x="3921532" y="718991"/>
                  <a:pt x="3924416" y="720720"/>
                </a:cubicBezTo>
                <a:cubicBezTo>
                  <a:pt x="3924416" y="721871"/>
                  <a:pt x="3924416" y="723023"/>
                  <a:pt x="3924416" y="724175"/>
                </a:cubicBezTo>
                <a:cubicBezTo>
                  <a:pt x="3921821" y="725615"/>
                  <a:pt x="3920666" y="727344"/>
                  <a:pt x="3920955" y="731088"/>
                </a:cubicBezTo>
                <a:cubicBezTo>
                  <a:pt x="3921244" y="736272"/>
                  <a:pt x="3918937" y="740305"/>
                  <a:pt x="3913169" y="741457"/>
                </a:cubicBezTo>
                <a:cubicBezTo>
                  <a:pt x="3910574" y="741745"/>
                  <a:pt x="3911150" y="743761"/>
                  <a:pt x="3911150" y="745489"/>
                </a:cubicBezTo>
                <a:cubicBezTo>
                  <a:pt x="3911150" y="748370"/>
                  <a:pt x="3909996" y="748946"/>
                  <a:pt x="3907690" y="746929"/>
                </a:cubicBezTo>
                <a:cubicBezTo>
                  <a:pt x="3904228" y="744049"/>
                  <a:pt x="3901922" y="744049"/>
                  <a:pt x="3901056" y="748946"/>
                </a:cubicBezTo>
                <a:cubicBezTo>
                  <a:pt x="3900768" y="750097"/>
                  <a:pt x="3899903" y="751538"/>
                  <a:pt x="3898749" y="750097"/>
                </a:cubicBezTo>
                <a:cubicBezTo>
                  <a:pt x="3895000" y="746353"/>
                  <a:pt x="3892405" y="748657"/>
                  <a:pt x="3889521" y="751250"/>
                </a:cubicBezTo>
                <a:cubicBezTo>
                  <a:pt x="3889233" y="751826"/>
                  <a:pt x="3888079" y="751826"/>
                  <a:pt x="3887502" y="751826"/>
                </a:cubicBezTo>
                <a:cubicBezTo>
                  <a:pt x="3880581" y="747794"/>
                  <a:pt x="3873948" y="743185"/>
                  <a:pt x="3867027" y="738864"/>
                </a:cubicBezTo>
                <a:cubicBezTo>
                  <a:pt x="3863854" y="736848"/>
                  <a:pt x="3862123" y="731377"/>
                  <a:pt x="3860681" y="727056"/>
                </a:cubicBezTo>
                <a:cubicBezTo>
                  <a:pt x="3860105" y="725328"/>
                  <a:pt x="3860394" y="723599"/>
                  <a:pt x="3858663" y="722160"/>
                </a:cubicBezTo>
                <a:cubicBezTo>
                  <a:pt x="3856933" y="720720"/>
                  <a:pt x="3857221" y="718991"/>
                  <a:pt x="3858375" y="717263"/>
                </a:cubicBezTo>
                <a:cubicBezTo>
                  <a:pt x="3858952" y="716111"/>
                  <a:pt x="3860105" y="714671"/>
                  <a:pt x="3859239" y="713519"/>
                </a:cubicBezTo>
                <a:cubicBezTo>
                  <a:pt x="3856357" y="710063"/>
                  <a:pt x="3856068" y="707470"/>
                  <a:pt x="3860681" y="705742"/>
                </a:cubicBezTo>
                <a:cubicBezTo>
                  <a:pt x="3861836" y="705454"/>
                  <a:pt x="3862123" y="703725"/>
                  <a:pt x="3860970" y="702862"/>
                </a:cubicBezTo>
                <a:cubicBezTo>
                  <a:pt x="3857221" y="699693"/>
                  <a:pt x="3861259" y="698254"/>
                  <a:pt x="3861836" y="695949"/>
                </a:cubicBezTo>
                <a:cubicBezTo>
                  <a:pt x="3863854" y="688173"/>
                  <a:pt x="3872795" y="690476"/>
                  <a:pt x="3876255" y="684716"/>
                </a:cubicBezTo>
                <a:cubicBezTo>
                  <a:pt x="3877408" y="682700"/>
                  <a:pt x="3882888" y="684140"/>
                  <a:pt x="3885484" y="684429"/>
                </a:cubicBezTo>
                <a:cubicBezTo>
                  <a:pt x="3888512" y="684861"/>
                  <a:pt x="3891828" y="684140"/>
                  <a:pt x="3895000" y="684176"/>
                </a:cubicBezTo>
                <a:close/>
                <a:moveTo>
                  <a:pt x="3616613" y="678508"/>
                </a:moveTo>
                <a:cubicBezTo>
                  <a:pt x="3619134" y="678075"/>
                  <a:pt x="3620993" y="678472"/>
                  <a:pt x="3620595" y="680330"/>
                </a:cubicBezTo>
                <a:cubicBezTo>
                  <a:pt x="3616481" y="681394"/>
                  <a:pt x="3613296" y="682656"/>
                  <a:pt x="3611238" y="683189"/>
                </a:cubicBezTo>
                <a:cubicBezTo>
                  <a:pt x="3609182" y="683721"/>
                  <a:pt x="3608253" y="683523"/>
                  <a:pt x="3608649" y="681665"/>
                </a:cubicBezTo>
                <a:cubicBezTo>
                  <a:pt x="3610905" y="680204"/>
                  <a:pt x="3614091" y="678941"/>
                  <a:pt x="3616613" y="678508"/>
                </a:cubicBezTo>
                <a:close/>
                <a:moveTo>
                  <a:pt x="3586537" y="674876"/>
                </a:moveTo>
                <a:cubicBezTo>
                  <a:pt x="3581435" y="674879"/>
                  <a:pt x="3572677" y="681752"/>
                  <a:pt x="3569890" y="681157"/>
                </a:cubicBezTo>
                <a:cubicBezTo>
                  <a:pt x="3564584" y="687795"/>
                  <a:pt x="3551845" y="692845"/>
                  <a:pt x="3551050" y="696561"/>
                </a:cubicBezTo>
                <a:cubicBezTo>
                  <a:pt x="3480460" y="735886"/>
                  <a:pt x="3439606" y="781564"/>
                  <a:pt x="3378830" y="811329"/>
                </a:cubicBezTo>
                <a:cubicBezTo>
                  <a:pt x="3369808" y="817173"/>
                  <a:pt x="3359991" y="826734"/>
                  <a:pt x="3350969" y="832579"/>
                </a:cubicBezTo>
                <a:cubicBezTo>
                  <a:pt x="3328413" y="847191"/>
                  <a:pt x="3332925" y="844268"/>
                  <a:pt x="3309574" y="862596"/>
                </a:cubicBezTo>
                <a:cubicBezTo>
                  <a:pt x="3305062" y="865519"/>
                  <a:pt x="3304269" y="869236"/>
                  <a:pt x="3307987" y="870029"/>
                </a:cubicBezTo>
                <a:cubicBezTo>
                  <a:pt x="3279332" y="894997"/>
                  <a:pt x="3260492" y="910402"/>
                  <a:pt x="3241652" y="925809"/>
                </a:cubicBezTo>
                <a:cubicBezTo>
                  <a:pt x="3222814" y="941214"/>
                  <a:pt x="3204770" y="952904"/>
                  <a:pt x="3181419" y="971233"/>
                </a:cubicBezTo>
                <a:cubicBezTo>
                  <a:pt x="3175319" y="981587"/>
                  <a:pt x="3188853" y="972821"/>
                  <a:pt x="3195494" y="978125"/>
                </a:cubicBezTo>
                <a:cubicBezTo>
                  <a:pt x="3190189" y="984765"/>
                  <a:pt x="3190189" y="984765"/>
                  <a:pt x="3189394" y="988481"/>
                </a:cubicBezTo>
                <a:cubicBezTo>
                  <a:pt x="3169762" y="1007603"/>
                  <a:pt x="3161533" y="1009732"/>
                  <a:pt x="3141901" y="1028854"/>
                </a:cubicBezTo>
                <a:cubicBezTo>
                  <a:pt x="3138183" y="1028060"/>
                  <a:pt x="3138978" y="1024344"/>
                  <a:pt x="3134466" y="1027266"/>
                </a:cubicBezTo>
                <a:cubicBezTo>
                  <a:pt x="3135261" y="1023549"/>
                  <a:pt x="3132337" y="1019038"/>
                  <a:pt x="3146664" y="1006555"/>
                </a:cubicBezTo>
                <a:lnTo>
                  <a:pt x="3117592" y="1029227"/>
                </a:lnTo>
                <a:lnTo>
                  <a:pt x="3145894" y="1050894"/>
                </a:lnTo>
                <a:cubicBezTo>
                  <a:pt x="3157109" y="1059495"/>
                  <a:pt x="3167575" y="1067721"/>
                  <a:pt x="3178041" y="1076696"/>
                </a:cubicBezTo>
                <a:cubicBezTo>
                  <a:pt x="3202712" y="1096888"/>
                  <a:pt x="3227383" y="1112033"/>
                  <a:pt x="3255840" y="1110770"/>
                </a:cubicBezTo>
                <a:cubicBezTo>
                  <a:pt x="3265325" y="1110350"/>
                  <a:pt x="3275231" y="1108106"/>
                  <a:pt x="3285698" y="1103619"/>
                </a:cubicBezTo>
                <a:lnTo>
                  <a:pt x="3289132" y="1100387"/>
                </a:lnTo>
                <a:lnTo>
                  <a:pt x="3288029" y="1099174"/>
                </a:lnTo>
                <a:cubicBezTo>
                  <a:pt x="3287320" y="1098467"/>
                  <a:pt x="3286141" y="1097759"/>
                  <a:pt x="3286613" y="1096580"/>
                </a:cubicBezTo>
                <a:cubicBezTo>
                  <a:pt x="3287085" y="1095165"/>
                  <a:pt x="3288265" y="1094929"/>
                  <a:pt x="3289208" y="1095165"/>
                </a:cubicBezTo>
                <a:cubicBezTo>
                  <a:pt x="3293456" y="1096109"/>
                  <a:pt x="3294399" y="1094222"/>
                  <a:pt x="3294163" y="1090449"/>
                </a:cubicBezTo>
                <a:cubicBezTo>
                  <a:pt x="3293928" y="1085731"/>
                  <a:pt x="3296994" y="1082430"/>
                  <a:pt x="3300298" y="1079837"/>
                </a:cubicBezTo>
                <a:cubicBezTo>
                  <a:pt x="3302893" y="1077714"/>
                  <a:pt x="3303130" y="1076063"/>
                  <a:pt x="3300534" y="1074176"/>
                </a:cubicBezTo>
                <a:cubicBezTo>
                  <a:pt x="3299118" y="1073232"/>
                  <a:pt x="3298174" y="1072290"/>
                  <a:pt x="3298646" y="1070403"/>
                </a:cubicBezTo>
                <a:cubicBezTo>
                  <a:pt x="3299118" y="1067809"/>
                  <a:pt x="3301005" y="1068280"/>
                  <a:pt x="3302657" y="1067809"/>
                </a:cubicBezTo>
                <a:cubicBezTo>
                  <a:pt x="3303602" y="1067573"/>
                  <a:pt x="3304781" y="1067573"/>
                  <a:pt x="3305961" y="1067337"/>
                </a:cubicBezTo>
                <a:cubicBezTo>
                  <a:pt x="3312331" y="1066629"/>
                  <a:pt x="3313747" y="1063093"/>
                  <a:pt x="3309972" y="1057668"/>
                </a:cubicBezTo>
                <a:cubicBezTo>
                  <a:pt x="3309500" y="1056961"/>
                  <a:pt x="3309029" y="1056490"/>
                  <a:pt x="3308793" y="1055781"/>
                </a:cubicBezTo>
                <a:cubicBezTo>
                  <a:pt x="3308084" y="1054366"/>
                  <a:pt x="3307613" y="1052480"/>
                  <a:pt x="3309029" y="1051536"/>
                </a:cubicBezTo>
                <a:cubicBezTo>
                  <a:pt x="3310208" y="1050594"/>
                  <a:pt x="3311859" y="1051536"/>
                  <a:pt x="3312804" y="1052480"/>
                </a:cubicBezTo>
                <a:cubicBezTo>
                  <a:pt x="3313747" y="1053423"/>
                  <a:pt x="3314456" y="1054366"/>
                  <a:pt x="3315163" y="1055546"/>
                </a:cubicBezTo>
                <a:cubicBezTo>
                  <a:pt x="3316579" y="1057197"/>
                  <a:pt x="3317994" y="1057668"/>
                  <a:pt x="3319882" y="1056253"/>
                </a:cubicBezTo>
                <a:lnTo>
                  <a:pt x="3326949" y="1054400"/>
                </a:lnTo>
                <a:lnTo>
                  <a:pt x="3336535" y="1016867"/>
                </a:lnTo>
                <a:cubicBezTo>
                  <a:pt x="3345506" y="954046"/>
                  <a:pt x="3354478" y="948063"/>
                  <a:pt x="3411296" y="971995"/>
                </a:cubicBezTo>
                <a:cubicBezTo>
                  <a:pt x="3438210" y="983961"/>
                  <a:pt x="3438210" y="983961"/>
                  <a:pt x="3462134" y="954046"/>
                </a:cubicBezTo>
                <a:cubicBezTo>
                  <a:pt x="3483067" y="924132"/>
                  <a:pt x="3503999" y="894218"/>
                  <a:pt x="3545866" y="903192"/>
                </a:cubicBezTo>
                <a:cubicBezTo>
                  <a:pt x="3566799" y="909174"/>
                  <a:pt x="3569789" y="894218"/>
                  <a:pt x="3572780" y="879260"/>
                </a:cubicBezTo>
                <a:cubicBezTo>
                  <a:pt x="3578760" y="852337"/>
                  <a:pt x="3569789" y="828406"/>
                  <a:pt x="3560818" y="804474"/>
                </a:cubicBezTo>
                <a:cubicBezTo>
                  <a:pt x="3545866" y="768577"/>
                  <a:pt x="3545866" y="735671"/>
                  <a:pt x="3563808" y="702765"/>
                </a:cubicBezTo>
                <a:lnTo>
                  <a:pt x="3569555" y="702765"/>
                </a:lnTo>
                <a:lnTo>
                  <a:pt x="3574974" y="691471"/>
                </a:lnTo>
                <a:cubicBezTo>
                  <a:pt x="3580446" y="686325"/>
                  <a:pt x="3587412" y="681013"/>
                  <a:pt x="3590064" y="677694"/>
                </a:cubicBezTo>
                <a:cubicBezTo>
                  <a:pt x="3589532" y="675637"/>
                  <a:pt x="3588238" y="674875"/>
                  <a:pt x="3586537" y="674876"/>
                </a:cubicBezTo>
                <a:close/>
                <a:moveTo>
                  <a:pt x="11047096" y="644639"/>
                </a:moveTo>
                <a:lnTo>
                  <a:pt x="11046879" y="645000"/>
                </a:lnTo>
                <a:lnTo>
                  <a:pt x="11046628" y="644750"/>
                </a:lnTo>
                <a:close/>
                <a:moveTo>
                  <a:pt x="7433933" y="635263"/>
                </a:moveTo>
                <a:cubicBezTo>
                  <a:pt x="7435775" y="634855"/>
                  <a:pt x="7436793" y="636081"/>
                  <a:pt x="7437611" y="637102"/>
                </a:cubicBezTo>
                <a:cubicBezTo>
                  <a:pt x="7440478" y="640373"/>
                  <a:pt x="7443133" y="643643"/>
                  <a:pt x="7448248" y="642008"/>
                </a:cubicBezTo>
                <a:cubicBezTo>
                  <a:pt x="7449268" y="641803"/>
                  <a:pt x="7449879" y="642621"/>
                  <a:pt x="7450290" y="643439"/>
                </a:cubicBezTo>
                <a:cubicBezTo>
                  <a:pt x="7452539" y="647526"/>
                  <a:pt x="7456224" y="650796"/>
                  <a:pt x="7459293" y="654271"/>
                </a:cubicBezTo>
                <a:cubicBezTo>
                  <a:pt x="7463995" y="659585"/>
                  <a:pt x="7466654" y="665511"/>
                  <a:pt x="7464809" y="672664"/>
                </a:cubicBezTo>
                <a:cubicBezTo>
                  <a:pt x="7464193" y="675526"/>
                  <a:pt x="7465837" y="677365"/>
                  <a:pt x="7467469" y="679001"/>
                </a:cubicBezTo>
                <a:cubicBezTo>
                  <a:pt x="7471148" y="682884"/>
                  <a:pt x="7470943" y="684927"/>
                  <a:pt x="7466852" y="687993"/>
                </a:cubicBezTo>
                <a:cubicBezTo>
                  <a:pt x="7462358" y="691058"/>
                  <a:pt x="7462358" y="691058"/>
                  <a:pt x="7466035" y="695554"/>
                </a:cubicBezTo>
                <a:cubicBezTo>
                  <a:pt x="7466852" y="696577"/>
                  <a:pt x="7467469" y="697394"/>
                  <a:pt x="7466247" y="698621"/>
                </a:cubicBezTo>
                <a:cubicBezTo>
                  <a:pt x="7462147" y="703321"/>
                  <a:pt x="7458470" y="708022"/>
                  <a:pt x="7454175" y="712518"/>
                </a:cubicBezTo>
                <a:cubicBezTo>
                  <a:pt x="7451105" y="715993"/>
                  <a:pt x="7447222" y="718241"/>
                  <a:pt x="7442728" y="719262"/>
                </a:cubicBezTo>
                <a:cubicBezTo>
                  <a:pt x="7439861" y="720080"/>
                  <a:pt x="7434344" y="727438"/>
                  <a:pt x="7434137" y="730503"/>
                </a:cubicBezTo>
                <a:cubicBezTo>
                  <a:pt x="7434137" y="731525"/>
                  <a:pt x="7434137" y="732343"/>
                  <a:pt x="7435364" y="732752"/>
                </a:cubicBezTo>
                <a:cubicBezTo>
                  <a:pt x="7441703" y="735613"/>
                  <a:pt x="7444771" y="741132"/>
                  <a:pt x="7447431" y="747058"/>
                </a:cubicBezTo>
                <a:cubicBezTo>
                  <a:pt x="7448039" y="748285"/>
                  <a:pt x="7448447" y="749307"/>
                  <a:pt x="7449066" y="750328"/>
                </a:cubicBezTo>
                <a:cubicBezTo>
                  <a:pt x="7451105" y="753598"/>
                  <a:pt x="7452132" y="756460"/>
                  <a:pt x="7450700" y="760548"/>
                </a:cubicBezTo>
                <a:cubicBezTo>
                  <a:pt x="7449268" y="764635"/>
                  <a:pt x="7451515" y="768723"/>
                  <a:pt x="7453567" y="772402"/>
                </a:cubicBezTo>
                <a:cubicBezTo>
                  <a:pt x="7454383" y="774240"/>
                  <a:pt x="7454792" y="775467"/>
                  <a:pt x="7453356" y="777306"/>
                </a:cubicBezTo>
                <a:cubicBezTo>
                  <a:pt x="7447629" y="785072"/>
                  <a:pt x="7443340" y="793656"/>
                  <a:pt x="7442522" y="803671"/>
                </a:cubicBezTo>
                <a:cubicBezTo>
                  <a:pt x="7442318" y="805101"/>
                  <a:pt x="7441907" y="805715"/>
                  <a:pt x="7440478" y="805306"/>
                </a:cubicBezTo>
                <a:cubicBezTo>
                  <a:pt x="7434750" y="804080"/>
                  <a:pt x="7431070" y="807146"/>
                  <a:pt x="7428002" y="811233"/>
                </a:cubicBezTo>
                <a:cubicBezTo>
                  <a:pt x="7426567" y="813072"/>
                  <a:pt x="7425343" y="814094"/>
                  <a:pt x="7422685" y="812868"/>
                </a:cubicBezTo>
                <a:cubicBezTo>
                  <a:pt x="7419414" y="811029"/>
                  <a:pt x="7416344" y="812663"/>
                  <a:pt x="7413689" y="814912"/>
                </a:cubicBezTo>
                <a:cubicBezTo>
                  <a:pt x="7411438" y="816751"/>
                  <a:pt x="7409185" y="819000"/>
                  <a:pt x="7406938" y="820839"/>
                </a:cubicBezTo>
                <a:cubicBezTo>
                  <a:pt x="7405812" y="821656"/>
                  <a:pt x="7404742" y="822117"/>
                  <a:pt x="7403871" y="821937"/>
                </a:cubicBezTo>
                <a:cubicBezTo>
                  <a:pt x="7403003" y="821758"/>
                  <a:pt x="7402341" y="820941"/>
                  <a:pt x="7402033" y="819204"/>
                </a:cubicBezTo>
                <a:cubicBezTo>
                  <a:pt x="7402033" y="818386"/>
                  <a:pt x="7401824" y="817569"/>
                  <a:pt x="7401417" y="816751"/>
                </a:cubicBezTo>
                <a:cubicBezTo>
                  <a:pt x="7401009" y="815729"/>
                  <a:pt x="7401009" y="814094"/>
                  <a:pt x="7399578" y="813890"/>
                </a:cubicBezTo>
                <a:cubicBezTo>
                  <a:pt x="7398352" y="813890"/>
                  <a:pt x="7397536" y="814912"/>
                  <a:pt x="7396924" y="815729"/>
                </a:cubicBezTo>
                <a:cubicBezTo>
                  <a:pt x="7393854" y="819204"/>
                  <a:pt x="7392629" y="819000"/>
                  <a:pt x="7390786" y="814708"/>
                </a:cubicBezTo>
                <a:cubicBezTo>
                  <a:pt x="7390377" y="813686"/>
                  <a:pt x="7390175" y="812868"/>
                  <a:pt x="7389560" y="812050"/>
                </a:cubicBezTo>
                <a:cubicBezTo>
                  <a:pt x="7388743" y="810825"/>
                  <a:pt x="7387921" y="809802"/>
                  <a:pt x="7385881" y="810620"/>
                </a:cubicBezTo>
                <a:cubicBezTo>
                  <a:pt x="7384035" y="811641"/>
                  <a:pt x="7384035" y="812459"/>
                  <a:pt x="7384448" y="814094"/>
                </a:cubicBezTo>
                <a:lnTo>
                  <a:pt x="7384794" y="817185"/>
                </a:lnTo>
                <a:lnTo>
                  <a:pt x="7368810" y="801290"/>
                </a:lnTo>
                <a:lnTo>
                  <a:pt x="7369727" y="799993"/>
                </a:lnTo>
                <a:cubicBezTo>
                  <a:pt x="7370134" y="798153"/>
                  <a:pt x="7369521" y="796926"/>
                  <a:pt x="7367884" y="796110"/>
                </a:cubicBezTo>
                <a:cubicBezTo>
                  <a:pt x="7366661" y="795496"/>
                  <a:pt x="7365429" y="795087"/>
                  <a:pt x="7364200" y="794474"/>
                </a:cubicBezTo>
                <a:cubicBezTo>
                  <a:pt x="7362159" y="793452"/>
                  <a:pt x="7361340" y="792022"/>
                  <a:pt x="7361755" y="789569"/>
                </a:cubicBezTo>
                <a:cubicBezTo>
                  <a:pt x="7362978" y="782211"/>
                  <a:pt x="7360319" y="777101"/>
                  <a:pt x="7353775" y="773831"/>
                </a:cubicBezTo>
                <a:cubicBezTo>
                  <a:pt x="7352746" y="773218"/>
                  <a:pt x="7350498" y="773423"/>
                  <a:pt x="7350907" y="771584"/>
                </a:cubicBezTo>
                <a:cubicBezTo>
                  <a:pt x="7351108" y="769744"/>
                  <a:pt x="7352955" y="769335"/>
                  <a:pt x="7354796" y="769131"/>
                </a:cubicBezTo>
                <a:cubicBezTo>
                  <a:pt x="7354997" y="769131"/>
                  <a:pt x="7355211" y="769131"/>
                  <a:pt x="7355410" y="769131"/>
                </a:cubicBezTo>
                <a:cubicBezTo>
                  <a:pt x="7360319" y="768314"/>
                  <a:pt x="7361755" y="766065"/>
                  <a:pt x="7359298" y="762182"/>
                </a:cubicBezTo>
                <a:cubicBezTo>
                  <a:pt x="7357050" y="758503"/>
                  <a:pt x="7357661" y="755642"/>
                  <a:pt x="7359708" y="752577"/>
                </a:cubicBezTo>
                <a:cubicBezTo>
                  <a:pt x="7362364" y="748489"/>
                  <a:pt x="7364410" y="744197"/>
                  <a:pt x="7363182" y="739087"/>
                </a:cubicBezTo>
                <a:cubicBezTo>
                  <a:pt x="7362568" y="736840"/>
                  <a:pt x="7364814" y="735817"/>
                  <a:pt x="7366247" y="735409"/>
                </a:cubicBezTo>
                <a:cubicBezTo>
                  <a:pt x="7371561" y="733570"/>
                  <a:pt x="7374019" y="730094"/>
                  <a:pt x="7374630" y="724781"/>
                </a:cubicBezTo>
                <a:cubicBezTo>
                  <a:pt x="7375040" y="721511"/>
                  <a:pt x="7376268" y="720898"/>
                  <a:pt x="7379541" y="722941"/>
                </a:cubicBezTo>
                <a:cubicBezTo>
                  <a:pt x="7386488" y="727233"/>
                  <a:pt x="7396719" y="724168"/>
                  <a:pt x="7399785" y="717015"/>
                </a:cubicBezTo>
                <a:cubicBezTo>
                  <a:pt x="7400399" y="715584"/>
                  <a:pt x="7401214" y="713745"/>
                  <a:pt x="7399785" y="712518"/>
                </a:cubicBezTo>
                <a:cubicBezTo>
                  <a:pt x="7398352" y="711292"/>
                  <a:pt x="7396311" y="710678"/>
                  <a:pt x="7394466" y="711905"/>
                </a:cubicBezTo>
                <a:cubicBezTo>
                  <a:pt x="7393239" y="712518"/>
                  <a:pt x="7392011" y="713540"/>
                  <a:pt x="7390786" y="714358"/>
                </a:cubicBezTo>
                <a:cubicBezTo>
                  <a:pt x="7389560" y="715379"/>
                  <a:pt x="7388333" y="715993"/>
                  <a:pt x="7387313" y="714766"/>
                </a:cubicBezTo>
                <a:cubicBezTo>
                  <a:pt x="7386086" y="713336"/>
                  <a:pt x="7386901" y="712109"/>
                  <a:pt x="7387921" y="711087"/>
                </a:cubicBezTo>
                <a:cubicBezTo>
                  <a:pt x="7388743" y="710066"/>
                  <a:pt x="7389971" y="709248"/>
                  <a:pt x="7390786" y="708431"/>
                </a:cubicBezTo>
                <a:cubicBezTo>
                  <a:pt x="7392629" y="706592"/>
                  <a:pt x="7393645" y="704139"/>
                  <a:pt x="7391808" y="702095"/>
                </a:cubicBezTo>
                <a:cubicBezTo>
                  <a:pt x="7390175" y="700460"/>
                  <a:pt x="7387921" y="702095"/>
                  <a:pt x="7386290" y="703321"/>
                </a:cubicBezTo>
                <a:cubicBezTo>
                  <a:pt x="7384859" y="704343"/>
                  <a:pt x="7383831" y="706183"/>
                  <a:pt x="7381992" y="706795"/>
                </a:cubicBezTo>
                <a:cubicBezTo>
                  <a:pt x="7379335" y="707817"/>
                  <a:pt x="7377698" y="707408"/>
                  <a:pt x="7377902" y="704139"/>
                </a:cubicBezTo>
                <a:cubicBezTo>
                  <a:pt x="7378110" y="699642"/>
                  <a:pt x="7379944" y="695963"/>
                  <a:pt x="7382409" y="692489"/>
                </a:cubicBezTo>
                <a:cubicBezTo>
                  <a:pt x="7385467" y="687993"/>
                  <a:pt x="7385674" y="685540"/>
                  <a:pt x="7382409" y="681248"/>
                </a:cubicBezTo>
                <a:cubicBezTo>
                  <a:pt x="7381376" y="679613"/>
                  <a:pt x="7379748" y="678183"/>
                  <a:pt x="7378314" y="676752"/>
                </a:cubicBezTo>
                <a:cubicBezTo>
                  <a:pt x="7377698" y="676139"/>
                  <a:pt x="7376678" y="675526"/>
                  <a:pt x="7377086" y="674504"/>
                </a:cubicBezTo>
                <a:cubicBezTo>
                  <a:pt x="7377493" y="673278"/>
                  <a:pt x="7378521" y="673073"/>
                  <a:pt x="7379335" y="673278"/>
                </a:cubicBezTo>
                <a:cubicBezTo>
                  <a:pt x="7383014" y="674095"/>
                  <a:pt x="7383831" y="672460"/>
                  <a:pt x="7383635" y="669190"/>
                </a:cubicBezTo>
                <a:cubicBezTo>
                  <a:pt x="7383429" y="665102"/>
                  <a:pt x="7386086" y="662241"/>
                  <a:pt x="7388950" y="659993"/>
                </a:cubicBezTo>
                <a:cubicBezTo>
                  <a:pt x="7391198" y="658154"/>
                  <a:pt x="7391401" y="656723"/>
                  <a:pt x="7389153" y="655088"/>
                </a:cubicBezTo>
                <a:cubicBezTo>
                  <a:pt x="7387921" y="654271"/>
                  <a:pt x="7387109" y="653453"/>
                  <a:pt x="7387520" y="651818"/>
                </a:cubicBezTo>
                <a:cubicBezTo>
                  <a:pt x="7387921" y="649570"/>
                  <a:pt x="7389560" y="649978"/>
                  <a:pt x="7390990" y="649570"/>
                </a:cubicBezTo>
                <a:cubicBezTo>
                  <a:pt x="7391808" y="649365"/>
                  <a:pt x="7392834" y="649365"/>
                  <a:pt x="7393854" y="649161"/>
                </a:cubicBezTo>
                <a:cubicBezTo>
                  <a:pt x="7399373" y="648547"/>
                  <a:pt x="7400604" y="645482"/>
                  <a:pt x="7397332" y="640781"/>
                </a:cubicBezTo>
                <a:cubicBezTo>
                  <a:pt x="7396924" y="640169"/>
                  <a:pt x="7396509" y="639760"/>
                  <a:pt x="7396311" y="639147"/>
                </a:cubicBezTo>
                <a:cubicBezTo>
                  <a:pt x="7395692" y="637920"/>
                  <a:pt x="7395282" y="636286"/>
                  <a:pt x="7396509" y="635468"/>
                </a:cubicBezTo>
                <a:cubicBezTo>
                  <a:pt x="7397536" y="634650"/>
                  <a:pt x="7398966" y="635468"/>
                  <a:pt x="7399785" y="636286"/>
                </a:cubicBezTo>
                <a:cubicBezTo>
                  <a:pt x="7400604" y="637102"/>
                  <a:pt x="7401214" y="637920"/>
                  <a:pt x="7401824" y="638942"/>
                </a:cubicBezTo>
                <a:cubicBezTo>
                  <a:pt x="7403055" y="640373"/>
                  <a:pt x="7404279" y="640781"/>
                  <a:pt x="7405913" y="639556"/>
                </a:cubicBezTo>
                <a:cubicBezTo>
                  <a:pt x="7409802" y="636898"/>
                  <a:pt x="7414098" y="636490"/>
                  <a:pt x="7418389" y="636286"/>
                </a:cubicBezTo>
                <a:cubicBezTo>
                  <a:pt x="7423504" y="635877"/>
                  <a:pt x="7428820" y="636490"/>
                  <a:pt x="7433933" y="635263"/>
                </a:cubicBezTo>
                <a:close/>
                <a:moveTo>
                  <a:pt x="3394788" y="627624"/>
                </a:moveTo>
                <a:lnTo>
                  <a:pt x="3395256" y="627734"/>
                </a:lnTo>
                <a:lnTo>
                  <a:pt x="3395003" y="627985"/>
                </a:lnTo>
                <a:close/>
                <a:moveTo>
                  <a:pt x="8029108" y="625311"/>
                </a:moveTo>
                <a:cubicBezTo>
                  <a:pt x="8036039" y="624769"/>
                  <a:pt x="8042290" y="625312"/>
                  <a:pt x="8044465" y="629112"/>
                </a:cubicBezTo>
                <a:cubicBezTo>
                  <a:pt x="8057509" y="650826"/>
                  <a:pt x="8091209" y="642140"/>
                  <a:pt x="8098818" y="671455"/>
                </a:cubicBezTo>
                <a:cubicBezTo>
                  <a:pt x="8100992" y="680141"/>
                  <a:pt x="8116211" y="685569"/>
                  <a:pt x="8102081" y="697512"/>
                </a:cubicBezTo>
                <a:cubicBezTo>
                  <a:pt x="8097732" y="700769"/>
                  <a:pt x="8098818" y="707284"/>
                  <a:pt x="8103167" y="708369"/>
                </a:cubicBezTo>
                <a:cubicBezTo>
                  <a:pt x="8120562" y="714884"/>
                  <a:pt x="8119475" y="724655"/>
                  <a:pt x="8108604" y="737685"/>
                </a:cubicBezTo>
                <a:cubicBezTo>
                  <a:pt x="8105342" y="742027"/>
                  <a:pt x="8109688" y="747456"/>
                  <a:pt x="8111866" y="751798"/>
                </a:cubicBezTo>
                <a:cubicBezTo>
                  <a:pt x="8116211" y="758313"/>
                  <a:pt x="8117300" y="764828"/>
                  <a:pt x="8110778" y="770257"/>
                </a:cubicBezTo>
                <a:cubicBezTo>
                  <a:pt x="8104253" y="775685"/>
                  <a:pt x="8105342" y="782199"/>
                  <a:pt x="8103167" y="788714"/>
                </a:cubicBezTo>
                <a:cubicBezTo>
                  <a:pt x="8097732" y="805000"/>
                  <a:pt x="8091209" y="825628"/>
                  <a:pt x="8079252" y="833228"/>
                </a:cubicBezTo>
                <a:cubicBezTo>
                  <a:pt x="8053161" y="849514"/>
                  <a:pt x="8028157" y="866886"/>
                  <a:pt x="8002067" y="882086"/>
                </a:cubicBezTo>
                <a:cubicBezTo>
                  <a:pt x="7999892" y="882086"/>
                  <a:pt x="7995542" y="882086"/>
                  <a:pt x="7994453" y="879915"/>
                </a:cubicBezTo>
                <a:cubicBezTo>
                  <a:pt x="7983584" y="870144"/>
                  <a:pt x="7973799" y="861458"/>
                  <a:pt x="7959670" y="875572"/>
                </a:cubicBezTo>
                <a:cubicBezTo>
                  <a:pt x="7955320" y="881001"/>
                  <a:pt x="7952059" y="875572"/>
                  <a:pt x="7950973" y="871229"/>
                </a:cubicBezTo>
                <a:cubicBezTo>
                  <a:pt x="7947712" y="852772"/>
                  <a:pt x="7939014" y="852772"/>
                  <a:pt x="7925967" y="863629"/>
                </a:cubicBezTo>
                <a:cubicBezTo>
                  <a:pt x="7917269" y="871229"/>
                  <a:pt x="7912920" y="869058"/>
                  <a:pt x="7912920" y="858200"/>
                </a:cubicBezTo>
                <a:cubicBezTo>
                  <a:pt x="7912920" y="851685"/>
                  <a:pt x="7915096" y="844086"/>
                  <a:pt x="7905311" y="843000"/>
                </a:cubicBezTo>
                <a:cubicBezTo>
                  <a:pt x="7883569" y="838657"/>
                  <a:pt x="7874872" y="823457"/>
                  <a:pt x="7875957" y="803914"/>
                </a:cubicBezTo>
                <a:cubicBezTo>
                  <a:pt x="7877047" y="789799"/>
                  <a:pt x="7872698" y="783285"/>
                  <a:pt x="7862914" y="777857"/>
                </a:cubicBezTo>
                <a:cubicBezTo>
                  <a:pt x="7862914" y="773513"/>
                  <a:pt x="7862914" y="769170"/>
                  <a:pt x="7862914" y="764828"/>
                </a:cubicBezTo>
                <a:cubicBezTo>
                  <a:pt x="7873787" y="758313"/>
                  <a:pt x="7877047" y="746370"/>
                  <a:pt x="7873787" y="735512"/>
                </a:cubicBezTo>
                <a:cubicBezTo>
                  <a:pt x="7868349" y="715970"/>
                  <a:pt x="7874872" y="700769"/>
                  <a:pt x="7889004" y="687741"/>
                </a:cubicBezTo>
                <a:cubicBezTo>
                  <a:pt x="7894439" y="682312"/>
                  <a:pt x="7899873" y="677969"/>
                  <a:pt x="7902049" y="670370"/>
                </a:cubicBezTo>
                <a:cubicBezTo>
                  <a:pt x="7904223" y="658426"/>
                  <a:pt x="7910747" y="651911"/>
                  <a:pt x="7922706" y="652997"/>
                </a:cubicBezTo>
                <a:cubicBezTo>
                  <a:pt x="7931402" y="652997"/>
                  <a:pt x="7937926" y="647569"/>
                  <a:pt x="7941186" y="643226"/>
                </a:cubicBezTo>
                <a:cubicBezTo>
                  <a:pt x="7959670" y="617168"/>
                  <a:pt x="7986846" y="631283"/>
                  <a:pt x="8009675" y="628025"/>
                </a:cubicBezTo>
                <a:cubicBezTo>
                  <a:pt x="8014567" y="627482"/>
                  <a:pt x="8022177" y="625854"/>
                  <a:pt x="8029108" y="625311"/>
                </a:cubicBezTo>
                <a:close/>
                <a:moveTo>
                  <a:pt x="6059638" y="614178"/>
                </a:moveTo>
                <a:cubicBezTo>
                  <a:pt x="6062811" y="614214"/>
                  <a:pt x="6065838" y="615006"/>
                  <a:pt x="6068290" y="618463"/>
                </a:cubicBezTo>
                <a:cubicBezTo>
                  <a:pt x="6069155" y="619615"/>
                  <a:pt x="6070885" y="621055"/>
                  <a:pt x="6073191" y="621055"/>
                </a:cubicBezTo>
                <a:cubicBezTo>
                  <a:pt x="6076364" y="620767"/>
                  <a:pt x="6078096" y="622496"/>
                  <a:pt x="6078671" y="625664"/>
                </a:cubicBezTo>
                <a:cubicBezTo>
                  <a:pt x="6079246" y="627680"/>
                  <a:pt x="6080689" y="628832"/>
                  <a:pt x="6082131" y="630272"/>
                </a:cubicBezTo>
                <a:cubicBezTo>
                  <a:pt x="6085880" y="633727"/>
                  <a:pt x="6087612" y="637760"/>
                  <a:pt x="6086168" y="642945"/>
                </a:cubicBezTo>
                <a:cubicBezTo>
                  <a:pt x="6085305" y="645825"/>
                  <a:pt x="6086168" y="648993"/>
                  <a:pt x="6089054" y="650722"/>
                </a:cubicBezTo>
                <a:cubicBezTo>
                  <a:pt x="6089054" y="651873"/>
                  <a:pt x="6089054" y="653025"/>
                  <a:pt x="6089054" y="654178"/>
                </a:cubicBezTo>
                <a:cubicBezTo>
                  <a:pt x="6086456" y="655617"/>
                  <a:pt x="6085305" y="657346"/>
                  <a:pt x="6085593" y="661090"/>
                </a:cubicBezTo>
                <a:cubicBezTo>
                  <a:pt x="6085880" y="666274"/>
                  <a:pt x="6083574" y="670307"/>
                  <a:pt x="6077806" y="671460"/>
                </a:cubicBezTo>
                <a:cubicBezTo>
                  <a:pt x="6075211" y="671747"/>
                  <a:pt x="6075788" y="673763"/>
                  <a:pt x="6075788" y="675491"/>
                </a:cubicBezTo>
                <a:cubicBezTo>
                  <a:pt x="6075788" y="678372"/>
                  <a:pt x="6074633" y="678948"/>
                  <a:pt x="6072329" y="676931"/>
                </a:cubicBezTo>
                <a:cubicBezTo>
                  <a:pt x="6068866" y="674052"/>
                  <a:pt x="6066559" y="674052"/>
                  <a:pt x="6065693" y="678948"/>
                </a:cubicBezTo>
                <a:cubicBezTo>
                  <a:pt x="6065406" y="680099"/>
                  <a:pt x="6064540" y="681540"/>
                  <a:pt x="6063388" y="680099"/>
                </a:cubicBezTo>
                <a:cubicBezTo>
                  <a:pt x="6059637" y="676355"/>
                  <a:pt x="6057041" y="678660"/>
                  <a:pt x="6054160" y="681252"/>
                </a:cubicBezTo>
                <a:cubicBezTo>
                  <a:pt x="6053870" y="681828"/>
                  <a:pt x="6052716" y="681828"/>
                  <a:pt x="6052141" y="681828"/>
                </a:cubicBezTo>
                <a:cubicBezTo>
                  <a:pt x="6045218" y="677796"/>
                  <a:pt x="6038584" y="673187"/>
                  <a:pt x="6031663" y="668866"/>
                </a:cubicBezTo>
                <a:cubicBezTo>
                  <a:pt x="6028492" y="666850"/>
                  <a:pt x="6026762" y="661379"/>
                  <a:pt x="6025319" y="657058"/>
                </a:cubicBezTo>
                <a:cubicBezTo>
                  <a:pt x="6024743" y="655330"/>
                  <a:pt x="6025032" y="653601"/>
                  <a:pt x="6023301" y="652162"/>
                </a:cubicBezTo>
                <a:cubicBezTo>
                  <a:pt x="6021571" y="650722"/>
                  <a:pt x="6021857" y="648993"/>
                  <a:pt x="6023013" y="647265"/>
                </a:cubicBezTo>
                <a:cubicBezTo>
                  <a:pt x="6023588" y="646113"/>
                  <a:pt x="6024743" y="644673"/>
                  <a:pt x="6023879" y="643521"/>
                </a:cubicBezTo>
                <a:cubicBezTo>
                  <a:pt x="6020995" y="640065"/>
                  <a:pt x="6020706" y="637472"/>
                  <a:pt x="6025319" y="635744"/>
                </a:cubicBezTo>
                <a:cubicBezTo>
                  <a:pt x="6026474" y="635456"/>
                  <a:pt x="6026762" y="633727"/>
                  <a:pt x="6025608" y="632864"/>
                </a:cubicBezTo>
                <a:cubicBezTo>
                  <a:pt x="6021857" y="629696"/>
                  <a:pt x="6025897" y="628256"/>
                  <a:pt x="6026474" y="625951"/>
                </a:cubicBezTo>
                <a:cubicBezTo>
                  <a:pt x="6028492" y="618175"/>
                  <a:pt x="6037432" y="620478"/>
                  <a:pt x="6040894" y="614718"/>
                </a:cubicBezTo>
                <a:cubicBezTo>
                  <a:pt x="6042046" y="612702"/>
                  <a:pt x="6047525" y="614142"/>
                  <a:pt x="6050121" y="614431"/>
                </a:cubicBezTo>
                <a:cubicBezTo>
                  <a:pt x="6053148" y="614863"/>
                  <a:pt x="6056465" y="614142"/>
                  <a:pt x="6059638" y="614178"/>
                </a:cubicBezTo>
                <a:close/>
                <a:moveTo>
                  <a:pt x="4648105" y="595669"/>
                </a:moveTo>
                <a:lnTo>
                  <a:pt x="4647445" y="596769"/>
                </a:lnTo>
                <a:lnTo>
                  <a:pt x="4646681" y="596006"/>
                </a:lnTo>
                <a:close/>
                <a:moveTo>
                  <a:pt x="10264008" y="590978"/>
                </a:moveTo>
                <a:cubicBezTo>
                  <a:pt x="10269086" y="592921"/>
                  <a:pt x="10273771" y="595643"/>
                  <a:pt x="10275725" y="601862"/>
                </a:cubicBezTo>
                <a:cubicBezTo>
                  <a:pt x="10276115" y="603028"/>
                  <a:pt x="10278457" y="603806"/>
                  <a:pt x="10278066" y="606138"/>
                </a:cubicBezTo>
                <a:cubicBezTo>
                  <a:pt x="10276896" y="612357"/>
                  <a:pt x="10281581" y="614301"/>
                  <a:pt x="10285487" y="615467"/>
                </a:cubicBezTo>
                <a:cubicBezTo>
                  <a:pt x="10288220" y="616245"/>
                  <a:pt x="10289782" y="617411"/>
                  <a:pt x="10291344" y="618966"/>
                </a:cubicBezTo>
                <a:cubicBezTo>
                  <a:pt x="10296030" y="623241"/>
                  <a:pt x="10295639" y="629073"/>
                  <a:pt x="10296809" y="634515"/>
                </a:cubicBezTo>
                <a:cubicBezTo>
                  <a:pt x="10297590" y="639568"/>
                  <a:pt x="10295249" y="643455"/>
                  <a:pt x="10293296" y="647731"/>
                </a:cubicBezTo>
                <a:cubicBezTo>
                  <a:pt x="10291344" y="652396"/>
                  <a:pt x="10288220" y="656283"/>
                  <a:pt x="10282363" y="656283"/>
                </a:cubicBezTo>
                <a:cubicBezTo>
                  <a:pt x="10281581" y="656283"/>
                  <a:pt x="10281190" y="656672"/>
                  <a:pt x="10281190" y="657838"/>
                </a:cubicBezTo>
                <a:cubicBezTo>
                  <a:pt x="10278457" y="657838"/>
                  <a:pt x="10276115" y="657838"/>
                  <a:pt x="10273382" y="657838"/>
                </a:cubicBezTo>
                <a:cubicBezTo>
                  <a:pt x="10271430" y="655117"/>
                  <a:pt x="10267526" y="655506"/>
                  <a:pt x="10264788" y="653562"/>
                </a:cubicBezTo>
                <a:cubicBezTo>
                  <a:pt x="10262055" y="651619"/>
                  <a:pt x="10259712" y="650064"/>
                  <a:pt x="10258932" y="646566"/>
                </a:cubicBezTo>
                <a:cubicBezTo>
                  <a:pt x="10258541" y="642678"/>
                  <a:pt x="10256591" y="639180"/>
                  <a:pt x="10254637" y="636069"/>
                </a:cubicBezTo>
                <a:cubicBezTo>
                  <a:pt x="10252687" y="632571"/>
                  <a:pt x="10251122" y="629073"/>
                  <a:pt x="10249171" y="625962"/>
                </a:cubicBezTo>
                <a:cubicBezTo>
                  <a:pt x="10247610" y="622464"/>
                  <a:pt x="10244486" y="619355"/>
                  <a:pt x="10240582" y="617411"/>
                </a:cubicBezTo>
                <a:cubicBezTo>
                  <a:pt x="10240582" y="612746"/>
                  <a:pt x="10240582" y="608081"/>
                  <a:pt x="10240582" y="603417"/>
                </a:cubicBezTo>
                <a:cubicBezTo>
                  <a:pt x="10242924" y="602251"/>
                  <a:pt x="10244096" y="600695"/>
                  <a:pt x="10245266" y="597974"/>
                </a:cubicBezTo>
                <a:cubicBezTo>
                  <a:pt x="10246827" y="594865"/>
                  <a:pt x="10250343" y="592532"/>
                  <a:pt x="10253859" y="592532"/>
                </a:cubicBezTo>
                <a:cubicBezTo>
                  <a:pt x="10257372" y="592532"/>
                  <a:pt x="10260494" y="591755"/>
                  <a:pt x="10264008" y="590978"/>
                </a:cubicBezTo>
                <a:close/>
                <a:moveTo>
                  <a:pt x="7190286" y="590977"/>
                </a:moveTo>
                <a:cubicBezTo>
                  <a:pt x="7195361" y="592921"/>
                  <a:pt x="7200045" y="595642"/>
                  <a:pt x="7201999" y="601862"/>
                </a:cubicBezTo>
                <a:cubicBezTo>
                  <a:pt x="7202390" y="603028"/>
                  <a:pt x="7204734" y="603806"/>
                  <a:pt x="7204343" y="606137"/>
                </a:cubicBezTo>
                <a:cubicBezTo>
                  <a:pt x="7203171" y="612357"/>
                  <a:pt x="7207854" y="614301"/>
                  <a:pt x="7211760" y="615467"/>
                </a:cubicBezTo>
                <a:cubicBezTo>
                  <a:pt x="7214492" y="616244"/>
                  <a:pt x="7216055" y="617411"/>
                  <a:pt x="7217621" y="618965"/>
                </a:cubicBezTo>
                <a:cubicBezTo>
                  <a:pt x="7222306" y="623241"/>
                  <a:pt x="7221914" y="629072"/>
                  <a:pt x="7223084" y="634515"/>
                </a:cubicBezTo>
                <a:cubicBezTo>
                  <a:pt x="7223865" y="639568"/>
                  <a:pt x="7221525" y="643455"/>
                  <a:pt x="7219572" y="647731"/>
                </a:cubicBezTo>
                <a:cubicBezTo>
                  <a:pt x="7217621" y="652396"/>
                  <a:pt x="7214492" y="656283"/>
                  <a:pt x="7208637" y="656283"/>
                </a:cubicBezTo>
                <a:cubicBezTo>
                  <a:pt x="7207854" y="656283"/>
                  <a:pt x="7207467" y="656671"/>
                  <a:pt x="7207467" y="657838"/>
                </a:cubicBezTo>
                <a:cubicBezTo>
                  <a:pt x="7204734" y="657838"/>
                  <a:pt x="7202390" y="657838"/>
                  <a:pt x="7199654" y="657838"/>
                </a:cubicBezTo>
                <a:cubicBezTo>
                  <a:pt x="7197703" y="655117"/>
                  <a:pt x="7193799" y="655506"/>
                  <a:pt x="7191067" y="653562"/>
                </a:cubicBezTo>
                <a:cubicBezTo>
                  <a:pt x="7188336" y="651618"/>
                  <a:pt x="7185993" y="650064"/>
                  <a:pt x="7185209" y="646565"/>
                </a:cubicBezTo>
                <a:cubicBezTo>
                  <a:pt x="7184821" y="642678"/>
                  <a:pt x="7182862" y="639179"/>
                  <a:pt x="7180915" y="636069"/>
                </a:cubicBezTo>
                <a:cubicBezTo>
                  <a:pt x="7178960" y="632571"/>
                  <a:pt x="7177402" y="629072"/>
                  <a:pt x="7175448" y="625962"/>
                </a:cubicBezTo>
                <a:cubicBezTo>
                  <a:pt x="7173889" y="622464"/>
                  <a:pt x="7170764" y="619355"/>
                  <a:pt x="7166858" y="617411"/>
                </a:cubicBezTo>
                <a:cubicBezTo>
                  <a:pt x="7166858" y="612746"/>
                  <a:pt x="7166858" y="608081"/>
                  <a:pt x="7166858" y="603416"/>
                </a:cubicBezTo>
                <a:cubicBezTo>
                  <a:pt x="7169204" y="602251"/>
                  <a:pt x="7170374" y="600695"/>
                  <a:pt x="7171546" y="597974"/>
                </a:cubicBezTo>
                <a:cubicBezTo>
                  <a:pt x="7173106" y="594865"/>
                  <a:pt x="7176619" y="592532"/>
                  <a:pt x="7180131" y="592532"/>
                </a:cubicBezTo>
                <a:cubicBezTo>
                  <a:pt x="7183646" y="592532"/>
                  <a:pt x="7186773" y="591755"/>
                  <a:pt x="7190286" y="590977"/>
                </a:cubicBezTo>
                <a:close/>
                <a:moveTo>
                  <a:pt x="5629011" y="588863"/>
                </a:moveTo>
                <a:cubicBezTo>
                  <a:pt x="5632527" y="589640"/>
                  <a:pt x="5635651" y="590418"/>
                  <a:pt x="5639165" y="590418"/>
                </a:cubicBezTo>
                <a:cubicBezTo>
                  <a:pt x="5642679" y="590418"/>
                  <a:pt x="5646195" y="592751"/>
                  <a:pt x="5647755" y="595860"/>
                </a:cubicBezTo>
                <a:cubicBezTo>
                  <a:pt x="5648927" y="598581"/>
                  <a:pt x="5650099" y="600137"/>
                  <a:pt x="5652441" y="601302"/>
                </a:cubicBezTo>
                <a:cubicBezTo>
                  <a:pt x="5652441" y="605967"/>
                  <a:pt x="5652441" y="610632"/>
                  <a:pt x="5652441" y="615297"/>
                </a:cubicBezTo>
                <a:cubicBezTo>
                  <a:pt x="5648537" y="617240"/>
                  <a:pt x="5645414" y="620349"/>
                  <a:pt x="5643849" y="623848"/>
                </a:cubicBezTo>
                <a:cubicBezTo>
                  <a:pt x="5641900" y="626958"/>
                  <a:pt x="5640337" y="630456"/>
                  <a:pt x="5638384" y="633955"/>
                </a:cubicBezTo>
                <a:cubicBezTo>
                  <a:pt x="5636433" y="637065"/>
                  <a:pt x="5634480" y="640563"/>
                  <a:pt x="5634090" y="644451"/>
                </a:cubicBezTo>
                <a:cubicBezTo>
                  <a:pt x="5633308" y="647949"/>
                  <a:pt x="5630965" y="649504"/>
                  <a:pt x="5628233" y="651448"/>
                </a:cubicBezTo>
                <a:cubicBezTo>
                  <a:pt x="5625498" y="653392"/>
                  <a:pt x="5621594" y="653002"/>
                  <a:pt x="5619641" y="655723"/>
                </a:cubicBezTo>
                <a:cubicBezTo>
                  <a:pt x="5616909" y="655723"/>
                  <a:pt x="5614565" y="655723"/>
                  <a:pt x="5611833" y="655723"/>
                </a:cubicBezTo>
                <a:cubicBezTo>
                  <a:pt x="5611833" y="654557"/>
                  <a:pt x="5611442" y="654169"/>
                  <a:pt x="5610661" y="654169"/>
                </a:cubicBezTo>
                <a:cubicBezTo>
                  <a:pt x="5604803" y="654169"/>
                  <a:pt x="5601680" y="650281"/>
                  <a:pt x="5599727" y="645616"/>
                </a:cubicBezTo>
                <a:cubicBezTo>
                  <a:pt x="5597773" y="641341"/>
                  <a:pt x="5595432" y="637453"/>
                  <a:pt x="5596214" y="632400"/>
                </a:cubicBezTo>
                <a:cubicBezTo>
                  <a:pt x="5597385" y="626958"/>
                  <a:pt x="5596995" y="621127"/>
                  <a:pt x="5601680" y="616851"/>
                </a:cubicBezTo>
                <a:cubicBezTo>
                  <a:pt x="5603240" y="615297"/>
                  <a:pt x="5604803" y="614130"/>
                  <a:pt x="5607536" y="613353"/>
                </a:cubicBezTo>
                <a:cubicBezTo>
                  <a:pt x="5611442" y="612186"/>
                  <a:pt x="5616127" y="610242"/>
                  <a:pt x="5614955" y="604023"/>
                </a:cubicBezTo>
                <a:cubicBezTo>
                  <a:pt x="5614565" y="601691"/>
                  <a:pt x="5616909" y="600914"/>
                  <a:pt x="5617299" y="599747"/>
                </a:cubicBezTo>
                <a:cubicBezTo>
                  <a:pt x="5619250" y="593528"/>
                  <a:pt x="5623937" y="590807"/>
                  <a:pt x="5629011" y="588863"/>
                </a:cubicBezTo>
                <a:close/>
                <a:moveTo>
                  <a:pt x="1938863" y="586191"/>
                </a:moveTo>
                <a:cubicBezTo>
                  <a:pt x="1942605" y="587019"/>
                  <a:pt x="1945932" y="587847"/>
                  <a:pt x="1949675" y="587847"/>
                </a:cubicBezTo>
                <a:cubicBezTo>
                  <a:pt x="1953418" y="587847"/>
                  <a:pt x="1957159" y="590331"/>
                  <a:pt x="1958824" y="593642"/>
                </a:cubicBezTo>
                <a:cubicBezTo>
                  <a:pt x="1960070" y="596540"/>
                  <a:pt x="1961318" y="598197"/>
                  <a:pt x="1963813" y="599438"/>
                </a:cubicBezTo>
                <a:cubicBezTo>
                  <a:pt x="1963813" y="604406"/>
                  <a:pt x="1963813" y="609374"/>
                  <a:pt x="1963813" y="614342"/>
                </a:cubicBezTo>
                <a:cubicBezTo>
                  <a:pt x="1959655" y="616412"/>
                  <a:pt x="1956329" y="619723"/>
                  <a:pt x="1954665" y="623449"/>
                </a:cubicBezTo>
                <a:cubicBezTo>
                  <a:pt x="1952585" y="626761"/>
                  <a:pt x="1950923" y="630487"/>
                  <a:pt x="1948843" y="634212"/>
                </a:cubicBezTo>
                <a:cubicBezTo>
                  <a:pt x="1946764" y="637524"/>
                  <a:pt x="1944684" y="641251"/>
                  <a:pt x="1944269" y="645390"/>
                </a:cubicBezTo>
                <a:cubicBezTo>
                  <a:pt x="1943437" y="649117"/>
                  <a:pt x="1940943" y="650772"/>
                  <a:pt x="1938030" y="652842"/>
                </a:cubicBezTo>
                <a:cubicBezTo>
                  <a:pt x="1935120" y="654912"/>
                  <a:pt x="1930961" y="654498"/>
                  <a:pt x="1928883" y="657396"/>
                </a:cubicBezTo>
                <a:cubicBezTo>
                  <a:pt x="1925972" y="657396"/>
                  <a:pt x="1923476" y="657396"/>
                  <a:pt x="1920566" y="657396"/>
                </a:cubicBezTo>
                <a:cubicBezTo>
                  <a:pt x="1920566" y="656153"/>
                  <a:pt x="1920149" y="655740"/>
                  <a:pt x="1919319" y="655740"/>
                </a:cubicBezTo>
                <a:cubicBezTo>
                  <a:pt x="1913080" y="655740"/>
                  <a:pt x="1909754" y="651600"/>
                  <a:pt x="1907674" y="646632"/>
                </a:cubicBezTo>
                <a:cubicBezTo>
                  <a:pt x="1905595" y="642078"/>
                  <a:pt x="1903100" y="637939"/>
                  <a:pt x="1903932" y="632557"/>
                </a:cubicBezTo>
                <a:cubicBezTo>
                  <a:pt x="1905180" y="626761"/>
                  <a:pt x="1904764" y="620551"/>
                  <a:pt x="1909754" y="615997"/>
                </a:cubicBezTo>
                <a:cubicBezTo>
                  <a:pt x="1911417" y="614342"/>
                  <a:pt x="1913080" y="613099"/>
                  <a:pt x="1915991" y="612272"/>
                </a:cubicBezTo>
                <a:cubicBezTo>
                  <a:pt x="1920149" y="611030"/>
                  <a:pt x="1925140" y="608960"/>
                  <a:pt x="1923893" y="602336"/>
                </a:cubicBezTo>
                <a:cubicBezTo>
                  <a:pt x="1923476" y="599852"/>
                  <a:pt x="1925972" y="599025"/>
                  <a:pt x="1926388" y="597783"/>
                </a:cubicBezTo>
                <a:cubicBezTo>
                  <a:pt x="1928466" y="591159"/>
                  <a:pt x="1933456" y="588261"/>
                  <a:pt x="1938863" y="586191"/>
                </a:cubicBezTo>
                <a:close/>
                <a:moveTo>
                  <a:pt x="10542006" y="581236"/>
                </a:moveTo>
                <a:cubicBezTo>
                  <a:pt x="10546256" y="581188"/>
                  <a:pt x="10550699" y="582153"/>
                  <a:pt x="10554756" y="581574"/>
                </a:cubicBezTo>
                <a:cubicBezTo>
                  <a:pt x="10558235" y="581188"/>
                  <a:pt x="10565573" y="579258"/>
                  <a:pt x="10567119" y="581960"/>
                </a:cubicBezTo>
                <a:cubicBezTo>
                  <a:pt x="10571755" y="589677"/>
                  <a:pt x="10583733" y="586589"/>
                  <a:pt x="10586438" y="597008"/>
                </a:cubicBezTo>
                <a:cubicBezTo>
                  <a:pt x="10587210" y="600095"/>
                  <a:pt x="10592620" y="602025"/>
                  <a:pt x="10587598" y="606270"/>
                </a:cubicBezTo>
                <a:cubicBezTo>
                  <a:pt x="10586052" y="607428"/>
                  <a:pt x="10586438" y="609742"/>
                  <a:pt x="10587983" y="610128"/>
                </a:cubicBezTo>
                <a:cubicBezTo>
                  <a:pt x="10594166" y="612443"/>
                  <a:pt x="10593778" y="615917"/>
                  <a:pt x="10589915" y="620547"/>
                </a:cubicBezTo>
                <a:cubicBezTo>
                  <a:pt x="10588756" y="622090"/>
                  <a:pt x="10590301" y="624020"/>
                  <a:pt x="10591074" y="625563"/>
                </a:cubicBezTo>
                <a:cubicBezTo>
                  <a:pt x="10592620" y="627879"/>
                  <a:pt x="10593006" y="630194"/>
                  <a:pt x="10590688" y="632124"/>
                </a:cubicBezTo>
                <a:cubicBezTo>
                  <a:pt x="10588369" y="634052"/>
                  <a:pt x="10588756" y="636368"/>
                  <a:pt x="10587983" y="638683"/>
                </a:cubicBezTo>
                <a:cubicBezTo>
                  <a:pt x="10586052" y="644471"/>
                  <a:pt x="10583733" y="651803"/>
                  <a:pt x="10579484" y="654505"/>
                </a:cubicBezTo>
                <a:cubicBezTo>
                  <a:pt x="10570210" y="660292"/>
                  <a:pt x="10561325" y="666467"/>
                  <a:pt x="10552052" y="671869"/>
                </a:cubicBezTo>
                <a:cubicBezTo>
                  <a:pt x="10551280" y="671869"/>
                  <a:pt x="10549734" y="671869"/>
                  <a:pt x="10549347" y="671097"/>
                </a:cubicBezTo>
                <a:cubicBezTo>
                  <a:pt x="10547416" y="669361"/>
                  <a:pt x="10545579" y="667721"/>
                  <a:pt x="10543599" y="667141"/>
                </a:cubicBezTo>
                <a:lnTo>
                  <a:pt x="10537539" y="669351"/>
                </a:lnTo>
                <a:lnTo>
                  <a:pt x="10538535" y="672665"/>
                </a:lnTo>
                <a:cubicBezTo>
                  <a:pt x="10537920" y="675527"/>
                  <a:pt x="10539557" y="677365"/>
                  <a:pt x="10541192" y="679001"/>
                </a:cubicBezTo>
                <a:cubicBezTo>
                  <a:pt x="10544872" y="682884"/>
                  <a:pt x="10544668" y="684927"/>
                  <a:pt x="10540578" y="687993"/>
                </a:cubicBezTo>
                <a:cubicBezTo>
                  <a:pt x="10536081" y="691058"/>
                  <a:pt x="10536081" y="691058"/>
                  <a:pt x="10539760" y="695555"/>
                </a:cubicBezTo>
                <a:cubicBezTo>
                  <a:pt x="10540578" y="696577"/>
                  <a:pt x="10541192" y="697395"/>
                  <a:pt x="10539965" y="698621"/>
                </a:cubicBezTo>
                <a:cubicBezTo>
                  <a:pt x="10535876" y="703321"/>
                  <a:pt x="10532196" y="708022"/>
                  <a:pt x="10527901" y="712519"/>
                </a:cubicBezTo>
                <a:cubicBezTo>
                  <a:pt x="10524836" y="715993"/>
                  <a:pt x="10520948" y="718242"/>
                  <a:pt x="10516450" y="719263"/>
                </a:cubicBezTo>
                <a:cubicBezTo>
                  <a:pt x="10513587" y="720080"/>
                  <a:pt x="10508068" y="727438"/>
                  <a:pt x="10507861" y="730503"/>
                </a:cubicBezTo>
                <a:cubicBezTo>
                  <a:pt x="10507861" y="731526"/>
                  <a:pt x="10507861" y="732343"/>
                  <a:pt x="10509090" y="732752"/>
                </a:cubicBezTo>
                <a:cubicBezTo>
                  <a:pt x="10515428" y="735613"/>
                  <a:pt x="10518496" y="741132"/>
                  <a:pt x="10521155" y="747058"/>
                </a:cubicBezTo>
                <a:cubicBezTo>
                  <a:pt x="10521767" y="748285"/>
                  <a:pt x="10522176" y="749307"/>
                  <a:pt x="10522790" y="750328"/>
                </a:cubicBezTo>
                <a:cubicBezTo>
                  <a:pt x="10524836" y="753598"/>
                  <a:pt x="10525857" y="756460"/>
                  <a:pt x="10524424" y="760548"/>
                </a:cubicBezTo>
                <a:cubicBezTo>
                  <a:pt x="10522995" y="764635"/>
                  <a:pt x="10525244" y="768723"/>
                  <a:pt x="10527288" y="772402"/>
                </a:cubicBezTo>
                <a:cubicBezTo>
                  <a:pt x="10528108" y="774241"/>
                  <a:pt x="10528516" y="775467"/>
                  <a:pt x="10527082" y="777306"/>
                </a:cubicBezTo>
                <a:cubicBezTo>
                  <a:pt x="10521359" y="785072"/>
                  <a:pt x="10517063" y="793657"/>
                  <a:pt x="10516246" y="803672"/>
                </a:cubicBezTo>
                <a:cubicBezTo>
                  <a:pt x="10516042" y="805102"/>
                  <a:pt x="10515633" y="805715"/>
                  <a:pt x="10514202" y="805306"/>
                </a:cubicBezTo>
                <a:cubicBezTo>
                  <a:pt x="10508476" y="804081"/>
                  <a:pt x="10504796" y="807146"/>
                  <a:pt x="10501728" y="811234"/>
                </a:cubicBezTo>
                <a:cubicBezTo>
                  <a:pt x="10500296" y="813072"/>
                  <a:pt x="10499069" y="814095"/>
                  <a:pt x="10496410" y="812868"/>
                </a:cubicBezTo>
                <a:cubicBezTo>
                  <a:pt x="10493139" y="811029"/>
                  <a:pt x="10490073" y="812664"/>
                  <a:pt x="10487414" y="814912"/>
                </a:cubicBezTo>
                <a:cubicBezTo>
                  <a:pt x="10485165" y="816751"/>
                  <a:pt x="10482914" y="819000"/>
                  <a:pt x="10480666" y="820839"/>
                </a:cubicBezTo>
                <a:cubicBezTo>
                  <a:pt x="10479542" y="821657"/>
                  <a:pt x="10478468" y="822117"/>
                  <a:pt x="10477599" y="821938"/>
                </a:cubicBezTo>
                <a:cubicBezTo>
                  <a:pt x="10476729" y="821758"/>
                  <a:pt x="10476066" y="820942"/>
                  <a:pt x="10475759" y="819204"/>
                </a:cubicBezTo>
                <a:cubicBezTo>
                  <a:pt x="10475759" y="818387"/>
                  <a:pt x="10475554" y="817569"/>
                  <a:pt x="10475146" y="816751"/>
                </a:cubicBezTo>
                <a:cubicBezTo>
                  <a:pt x="10474736" y="815729"/>
                  <a:pt x="10474736" y="814095"/>
                  <a:pt x="10473306" y="813890"/>
                </a:cubicBezTo>
                <a:cubicBezTo>
                  <a:pt x="10472078" y="813890"/>
                  <a:pt x="10471260" y="814912"/>
                  <a:pt x="10470647" y="815729"/>
                </a:cubicBezTo>
                <a:cubicBezTo>
                  <a:pt x="10467580" y="819204"/>
                  <a:pt x="10466353" y="819000"/>
                  <a:pt x="10464512" y="814708"/>
                </a:cubicBezTo>
                <a:cubicBezTo>
                  <a:pt x="10464103" y="813686"/>
                  <a:pt x="10463898" y="812868"/>
                  <a:pt x="10463286" y="812050"/>
                </a:cubicBezTo>
                <a:cubicBezTo>
                  <a:pt x="10462466" y="810825"/>
                  <a:pt x="10461650" y="809803"/>
                  <a:pt x="10459604" y="810620"/>
                </a:cubicBezTo>
                <a:cubicBezTo>
                  <a:pt x="10457764" y="811641"/>
                  <a:pt x="10457764" y="812459"/>
                  <a:pt x="10458173" y="814095"/>
                </a:cubicBezTo>
                <a:lnTo>
                  <a:pt x="10458518" y="817185"/>
                </a:lnTo>
                <a:lnTo>
                  <a:pt x="10442536" y="801291"/>
                </a:lnTo>
                <a:lnTo>
                  <a:pt x="10443450" y="799993"/>
                </a:lnTo>
                <a:cubicBezTo>
                  <a:pt x="10443860" y="798153"/>
                  <a:pt x="10443246" y="796926"/>
                  <a:pt x="10441611" y="796110"/>
                </a:cubicBezTo>
                <a:cubicBezTo>
                  <a:pt x="10440384" y="795496"/>
                  <a:pt x="10439155" y="795088"/>
                  <a:pt x="10437930" y="794474"/>
                </a:cubicBezTo>
                <a:cubicBezTo>
                  <a:pt x="10435884" y="793452"/>
                  <a:pt x="10435066" y="792022"/>
                  <a:pt x="10435476" y="789569"/>
                </a:cubicBezTo>
                <a:cubicBezTo>
                  <a:pt x="10436703" y="782211"/>
                  <a:pt x="10434044" y="777102"/>
                  <a:pt x="10427501" y="773832"/>
                </a:cubicBezTo>
                <a:cubicBezTo>
                  <a:pt x="10426479" y="773218"/>
                  <a:pt x="10424229" y="773423"/>
                  <a:pt x="10424638" y="771584"/>
                </a:cubicBezTo>
                <a:cubicBezTo>
                  <a:pt x="10424844" y="769744"/>
                  <a:pt x="10426684" y="769335"/>
                  <a:pt x="10428522" y="769131"/>
                </a:cubicBezTo>
                <a:cubicBezTo>
                  <a:pt x="10428729" y="769131"/>
                  <a:pt x="10428932" y="769131"/>
                  <a:pt x="10429137" y="769131"/>
                </a:cubicBezTo>
                <a:cubicBezTo>
                  <a:pt x="10434044" y="768314"/>
                  <a:pt x="10435476" y="766065"/>
                  <a:pt x="10433022" y="762182"/>
                </a:cubicBezTo>
                <a:cubicBezTo>
                  <a:pt x="10430773" y="758503"/>
                  <a:pt x="10431387" y="755642"/>
                  <a:pt x="10433431" y="752577"/>
                </a:cubicBezTo>
                <a:cubicBezTo>
                  <a:pt x="10436090" y="748489"/>
                  <a:pt x="10438134" y="744197"/>
                  <a:pt x="10436908" y="739088"/>
                </a:cubicBezTo>
                <a:cubicBezTo>
                  <a:pt x="10436293" y="736840"/>
                  <a:pt x="10438543" y="735818"/>
                  <a:pt x="10439975" y="735409"/>
                </a:cubicBezTo>
                <a:cubicBezTo>
                  <a:pt x="10445290" y="733570"/>
                  <a:pt x="10447745" y="730095"/>
                  <a:pt x="10448358" y="724781"/>
                </a:cubicBezTo>
                <a:cubicBezTo>
                  <a:pt x="10448767" y="721512"/>
                  <a:pt x="10449994" y="720898"/>
                  <a:pt x="10453266" y="722941"/>
                </a:cubicBezTo>
                <a:cubicBezTo>
                  <a:pt x="10460219" y="727234"/>
                  <a:pt x="10470443" y="724168"/>
                  <a:pt x="10473509" y="717015"/>
                </a:cubicBezTo>
                <a:cubicBezTo>
                  <a:pt x="10474124" y="715584"/>
                  <a:pt x="10474941" y="713745"/>
                  <a:pt x="10473509" y="712519"/>
                </a:cubicBezTo>
                <a:cubicBezTo>
                  <a:pt x="10472078" y="711292"/>
                  <a:pt x="10470033" y="710679"/>
                  <a:pt x="10468193" y="711905"/>
                </a:cubicBezTo>
                <a:cubicBezTo>
                  <a:pt x="10466966" y="712519"/>
                  <a:pt x="10465738" y="713541"/>
                  <a:pt x="10464512" y="714358"/>
                </a:cubicBezTo>
                <a:cubicBezTo>
                  <a:pt x="10463286" y="715380"/>
                  <a:pt x="10462058" y="715993"/>
                  <a:pt x="10461036" y="714766"/>
                </a:cubicBezTo>
                <a:cubicBezTo>
                  <a:pt x="10459810" y="713336"/>
                  <a:pt x="10460628" y="712110"/>
                  <a:pt x="10461650" y="711087"/>
                </a:cubicBezTo>
                <a:cubicBezTo>
                  <a:pt x="10462466" y="710066"/>
                  <a:pt x="10463694" y="709249"/>
                  <a:pt x="10464512" y="708431"/>
                </a:cubicBezTo>
                <a:cubicBezTo>
                  <a:pt x="10466353" y="706592"/>
                  <a:pt x="10467375" y="704139"/>
                  <a:pt x="10465534" y="702096"/>
                </a:cubicBezTo>
                <a:cubicBezTo>
                  <a:pt x="10463898" y="700460"/>
                  <a:pt x="10461650" y="702096"/>
                  <a:pt x="10460014" y="703321"/>
                </a:cubicBezTo>
                <a:cubicBezTo>
                  <a:pt x="10458582" y="704343"/>
                  <a:pt x="10457560" y="706183"/>
                  <a:pt x="10455719" y="706795"/>
                </a:cubicBezTo>
                <a:cubicBezTo>
                  <a:pt x="10453061" y="707818"/>
                  <a:pt x="10451426" y="707409"/>
                  <a:pt x="10451630" y="704139"/>
                </a:cubicBezTo>
                <a:cubicBezTo>
                  <a:pt x="10451834" y="699642"/>
                  <a:pt x="10453674" y="695964"/>
                  <a:pt x="10456130" y="692489"/>
                </a:cubicBezTo>
                <a:cubicBezTo>
                  <a:pt x="10459196" y="687993"/>
                  <a:pt x="10459400" y="685541"/>
                  <a:pt x="10456130" y="681249"/>
                </a:cubicBezTo>
                <a:cubicBezTo>
                  <a:pt x="10455107" y="679613"/>
                  <a:pt x="10453470" y="678183"/>
                  <a:pt x="10452039" y="676752"/>
                </a:cubicBezTo>
                <a:cubicBezTo>
                  <a:pt x="10451426" y="676139"/>
                  <a:pt x="10450402" y="675527"/>
                  <a:pt x="10450812" y="674504"/>
                </a:cubicBezTo>
                <a:cubicBezTo>
                  <a:pt x="10451221" y="673278"/>
                  <a:pt x="10452244" y="673073"/>
                  <a:pt x="10453061" y="673278"/>
                </a:cubicBezTo>
                <a:cubicBezTo>
                  <a:pt x="10456742" y="674096"/>
                  <a:pt x="10457560" y="672460"/>
                  <a:pt x="10457356" y="669190"/>
                </a:cubicBezTo>
                <a:cubicBezTo>
                  <a:pt x="10457151" y="665103"/>
                  <a:pt x="10459810" y="662242"/>
                  <a:pt x="10462672" y="659993"/>
                </a:cubicBezTo>
                <a:cubicBezTo>
                  <a:pt x="10464922" y="658154"/>
                  <a:pt x="10465126" y="656723"/>
                  <a:pt x="10462876" y="655089"/>
                </a:cubicBezTo>
                <a:cubicBezTo>
                  <a:pt x="10461650" y="654271"/>
                  <a:pt x="10460832" y="653453"/>
                  <a:pt x="10461241" y="651819"/>
                </a:cubicBezTo>
                <a:cubicBezTo>
                  <a:pt x="10461650" y="649570"/>
                  <a:pt x="10463286" y="649979"/>
                  <a:pt x="10464717" y="649570"/>
                </a:cubicBezTo>
                <a:cubicBezTo>
                  <a:pt x="10465534" y="649365"/>
                  <a:pt x="10466557" y="649365"/>
                  <a:pt x="10467580" y="649161"/>
                </a:cubicBezTo>
                <a:cubicBezTo>
                  <a:pt x="10473099" y="648548"/>
                  <a:pt x="10474328" y="645482"/>
                  <a:pt x="10471056" y="640781"/>
                </a:cubicBezTo>
                <a:cubicBezTo>
                  <a:pt x="10470647" y="640169"/>
                  <a:pt x="10470238" y="639760"/>
                  <a:pt x="10470033" y="639147"/>
                </a:cubicBezTo>
                <a:cubicBezTo>
                  <a:pt x="10469419" y="637920"/>
                  <a:pt x="10469012" y="636286"/>
                  <a:pt x="10470238" y="635468"/>
                </a:cubicBezTo>
                <a:cubicBezTo>
                  <a:pt x="10471260" y="634650"/>
                  <a:pt x="10472692" y="635468"/>
                  <a:pt x="10473509" y="636286"/>
                </a:cubicBezTo>
                <a:cubicBezTo>
                  <a:pt x="10474328" y="637103"/>
                  <a:pt x="10474941" y="637920"/>
                  <a:pt x="10475554" y="638942"/>
                </a:cubicBezTo>
                <a:cubicBezTo>
                  <a:pt x="10476782" y="640374"/>
                  <a:pt x="10478008" y="640781"/>
                  <a:pt x="10479643" y="639556"/>
                </a:cubicBezTo>
                <a:cubicBezTo>
                  <a:pt x="10483531" y="636898"/>
                  <a:pt x="10487824" y="636490"/>
                  <a:pt x="10492117" y="636286"/>
                </a:cubicBezTo>
                <a:lnTo>
                  <a:pt x="10502970" y="635572"/>
                </a:lnTo>
                <a:lnTo>
                  <a:pt x="10502596" y="634824"/>
                </a:lnTo>
                <a:cubicBezTo>
                  <a:pt x="10502596" y="633281"/>
                  <a:pt x="10502596" y="631738"/>
                  <a:pt x="10502596" y="630194"/>
                </a:cubicBezTo>
                <a:cubicBezTo>
                  <a:pt x="10506460" y="627879"/>
                  <a:pt x="10507618" y="623634"/>
                  <a:pt x="10506460" y="619776"/>
                </a:cubicBezTo>
                <a:cubicBezTo>
                  <a:pt x="10504528" y="612829"/>
                  <a:pt x="10506845" y="607428"/>
                  <a:pt x="10511869" y="602797"/>
                </a:cubicBezTo>
                <a:cubicBezTo>
                  <a:pt x="10513800" y="600867"/>
                  <a:pt x="10515732" y="599323"/>
                  <a:pt x="10516505" y="596623"/>
                </a:cubicBezTo>
                <a:cubicBezTo>
                  <a:pt x="10517278" y="592378"/>
                  <a:pt x="10519596" y="590063"/>
                  <a:pt x="10523846" y="590449"/>
                </a:cubicBezTo>
                <a:cubicBezTo>
                  <a:pt x="10526938" y="590449"/>
                  <a:pt x="10529256" y="588519"/>
                  <a:pt x="10530414" y="586975"/>
                </a:cubicBezTo>
                <a:cubicBezTo>
                  <a:pt x="10533700" y="582345"/>
                  <a:pt x="10537757" y="581284"/>
                  <a:pt x="10542006" y="581236"/>
                </a:cubicBezTo>
                <a:close/>
                <a:moveTo>
                  <a:pt x="5826933" y="542144"/>
                </a:moveTo>
                <a:cubicBezTo>
                  <a:pt x="5830103" y="542180"/>
                  <a:pt x="5833133" y="542972"/>
                  <a:pt x="5835583" y="546428"/>
                </a:cubicBezTo>
                <a:cubicBezTo>
                  <a:pt x="5836450" y="547580"/>
                  <a:pt x="5838179" y="549020"/>
                  <a:pt x="5840487" y="549020"/>
                </a:cubicBezTo>
                <a:cubicBezTo>
                  <a:pt x="5843660" y="548732"/>
                  <a:pt x="5845392" y="550460"/>
                  <a:pt x="5845967" y="553628"/>
                </a:cubicBezTo>
                <a:cubicBezTo>
                  <a:pt x="5846542" y="555645"/>
                  <a:pt x="5847985" y="556796"/>
                  <a:pt x="5849428" y="558237"/>
                </a:cubicBezTo>
                <a:cubicBezTo>
                  <a:pt x="5853177" y="561693"/>
                  <a:pt x="5854908" y="565726"/>
                  <a:pt x="5853463" y="570910"/>
                </a:cubicBezTo>
                <a:cubicBezTo>
                  <a:pt x="5852601" y="573791"/>
                  <a:pt x="5853463" y="576959"/>
                  <a:pt x="5856350" y="578687"/>
                </a:cubicBezTo>
                <a:cubicBezTo>
                  <a:pt x="5856350" y="579838"/>
                  <a:pt x="5856350" y="580991"/>
                  <a:pt x="5856350" y="582143"/>
                </a:cubicBezTo>
                <a:cubicBezTo>
                  <a:pt x="5853753" y="583583"/>
                  <a:pt x="5852601" y="585311"/>
                  <a:pt x="5852888" y="589056"/>
                </a:cubicBezTo>
                <a:cubicBezTo>
                  <a:pt x="5853177" y="594240"/>
                  <a:pt x="5850869" y="598273"/>
                  <a:pt x="5845102" y="599425"/>
                </a:cubicBezTo>
                <a:cubicBezTo>
                  <a:pt x="5842506" y="599712"/>
                  <a:pt x="5843083" y="601728"/>
                  <a:pt x="5843083" y="603457"/>
                </a:cubicBezTo>
                <a:cubicBezTo>
                  <a:pt x="5843083" y="606337"/>
                  <a:pt x="5841928" y="606914"/>
                  <a:pt x="5839620" y="604897"/>
                </a:cubicBezTo>
                <a:cubicBezTo>
                  <a:pt x="5836161" y="602017"/>
                  <a:pt x="5833852" y="602017"/>
                  <a:pt x="5832990" y="606914"/>
                </a:cubicBezTo>
                <a:cubicBezTo>
                  <a:pt x="5832700" y="608065"/>
                  <a:pt x="5831836" y="609506"/>
                  <a:pt x="5830682" y="608065"/>
                </a:cubicBezTo>
                <a:cubicBezTo>
                  <a:pt x="5826930" y="604320"/>
                  <a:pt x="5824337" y="606625"/>
                  <a:pt x="5821454" y="609217"/>
                </a:cubicBezTo>
                <a:cubicBezTo>
                  <a:pt x="5821165" y="609793"/>
                  <a:pt x="5820013" y="609793"/>
                  <a:pt x="5819436" y="609793"/>
                </a:cubicBezTo>
                <a:cubicBezTo>
                  <a:pt x="5812513" y="605761"/>
                  <a:pt x="5805880" y="601152"/>
                  <a:pt x="5798959" y="596832"/>
                </a:cubicBezTo>
                <a:cubicBezTo>
                  <a:pt x="5795787" y="594816"/>
                  <a:pt x="5794058" y="589344"/>
                  <a:pt x="5792616" y="585024"/>
                </a:cubicBezTo>
                <a:cubicBezTo>
                  <a:pt x="5792040" y="583295"/>
                  <a:pt x="5792329" y="581567"/>
                  <a:pt x="5790598" y="580127"/>
                </a:cubicBezTo>
                <a:cubicBezTo>
                  <a:pt x="5788867" y="578687"/>
                  <a:pt x="5789153" y="576959"/>
                  <a:pt x="5790309" y="575230"/>
                </a:cubicBezTo>
                <a:cubicBezTo>
                  <a:pt x="5790885" y="574078"/>
                  <a:pt x="5792040" y="572638"/>
                  <a:pt x="5791173" y="571486"/>
                </a:cubicBezTo>
                <a:cubicBezTo>
                  <a:pt x="5788290" y="568030"/>
                  <a:pt x="5788000" y="565437"/>
                  <a:pt x="5792616" y="563710"/>
                </a:cubicBezTo>
                <a:cubicBezTo>
                  <a:pt x="5793768" y="563421"/>
                  <a:pt x="5794058" y="561693"/>
                  <a:pt x="5792904" y="560829"/>
                </a:cubicBezTo>
                <a:cubicBezTo>
                  <a:pt x="5789153" y="557661"/>
                  <a:pt x="5793191" y="556220"/>
                  <a:pt x="5793768" y="553917"/>
                </a:cubicBezTo>
                <a:cubicBezTo>
                  <a:pt x="5795787" y="546139"/>
                  <a:pt x="5804727" y="548444"/>
                  <a:pt x="5808187" y="542683"/>
                </a:cubicBezTo>
                <a:cubicBezTo>
                  <a:pt x="5809342" y="540668"/>
                  <a:pt x="5814821" y="542107"/>
                  <a:pt x="5817414" y="542395"/>
                </a:cubicBezTo>
                <a:cubicBezTo>
                  <a:pt x="5820444" y="542827"/>
                  <a:pt x="5823760" y="542108"/>
                  <a:pt x="5826933" y="542144"/>
                </a:cubicBezTo>
                <a:close/>
                <a:moveTo>
                  <a:pt x="8173635" y="529140"/>
                </a:moveTo>
                <a:lnTo>
                  <a:pt x="8173419" y="529501"/>
                </a:lnTo>
                <a:lnTo>
                  <a:pt x="8173165" y="529251"/>
                </a:lnTo>
                <a:close/>
                <a:moveTo>
                  <a:pt x="6676874" y="520917"/>
                </a:moveTo>
                <a:cubicBezTo>
                  <a:pt x="6681124" y="520869"/>
                  <a:pt x="6685569" y="521833"/>
                  <a:pt x="6689630" y="521255"/>
                </a:cubicBezTo>
                <a:cubicBezTo>
                  <a:pt x="6693104" y="520869"/>
                  <a:pt x="6700439" y="518939"/>
                  <a:pt x="6701990" y="521641"/>
                </a:cubicBezTo>
                <a:cubicBezTo>
                  <a:pt x="6706625" y="529358"/>
                  <a:pt x="6718604" y="526271"/>
                  <a:pt x="6721310" y="536689"/>
                </a:cubicBezTo>
                <a:cubicBezTo>
                  <a:pt x="6722081" y="539777"/>
                  <a:pt x="6727488" y="541706"/>
                  <a:pt x="6722468" y="545950"/>
                </a:cubicBezTo>
                <a:cubicBezTo>
                  <a:pt x="6720920" y="547108"/>
                  <a:pt x="6721310" y="549423"/>
                  <a:pt x="6722853" y="549809"/>
                </a:cubicBezTo>
                <a:cubicBezTo>
                  <a:pt x="6729035" y="552125"/>
                  <a:pt x="6728648" y="555598"/>
                  <a:pt x="6724785" y="560228"/>
                </a:cubicBezTo>
                <a:cubicBezTo>
                  <a:pt x="6723625" y="561771"/>
                  <a:pt x="6725171" y="563701"/>
                  <a:pt x="6725945" y="565245"/>
                </a:cubicBezTo>
                <a:cubicBezTo>
                  <a:pt x="6727488" y="567560"/>
                  <a:pt x="6727876" y="569876"/>
                  <a:pt x="6725557" y="571805"/>
                </a:cubicBezTo>
                <a:cubicBezTo>
                  <a:pt x="6723238" y="573734"/>
                  <a:pt x="6723625" y="576049"/>
                  <a:pt x="6722853" y="578365"/>
                </a:cubicBezTo>
                <a:cubicBezTo>
                  <a:pt x="6720920" y="584152"/>
                  <a:pt x="6718604" y="591485"/>
                  <a:pt x="6714354" y="594186"/>
                </a:cubicBezTo>
                <a:cubicBezTo>
                  <a:pt x="6705082" y="599974"/>
                  <a:pt x="6696194" y="606148"/>
                  <a:pt x="6686925" y="611550"/>
                </a:cubicBezTo>
                <a:cubicBezTo>
                  <a:pt x="6686150" y="611550"/>
                  <a:pt x="6684605" y="611550"/>
                  <a:pt x="6684222" y="610778"/>
                </a:cubicBezTo>
                <a:cubicBezTo>
                  <a:pt x="6680348" y="607305"/>
                  <a:pt x="6676879" y="604219"/>
                  <a:pt x="6671855" y="609235"/>
                </a:cubicBezTo>
                <a:cubicBezTo>
                  <a:pt x="6670303" y="611164"/>
                  <a:pt x="6669144" y="609235"/>
                  <a:pt x="6668759" y="607691"/>
                </a:cubicBezTo>
                <a:cubicBezTo>
                  <a:pt x="6667597" y="601131"/>
                  <a:pt x="6664511" y="601131"/>
                  <a:pt x="6659873" y="604991"/>
                </a:cubicBezTo>
                <a:cubicBezTo>
                  <a:pt x="6656779" y="607691"/>
                  <a:pt x="6655234" y="606920"/>
                  <a:pt x="6655234" y="603061"/>
                </a:cubicBezTo>
                <a:cubicBezTo>
                  <a:pt x="6655234" y="600746"/>
                  <a:pt x="6656011" y="598044"/>
                  <a:pt x="6652530" y="597658"/>
                </a:cubicBezTo>
                <a:cubicBezTo>
                  <a:pt x="6644805" y="596115"/>
                  <a:pt x="6641713" y="590713"/>
                  <a:pt x="6642102" y="583766"/>
                </a:cubicBezTo>
                <a:cubicBezTo>
                  <a:pt x="6642486" y="578751"/>
                  <a:pt x="6640940" y="576435"/>
                  <a:pt x="6637462" y="574505"/>
                </a:cubicBezTo>
                <a:cubicBezTo>
                  <a:pt x="6637462" y="572962"/>
                  <a:pt x="6637462" y="571419"/>
                  <a:pt x="6637462" y="569876"/>
                </a:cubicBezTo>
                <a:cubicBezTo>
                  <a:pt x="6641328" y="567560"/>
                  <a:pt x="6642486" y="563315"/>
                  <a:pt x="6641328" y="559456"/>
                </a:cubicBezTo>
                <a:cubicBezTo>
                  <a:pt x="6639397" y="552511"/>
                  <a:pt x="6641713" y="547108"/>
                  <a:pt x="6646738" y="542478"/>
                </a:cubicBezTo>
                <a:cubicBezTo>
                  <a:pt x="6648666" y="540548"/>
                  <a:pt x="6650598" y="539005"/>
                  <a:pt x="6651370" y="536303"/>
                </a:cubicBezTo>
                <a:cubicBezTo>
                  <a:pt x="6652147" y="532059"/>
                  <a:pt x="6654466" y="529744"/>
                  <a:pt x="6658713" y="530130"/>
                </a:cubicBezTo>
                <a:cubicBezTo>
                  <a:pt x="6661802" y="530130"/>
                  <a:pt x="6664121" y="528200"/>
                  <a:pt x="6665280" y="526657"/>
                </a:cubicBezTo>
                <a:cubicBezTo>
                  <a:pt x="6668568" y="522026"/>
                  <a:pt x="6672624" y="520965"/>
                  <a:pt x="6676874" y="520917"/>
                </a:cubicBezTo>
                <a:close/>
                <a:moveTo>
                  <a:pt x="3502163" y="519789"/>
                </a:moveTo>
                <a:cubicBezTo>
                  <a:pt x="3506413" y="519740"/>
                  <a:pt x="3510856" y="520705"/>
                  <a:pt x="3514913" y="520127"/>
                </a:cubicBezTo>
                <a:cubicBezTo>
                  <a:pt x="3518391" y="519741"/>
                  <a:pt x="3525732" y="517811"/>
                  <a:pt x="3527277" y="520513"/>
                </a:cubicBezTo>
                <a:cubicBezTo>
                  <a:pt x="3531914" y="528230"/>
                  <a:pt x="3543890" y="525142"/>
                  <a:pt x="3546595" y="535561"/>
                </a:cubicBezTo>
                <a:cubicBezTo>
                  <a:pt x="3547368" y="538648"/>
                  <a:pt x="3552777" y="540578"/>
                  <a:pt x="3547755" y="544822"/>
                </a:cubicBezTo>
                <a:cubicBezTo>
                  <a:pt x="3546209" y="545980"/>
                  <a:pt x="3546595" y="548295"/>
                  <a:pt x="3548141" y="548681"/>
                </a:cubicBezTo>
                <a:cubicBezTo>
                  <a:pt x="3554323" y="550996"/>
                  <a:pt x="3553936" y="554470"/>
                  <a:pt x="3550073" y="559100"/>
                </a:cubicBezTo>
                <a:cubicBezTo>
                  <a:pt x="3548914" y="560643"/>
                  <a:pt x="3550460" y="562573"/>
                  <a:pt x="3551231" y="564116"/>
                </a:cubicBezTo>
                <a:cubicBezTo>
                  <a:pt x="3552777" y="566432"/>
                  <a:pt x="3553163" y="568747"/>
                  <a:pt x="3550846" y="570677"/>
                </a:cubicBezTo>
                <a:cubicBezTo>
                  <a:pt x="3548527" y="572605"/>
                  <a:pt x="3548914" y="574921"/>
                  <a:pt x="3548141" y="577236"/>
                </a:cubicBezTo>
                <a:cubicBezTo>
                  <a:pt x="3546209" y="583024"/>
                  <a:pt x="3543890" y="590356"/>
                  <a:pt x="3539641" y="593058"/>
                </a:cubicBezTo>
                <a:cubicBezTo>
                  <a:pt x="3530368" y="598845"/>
                  <a:pt x="3521481" y="605020"/>
                  <a:pt x="3512208" y="610422"/>
                </a:cubicBezTo>
                <a:cubicBezTo>
                  <a:pt x="3511435" y="610422"/>
                  <a:pt x="3509891" y="610422"/>
                  <a:pt x="3509504" y="609650"/>
                </a:cubicBezTo>
                <a:cubicBezTo>
                  <a:pt x="3505640" y="606177"/>
                  <a:pt x="3502162" y="603091"/>
                  <a:pt x="3497140" y="608106"/>
                </a:cubicBezTo>
                <a:cubicBezTo>
                  <a:pt x="3495594" y="610036"/>
                  <a:pt x="3494435" y="608106"/>
                  <a:pt x="3494050" y="606563"/>
                </a:cubicBezTo>
                <a:cubicBezTo>
                  <a:pt x="3492890" y="600003"/>
                  <a:pt x="3489799" y="600003"/>
                  <a:pt x="3485163" y="603862"/>
                </a:cubicBezTo>
                <a:cubicBezTo>
                  <a:pt x="3482072" y="606563"/>
                  <a:pt x="3480526" y="605792"/>
                  <a:pt x="3480526" y="601933"/>
                </a:cubicBezTo>
                <a:cubicBezTo>
                  <a:pt x="3480526" y="599617"/>
                  <a:pt x="3481299" y="596916"/>
                  <a:pt x="3477822" y="596530"/>
                </a:cubicBezTo>
                <a:cubicBezTo>
                  <a:pt x="3470095" y="594986"/>
                  <a:pt x="3467003" y="589585"/>
                  <a:pt x="3467390" y="582638"/>
                </a:cubicBezTo>
                <a:cubicBezTo>
                  <a:pt x="3467776" y="577622"/>
                  <a:pt x="3466231" y="575307"/>
                  <a:pt x="3462753" y="573377"/>
                </a:cubicBezTo>
                <a:cubicBezTo>
                  <a:pt x="3462753" y="571834"/>
                  <a:pt x="3462753" y="570291"/>
                  <a:pt x="3462753" y="568747"/>
                </a:cubicBezTo>
                <a:cubicBezTo>
                  <a:pt x="3466617" y="566432"/>
                  <a:pt x="3467776" y="562187"/>
                  <a:pt x="3466617" y="558328"/>
                </a:cubicBezTo>
                <a:cubicBezTo>
                  <a:pt x="3464685" y="551382"/>
                  <a:pt x="3467003" y="545980"/>
                  <a:pt x="3472026" y="541350"/>
                </a:cubicBezTo>
                <a:cubicBezTo>
                  <a:pt x="3473958" y="539420"/>
                  <a:pt x="3475890" y="537877"/>
                  <a:pt x="3476663" y="535175"/>
                </a:cubicBezTo>
                <a:cubicBezTo>
                  <a:pt x="3477436" y="530931"/>
                  <a:pt x="3479753" y="528616"/>
                  <a:pt x="3484004" y="529002"/>
                </a:cubicBezTo>
                <a:cubicBezTo>
                  <a:pt x="3487094" y="529002"/>
                  <a:pt x="3489413" y="527072"/>
                  <a:pt x="3490572" y="525528"/>
                </a:cubicBezTo>
                <a:cubicBezTo>
                  <a:pt x="3493856" y="520898"/>
                  <a:pt x="3497913" y="519837"/>
                  <a:pt x="3502163" y="519789"/>
                </a:cubicBezTo>
                <a:close/>
                <a:moveTo>
                  <a:pt x="11153016" y="519764"/>
                </a:moveTo>
                <a:cubicBezTo>
                  <a:pt x="11154857" y="519355"/>
                  <a:pt x="11155879" y="520580"/>
                  <a:pt x="11156697" y="521603"/>
                </a:cubicBezTo>
                <a:cubicBezTo>
                  <a:pt x="11159560" y="524872"/>
                  <a:pt x="11162218" y="528142"/>
                  <a:pt x="11167330" y="526508"/>
                </a:cubicBezTo>
                <a:cubicBezTo>
                  <a:pt x="11168353" y="526303"/>
                  <a:pt x="11168966" y="527121"/>
                  <a:pt x="11169376" y="527939"/>
                </a:cubicBezTo>
                <a:cubicBezTo>
                  <a:pt x="11171625" y="532025"/>
                  <a:pt x="11175305" y="535296"/>
                  <a:pt x="11178374" y="538771"/>
                </a:cubicBezTo>
                <a:cubicBezTo>
                  <a:pt x="11183075" y="544084"/>
                  <a:pt x="11185734" y="550011"/>
                  <a:pt x="11183894" y="557165"/>
                </a:cubicBezTo>
                <a:cubicBezTo>
                  <a:pt x="11183279" y="560026"/>
                  <a:pt x="11184916" y="561865"/>
                  <a:pt x="11186551" y="563501"/>
                </a:cubicBezTo>
                <a:cubicBezTo>
                  <a:pt x="11190232" y="567384"/>
                  <a:pt x="11190028" y="569427"/>
                  <a:pt x="11185938" y="572493"/>
                </a:cubicBezTo>
                <a:cubicBezTo>
                  <a:pt x="11181439" y="575558"/>
                  <a:pt x="11181439" y="575558"/>
                  <a:pt x="11185120" y="580055"/>
                </a:cubicBezTo>
                <a:cubicBezTo>
                  <a:pt x="11185938" y="581077"/>
                  <a:pt x="11186551" y="581895"/>
                  <a:pt x="11185325" y="583122"/>
                </a:cubicBezTo>
                <a:cubicBezTo>
                  <a:pt x="11181235" y="587822"/>
                  <a:pt x="11177554" y="592522"/>
                  <a:pt x="11173260" y="597019"/>
                </a:cubicBezTo>
                <a:cubicBezTo>
                  <a:pt x="11170193" y="600493"/>
                  <a:pt x="11166308" y="602742"/>
                  <a:pt x="11161809" y="603763"/>
                </a:cubicBezTo>
                <a:cubicBezTo>
                  <a:pt x="11158947" y="604581"/>
                  <a:pt x="11153425" y="611938"/>
                  <a:pt x="11153221" y="615004"/>
                </a:cubicBezTo>
                <a:cubicBezTo>
                  <a:pt x="11153221" y="616026"/>
                  <a:pt x="11153221" y="616844"/>
                  <a:pt x="11154447" y="617253"/>
                </a:cubicBezTo>
                <a:cubicBezTo>
                  <a:pt x="11160787" y="620114"/>
                  <a:pt x="11163854" y="625632"/>
                  <a:pt x="11166512" y="631559"/>
                </a:cubicBezTo>
                <a:cubicBezTo>
                  <a:pt x="11167126" y="632785"/>
                  <a:pt x="11167534" y="633808"/>
                  <a:pt x="11168149" y="634829"/>
                </a:cubicBezTo>
                <a:cubicBezTo>
                  <a:pt x="11170193" y="638098"/>
                  <a:pt x="11171216" y="640961"/>
                  <a:pt x="11169784" y="645048"/>
                </a:cubicBezTo>
                <a:cubicBezTo>
                  <a:pt x="11168353" y="649136"/>
                  <a:pt x="11170602" y="653223"/>
                  <a:pt x="11172646" y="656902"/>
                </a:cubicBezTo>
                <a:cubicBezTo>
                  <a:pt x="11173465" y="658741"/>
                  <a:pt x="11173873" y="659968"/>
                  <a:pt x="11172442" y="661806"/>
                </a:cubicBezTo>
                <a:cubicBezTo>
                  <a:pt x="11166717" y="669573"/>
                  <a:pt x="11162422" y="678157"/>
                  <a:pt x="11161605" y="688172"/>
                </a:cubicBezTo>
                <a:cubicBezTo>
                  <a:pt x="11161400" y="689602"/>
                  <a:pt x="11160991" y="690215"/>
                  <a:pt x="11159560" y="689806"/>
                </a:cubicBezTo>
                <a:cubicBezTo>
                  <a:pt x="11153836" y="688581"/>
                  <a:pt x="11150154" y="691646"/>
                  <a:pt x="11147088" y="695734"/>
                </a:cubicBezTo>
                <a:cubicBezTo>
                  <a:pt x="11145656" y="697573"/>
                  <a:pt x="11144428" y="698595"/>
                  <a:pt x="11141770" y="697368"/>
                </a:cubicBezTo>
                <a:cubicBezTo>
                  <a:pt x="11138498" y="695530"/>
                  <a:pt x="11135432" y="697164"/>
                  <a:pt x="11132773" y="699413"/>
                </a:cubicBezTo>
                <a:cubicBezTo>
                  <a:pt x="11130525" y="701252"/>
                  <a:pt x="11128274" y="703500"/>
                  <a:pt x="11126025" y="705339"/>
                </a:cubicBezTo>
                <a:cubicBezTo>
                  <a:pt x="11124900" y="706157"/>
                  <a:pt x="11123827" y="706617"/>
                  <a:pt x="11122959" y="706438"/>
                </a:cubicBezTo>
                <a:cubicBezTo>
                  <a:pt x="11122088" y="706259"/>
                  <a:pt x="11121424" y="705442"/>
                  <a:pt x="11121118" y="703705"/>
                </a:cubicBezTo>
                <a:cubicBezTo>
                  <a:pt x="11121118" y="702887"/>
                  <a:pt x="11120913" y="702069"/>
                  <a:pt x="11120504" y="701252"/>
                </a:cubicBezTo>
                <a:cubicBezTo>
                  <a:pt x="11120096" y="700229"/>
                  <a:pt x="11120096" y="698595"/>
                  <a:pt x="11118663" y="698391"/>
                </a:cubicBezTo>
                <a:cubicBezTo>
                  <a:pt x="11117437" y="698391"/>
                  <a:pt x="11116619" y="699413"/>
                  <a:pt x="11116006" y="700229"/>
                </a:cubicBezTo>
                <a:cubicBezTo>
                  <a:pt x="11112938" y="703705"/>
                  <a:pt x="11111712" y="703500"/>
                  <a:pt x="11109873" y="699208"/>
                </a:cubicBezTo>
                <a:cubicBezTo>
                  <a:pt x="11109464" y="698186"/>
                  <a:pt x="11109257" y="697368"/>
                  <a:pt x="11108644" y="696551"/>
                </a:cubicBezTo>
                <a:cubicBezTo>
                  <a:pt x="11107826" y="695325"/>
                  <a:pt x="11107008" y="694303"/>
                  <a:pt x="11104963" y="695121"/>
                </a:cubicBezTo>
                <a:cubicBezTo>
                  <a:pt x="11103123" y="696142"/>
                  <a:pt x="11103123" y="696960"/>
                  <a:pt x="11103532" y="698595"/>
                </a:cubicBezTo>
                <a:lnTo>
                  <a:pt x="11103876" y="701686"/>
                </a:lnTo>
                <a:lnTo>
                  <a:pt x="11087894" y="685791"/>
                </a:lnTo>
                <a:lnTo>
                  <a:pt x="11088809" y="684493"/>
                </a:lnTo>
                <a:cubicBezTo>
                  <a:pt x="11089218" y="682653"/>
                  <a:pt x="11088605" y="681427"/>
                  <a:pt x="11086969" y="680610"/>
                </a:cubicBezTo>
                <a:cubicBezTo>
                  <a:pt x="11085744" y="679997"/>
                  <a:pt x="11084515" y="679588"/>
                  <a:pt x="11083288" y="678975"/>
                </a:cubicBezTo>
                <a:cubicBezTo>
                  <a:pt x="11081243" y="677953"/>
                  <a:pt x="11080425" y="676523"/>
                  <a:pt x="11080835" y="674069"/>
                </a:cubicBezTo>
                <a:cubicBezTo>
                  <a:pt x="11082063" y="666712"/>
                  <a:pt x="11079403" y="661602"/>
                  <a:pt x="11072860" y="658332"/>
                </a:cubicBezTo>
                <a:cubicBezTo>
                  <a:pt x="11071838" y="657719"/>
                  <a:pt x="11069588" y="657923"/>
                  <a:pt x="11069997" y="656084"/>
                </a:cubicBezTo>
                <a:cubicBezTo>
                  <a:pt x="11070202" y="654245"/>
                  <a:pt x="11072042" y="653836"/>
                  <a:pt x="11073882" y="653631"/>
                </a:cubicBezTo>
                <a:cubicBezTo>
                  <a:pt x="11074086" y="653631"/>
                  <a:pt x="11074291" y="653631"/>
                  <a:pt x="11074495" y="653631"/>
                </a:cubicBezTo>
                <a:cubicBezTo>
                  <a:pt x="11079403" y="652815"/>
                  <a:pt x="11080835" y="650566"/>
                  <a:pt x="11078382" y="646683"/>
                </a:cubicBezTo>
                <a:cubicBezTo>
                  <a:pt x="11076131" y="643004"/>
                  <a:pt x="11076744" y="640143"/>
                  <a:pt x="11078791" y="637077"/>
                </a:cubicBezTo>
                <a:cubicBezTo>
                  <a:pt x="11081448" y="632990"/>
                  <a:pt x="11083493" y="628698"/>
                  <a:pt x="11082267" y="623588"/>
                </a:cubicBezTo>
                <a:cubicBezTo>
                  <a:pt x="11081654" y="621340"/>
                  <a:pt x="11083902" y="620318"/>
                  <a:pt x="11085333" y="619909"/>
                </a:cubicBezTo>
                <a:cubicBezTo>
                  <a:pt x="11090649" y="618070"/>
                  <a:pt x="11093104" y="614595"/>
                  <a:pt x="11093717" y="609282"/>
                </a:cubicBezTo>
                <a:cubicBezTo>
                  <a:pt x="11094126" y="606012"/>
                  <a:pt x="11095353" y="605399"/>
                  <a:pt x="11098624" y="607442"/>
                </a:cubicBezTo>
                <a:cubicBezTo>
                  <a:pt x="11105577" y="611734"/>
                  <a:pt x="11115801" y="608668"/>
                  <a:pt x="11118868" y="601515"/>
                </a:cubicBezTo>
                <a:cubicBezTo>
                  <a:pt x="11119482" y="600084"/>
                  <a:pt x="11120300" y="598246"/>
                  <a:pt x="11118868" y="597019"/>
                </a:cubicBezTo>
                <a:cubicBezTo>
                  <a:pt x="11117437" y="595792"/>
                  <a:pt x="11115392" y="595179"/>
                  <a:pt x="11113551" y="596406"/>
                </a:cubicBezTo>
                <a:cubicBezTo>
                  <a:pt x="11112325" y="597019"/>
                  <a:pt x="11111098" y="598041"/>
                  <a:pt x="11109873" y="598859"/>
                </a:cubicBezTo>
                <a:cubicBezTo>
                  <a:pt x="11108644" y="599880"/>
                  <a:pt x="11107417" y="600493"/>
                  <a:pt x="11106394" y="599267"/>
                </a:cubicBezTo>
                <a:cubicBezTo>
                  <a:pt x="11105167" y="597837"/>
                  <a:pt x="11105987" y="596610"/>
                  <a:pt x="11107008" y="595588"/>
                </a:cubicBezTo>
                <a:cubicBezTo>
                  <a:pt x="11107826" y="594567"/>
                  <a:pt x="11109053" y="593749"/>
                  <a:pt x="11109873" y="592931"/>
                </a:cubicBezTo>
                <a:cubicBezTo>
                  <a:pt x="11111712" y="591092"/>
                  <a:pt x="11112734" y="588639"/>
                  <a:pt x="11110894" y="586596"/>
                </a:cubicBezTo>
                <a:cubicBezTo>
                  <a:pt x="11109257" y="584961"/>
                  <a:pt x="11107008" y="586596"/>
                  <a:pt x="11105372" y="587822"/>
                </a:cubicBezTo>
                <a:cubicBezTo>
                  <a:pt x="11103941" y="588844"/>
                  <a:pt x="11102920" y="590684"/>
                  <a:pt x="11101079" y="591296"/>
                </a:cubicBezTo>
                <a:cubicBezTo>
                  <a:pt x="11098420" y="592318"/>
                  <a:pt x="11096784" y="591909"/>
                  <a:pt x="11096989" y="588639"/>
                </a:cubicBezTo>
                <a:cubicBezTo>
                  <a:pt x="11097193" y="584143"/>
                  <a:pt x="11099034" y="580464"/>
                  <a:pt x="11101486" y="576989"/>
                </a:cubicBezTo>
                <a:cubicBezTo>
                  <a:pt x="11104554" y="572493"/>
                  <a:pt x="11104760" y="570041"/>
                  <a:pt x="11101486" y="565749"/>
                </a:cubicBezTo>
                <a:cubicBezTo>
                  <a:pt x="11100465" y="564113"/>
                  <a:pt x="11098830" y="562683"/>
                  <a:pt x="11097398" y="561252"/>
                </a:cubicBezTo>
                <a:cubicBezTo>
                  <a:pt x="11096784" y="560639"/>
                  <a:pt x="11095762" y="560026"/>
                  <a:pt x="11096171" y="559004"/>
                </a:cubicBezTo>
                <a:cubicBezTo>
                  <a:pt x="11096580" y="557778"/>
                  <a:pt x="11097602" y="557573"/>
                  <a:pt x="11098420" y="557778"/>
                </a:cubicBezTo>
                <a:cubicBezTo>
                  <a:pt x="11102101" y="558596"/>
                  <a:pt x="11102920" y="556960"/>
                  <a:pt x="11102715" y="553690"/>
                </a:cubicBezTo>
                <a:cubicBezTo>
                  <a:pt x="11102511" y="549603"/>
                  <a:pt x="11105167" y="546742"/>
                  <a:pt x="11108030" y="544493"/>
                </a:cubicBezTo>
                <a:cubicBezTo>
                  <a:pt x="11110280" y="542654"/>
                  <a:pt x="11110485" y="541223"/>
                  <a:pt x="11108235" y="539587"/>
                </a:cubicBezTo>
                <a:cubicBezTo>
                  <a:pt x="11107008" y="538771"/>
                  <a:pt x="11106192" y="537953"/>
                  <a:pt x="11106600" y="536318"/>
                </a:cubicBezTo>
                <a:cubicBezTo>
                  <a:pt x="11107008" y="534070"/>
                  <a:pt x="11108644" y="534479"/>
                  <a:pt x="11110075" y="534070"/>
                </a:cubicBezTo>
                <a:cubicBezTo>
                  <a:pt x="11110894" y="533865"/>
                  <a:pt x="11111916" y="533865"/>
                  <a:pt x="11112938" y="533661"/>
                </a:cubicBezTo>
                <a:cubicBezTo>
                  <a:pt x="11118459" y="533048"/>
                  <a:pt x="11119687" y="529982"/>
                  <a:pt x="11116415" y="525281"/>
                </a:cubicBezTo>
                <a:cubicBezTo>
                  <a:pt x="11116006" y="524668"/>
                  <a:pt x="11115597" y="524259"/>
                  <a:pt x="11115392" y="523647"/>
                </a:cubicBezTo>
                <a:cubicBezTo>
                  <a:pt x="11114779" y="522420"/>
                  <a:pt x="11114369" y="520785"/>
                  <a:pt x="11115597" y="519968"/>
                </a:cubicBezTo>
                <a:cubicBezTo>
                  <a:pt x="11116619" y="519150"/>
                  <a:pt x="11118050" y="519968"/>
                  <a:pt x="11118868" y="520785"/>
                </a:cubicBezTo>
                <a:cubicBezTo>
                  <a:pt x="11119687" y="521603"/>
                  <a:pt x="11120300" y="522420"/>
                  <a:pt x="11120913" y="523442"/>
                </a:cubicBezTo>
                <a:cubicBezTo>
                  <a:pt x="11122140" y="524872"/>
                  <a:pt x="11123368" y="525281"/>
                  <a:pt x="11125003" y="524056"/>
                </a:cubicBezTo>
                <a:cubicBezTo>
                  <a:pt x="11128887" y="521398"/>
                  <a:pt x="11133182" y="520989"/>
                  <a:pt x="11137476" y="520785"/>
                </a:cubicBezTo>
                <a:cubicBezTo>
                  <a:pt x="11142588" y="520376"/>
                  <a:pt x="11147904" y="520989"/>
                  <a:pt x="11153016" y="519764"/>
                </a:cubicBezTo>
                <a:close/>
                <a:moveTo>
                  <a:pt x="4280330" y="518896"/>
                </a:moveTo>
                <a:cubicBezTo>
                  <a:pt x="4283502" y="518932"/>
                  <a:pt x="4286530" y="519724"/>
                  <a:pt x="4288982" y="523180"/>
                </a:cubicBezTo>
                <a:cubicBezTo>
                  <a:pt x="4289845" y="524332"/>
                  <a:pt x="4291576" y="525772"/>
                  <a:pt x="4293883" y="525772"/>
                </a:cubicBezTo>
                <a:cubicBezTo>
                  <a:pt x="4297056" y="525485"/>
                  <a:pt x="4298786" y="527212"/>
                  <a:pt x="4299362" y="530380"/>
                </a:cubicBezTo>
                <a:cubicBezTo>
                  <a:pt x="4299941" y="532397"/>
                  <a:pt x="4301382" y="533548"/>
                  <a:pt x="4302822" y="534989"/>
                </a:cubicBezTo>
                <a:cubicBezTo>
                  <a:pt x="4306573" y="538445"/>
                  <a:pt x="4308303" y="542478"/>
                  <a:pt x="4306861" y="547662"/>
                </a:cubicBezTo>
                <a:cubicBezTo>
                  <a:pt x="4305996" y="550542"/>
                  <a:pt x="4306861" y="553711"/>
                  <a:pt x="4309745" y="555438"/>
                </a:cubicBezTo>
                <a:cubicBezTo>
                  <a:pt x="4309745" y="556591"/>
                  <a:pt x="4309745" y="557743"/>
                  <a:pt x="4309745" y="558895"/>
                </a:cubicBezTo>
                <a:cubicBezTo>
                  <a:pt x="4307148" y="560335"/>
                  <a:pt x="4305996" y="562063"/>
                  <a:pt x="4306283" y="565808"/>
                </a:cubicBezTo>
                <a:cubicBezTo>
                  <a:pt x="4306573" y="570992"/>
                  <a:pt x="4304265" y="575025"/>
                  <a:pt x="4298499" y="576177"/>
                </a:cubicBezTo>
                <a:cubicBezTo>
                  <a:pt x="4295901" y="576465"/>
                  <a:pt x="4296479" y="578481"/>
                  <a:pt x="4296479" y="580209"/>
                </a:cubicBezTo>
                <a:cubicBezTo>
                  <a:pt x="4296479" y="583090"/>
                  <a:pt x="4295325" y="583666"/>
                  <a:pt x="4293018" y="581649"/>
                </a:cubicBezTo>
                <a:cubicBezTo>
                  <a:pt x="4289558" y="578769"/>
                  <a:pt x="4287250" y="578769"/>
                  <a:pt x="4286384" y="583666"/>
                </a:cubicBezTo>
                <a:cubicBezTo>
                  <a:pt x="4286097" y="584817"/>
                  <a:pt x="4285232" y="586258"/>
                  <a:pt x="4284078" y="584817"/>
                </a:cubicBezTo>
                <a:cubicBezTo>
                  <a:pt x="4280330" y="581073"/>
                  <a:pt x="4277733" y="583377"/>
                  <a:pt x="4274851" y="585969"/>
                </a:cubicBezTo>
                <a:cubicBezTo>
                  <a:pt x="4274561" y="586545"/>
                  <a:pt x="4273409" y="586545"/>
                  <a:pt x="4272831" y="586545"/>
                </a:cubicBezTo>
                <a:cubicBezTo>
                  <a:pt x="4265910" y="582514"/>
                  <a:pt x="4259276" y="577904"/>
                  <a:pt x="4252354" y="573584"/>
                </a:cubicBezTo>
                <a:cubicBezTo>
                  <a:pt x="4249182" y="571568"/>
                  <a:pt x="4247453" y="566096"/>
                  <a:pt x="4246010" y="561775"/>
                </a:cubicBezTo>
                <a:cubicBezTo>
                  <a:pt x="4245434" y="560047"/>
                  <a:pt x="4245723" y="558319"/>
                  <a:pt x="4243992" y="556879"/>
                </a:cubicBezTo>
                <a:cubicBezTo>
                  <a:pt x="4242261" y="555438"/>
                  <a:pt x="4242550" y="553711"/>
                  <a:pt x="4243704" y="551983"/>
                </a:cubicBezTo>
                <a:cubicBezTo>
                  <a:pt x="4244281" y="550830"/>
                  <a:pt x="4245434" y="549391"/>
                  <a:pt x="4244568" y="548238"/>
                </a:cubicBezTo>
                <a:cubicBezTo>
                  <a:pt x="4241685" y="544781"/>
                  <a:pt x="4241398" y="542189"/>
                  <a:pt x="4246010" y="540461"/>
                </a:cubicBezTo>
                <a:cubicBezTo>
                  <a:pt x="4247164" y="540173"/>
                  <a:pt x="4247453" y="538445"/>
                  <a:pt x="4246297" y="537581"/>
                </a:cubicBezTo>
                <a:cubicBezTo>
                  <a:pt x="4242550" y="534413"/>
                  <a:pt x="4246587" y="532972"/>
                  <a:pt x="4247164" y="530669"/>
                </a:cubicBezTo>
                <a:cubicBezTo>
                  <a:pt x="4249182" y="522891"/>
                  <a:pt x="4258123" y="525196"/>
                  <a:pt x="4261585" y="519436"/>
                </a:cubicBezTo>
                <a:cubicBezTo>
                  <a:pt x="4262737" y="517420"/>
                  <a:pt x="4268218" y="518860"/>
                  <a:pt x="4270813" y="519147"/>
                </a:cubicBezTo>
                <a:cubicBezTo>
                  <a:pt x="4273839" y="519580"/>
                  <a:pt x="4277156" y="518860"/>
                  <a:pt x="4280330" y="518896"/>
                </a:cubicBezTo>
                <a:close/>
                <a:moveTo>
                  <a:pt x="10198237" y="513586"/>
                </a:moveTo>
                <a:lnTo>
                  <a:pt x="10197988" y="514002"/>
                </a:lnTo>
                <a:lnTo>
                  <a:pt x="10197698" y="513714"/>
                </a:lnTo>
                <a:close/>
                <a:moveTo>
                  <a:pt x="3288866" y="502749"/>
                </a:moveTo>
                <a:cubicBezTo>
                  <a:pt x="3293978" y="503974"/>
                  <a:pt x="3299295" y="503361"/>
                  <a:pt x="3304406" y="503770"/>
                </a:cubicBezTo>
                <a:cubicBezTo>
                  <a:pt x="3308701" y="503974"/>
                  <a:pt x="3312995" y="504383"/>
                  <a:pt x="3316880" y="507041"/>
                </a:cubicBezTo>
                <a:cubicBezTo>
                  <a:pt x="3318516" y="508266"/>
                  <a:pt x="3319742" y="507857"/>
                  <a:pt x="3320970" y="506427"/>
                </a:cubicBezTo>
                <a:cubicBezTo>
                  <a:pt x="3321583" y="505405"/>
                  <a:pt x="3322197" y="504587"/>
                  <a:pt x="3323015" y="503770"/>
                </a:cubicBezTo>
                <a:cubicBezTo>
                  <a:pt x="3323832" y="502953"/>
                  <a:pt x="3325263" y="502135"/>
                  <a:pt x="3326287" y="502953"/>
                </a:cubicBezTo>
                <a:cubicBezTo>
                  <a:pt x="3327513" y="503770"/>
                  <a:pt x="3327104" y="505405"/>
                  <a:pt x="3326491" y="506632"/>
                </a:cubicBezTo>
                <a:cubicBezTo>
                  <a:pt x="3326287" y="507244"/>
                  <a:pt x="3325878" y="507653"/>
                  <a:pt x="3325468" y="508266"/>
                </a:cubicBezTo>
                <a:cubicBezTo>
                  <a:pt x="3322197" y="512967"/>
                  <a:pt x="3323423" y="516033"/>
                  <a:pt x="3328944" y="516646"/>
                </a:cubicBezTo>
                <a:cubicBezTo>
                  <a:pt x="3329966" y="516850"/>
                  <a:pt x="3330990" y="516850"/>
                  <a:pt x="3331807" y="517055"/>
                </a:cubicBezTo>
                <a:cubicBezTo>
                  <a:pt x="3333238" y="517464"/>
                  <a:pt x="3334874" y="517055"/>
                  <a:pt x="3335284" y="519302"/>
                </a:cubicBezTo>
                <a:cubicBezTo>
                  <a:pt x="3335693" y="520938"/>
                  <a:pt x="3334874" y="521756"/>
                  <a:pt x="3333647" y="522572"/>
                </a:cubicBezTo>
                <a:cubicBezTo>
                  <a:pt x="3331399" y="524208"/>
                  <a:pt x="3331603" y="525639"/>
                  <a:pt x="3333852" y="527478"/>
                </a:cubicBezTo>
                <a:cubicBezTo>
                  <a:pt x="3336715" y="529726"/>
                  <a:pt x="3339373" y="532587"/>
                  <a:pt x="3339168" y="536675"/>
                </a:cubicBezTo>
                <a:cubicBezTo>
                  <a:pt x="3338964" y="539945"/>
                  <a:pt x="3339782" y="541580"/>
                  <a:pt x="3343462" y="540763"/>
                </a:cubicBezTo>
                <a:cubicBezTo>
                  <a:pt x="3344280" y="540558"/>
                  <a:pt x="3345303" y="540763"/>
                  <a:pt x="3345712" y="541989"/>
                </a:cubicBezTo>
                <a:cubicBezTo>
                  <a:pt x="3346121" y="543010"/>
                  <a:pt x="3345099" y="543624"/>
                  <a:pt x="3344485" y="544237"/>
                </a:cubicBezTo>
                <a:cubicBezTo>
                  <a:pt x="3343054" y="545668"/>
                  <a:pt x="3341418" y="547098"/>
                  <a:pt x="3340396" y="548733"/>
                </a:cubicBezTo>
                <a:cubicBezTo>
                  <a:pt x="3337124" y="553026"/>
                  <a:pt x="3337328" y="555478"/>
                  <a:pt x="3340396" y="559974"/>
                </a:cubicBezTo>
                <a:cubicBezTo>
                  <a:pt x="3342849" y="563448"/>
                  <a:pt x="3344689" y="567127"/>
                  <a:pt x="3344895" y="571624"/>
                </a:cubicBezTo>
                <a:cubicBezTo>
                  <a:pt x="3345099" y="574894"/>
                  <a:pt x="3343462" y="575302"/>
                  <a:pt x="3340805" y="574280"/>
                </a:cubicBezTo>
                <a:cubicBezTo>
                  <a:pt x="3338964" y="573668"/>
                  <a:pt x="3337942" y="571828"/>
                  <a:pt x="3336511" y="570806"/>
                </a:cubicBezTo>
                <a:cubicBezTo>
                  <a:pt x="3334874" y="569580"/>
                  <a:pt x="3332625" y="567945"/>
                  <a:pt x="3330990" y="569580"/>
                </a:cubicBezTo>
                <a:cubicBezTo>
                  <a:pt x="3329149" y="571624"/>
                  <a:pt x="3330171" y="574077"/>
                  <a:pt x="3332012" y="575916"/>
                </a:cubicBezTo>
                <a:cubicBezTo>
                  <a:pt x="3332830" y="576734"/>
                  <a:pt x="3334056" y="577551"/>
                  <a:pt x="3334874" y="578572"/>
                </a:cubicBezTo>
                <a:cubicBezTo>
                  <a:pt x="3335897" y="579595"/>
                  <a:pt x="3336715" y="580821"/>
                  <a:pt x="3335488" y="582251"/>
                </a:cubicBezTo>
                <a:cubicBezTo>
                  <a:pt x="3334465" y="583478"/>
                  <a:pt x="3333238" y="582865"/>
                  <a:pt x="3332012" y="581843"/>
                </a:cubicBezTo>
                <a:cubicBezTo>
                  <a:pt x="3330785" y="581026"/>
                  <a:pt x="3329558" y="580004"/>
                  <a:pt x="3328331" y="579390"/>
                </a:cubicBezTo>
                <a:cubicBezTo>
                  <a:pt x="3326491" y="578164"/>
                  <a:pt x="3324446" y="578777"/>
                  <a:pt x="3323015" y="580004"/>
                </a:cubicBezTo>
                <a:cubicBezTo>
                  <a:pt x="3321583" y="581230"/>
                  <a:pt x="3322401" y="583069"/>
                  <a:pt x="3323015" y="584500"/>
                </a:cubicBezTo>
                <a:cubicBezTo>
                  <a:pt x="3326082" y="591653"/>
                  <a:pt x="3336306" y="594719"/>
                  <a:pt x="3343258" y="590426"/>
                </a:cubicBezTo>
                <a:cubicBezTo>
                  <a:pt x="3346530" y="588383"/>
                  <a:pt x="3347757" y="588996"/>
                  <a:pt x="3348166" y="592266"/>
                </a:cubicBezTo>
                <a:cubicBezTo>
                  <a:pt x="3348779" y="597580"/>
                  <a:pt x="3351233" y="601055"/>
                  <a:pt x="3356550" y="602894"/>
                </a:cubicBezTo>
                <a:cubicBezTo>
                  <a:pt x="3357981" y="603303"/>
                  <a:pt x="3360231" y="604325"/>
                  <a:pt x="3359617" y="606572"/>
                </a:cubicBezTo>
                <a:cubicBezTo>
                  <a:pt x="3358390" y="611682"/>
                  <a:pt x="3360435" y="615974"/>
                  <a:pt x="3363093" y="620062"/>
                </a:cubicBezTo>
                <a:cubicBezTo>
                  <a:pt x="3365138" y="623127"/>
                  <a:pt x="3365751" y="625988"/>
                  <a:pt x="3363502" y="629667"/>
                </a:cubicBezTo>
                <a:cubicBezTo>
                  <a:pt x="3361048" y="633550"/>
                  <a:pt x="3362479" y="635799"/>
                  <a:pt x="3367387" y="636616"/>
                </a:cubicBezTo>
                <a:cubicBezTo>
                  <a:pt x="3367591" y="636616"/>
                  <a:pt x="3367796" y="636616"/>
                  <a:pt x="3368000" y="636616"/>
                </a:cubicBezTo>
                <a:cubicBezTo>
                  <a:pt x="3369841" y="636820"/>
                  <a:pt x="3371681" y="637229"/>
                  <a:pt x="3371886" y="639069"/>
                </a:cubicBezTo>
                <a:cubicBezTo>
                  <a:pt x="3372294" y="640908"/>
                  <a:pt x="3370046" y="640703"/>
                  <a:pt x="3369022" y="641317"/>
                </a:cubicBezTo>
                <a:cubicBezTo>
                  <a:pt x="3362479" y="644587"/>
                  <a:pt x="3359822" y="649696"/>
                  <a:pt x="3361048" y="657054"/>
                </a:cubicBezTo>
                <a:cubicBezTo>
                  <a:pt x="3361457" y="659507"/>
                  <a:pt x="3360639" y="660937"/>
                  <a:pt x="3358594" y="661959"/>
                </a:cubicBezTo>
                <a:cubicBezTo>
                  <a:pt x="3357367" y="662573"/>
                  <a:pt x="3356141" y="662981"/>
                  <a:pt x="3354914" y="663595"/>
                </a:cubicBezTo>
                <a:cubicBezTo>
                  <a:pt x="3353278" y="664411"/>
                  <a:pt x="3352664" y="665638"/>
                  <a:pt x="3353073" y="667478"/>
                </a:cubicBezTo>
                <a:lnTo>
                  <a:pt x="3353988" y="668776"/>
                </a:lnTo>
                <a:lnTo>
                  <a:pt x="3338006" y="684670"/>
                </a:lnTo>
                <a:lnTo>
                  <a:pt x="3338350" y="681580"/>
                </a:lnTo>
                <a:cubicBezTo>
                  <a:pt x="3338759" y="679944"/>
                  <a:pt x="3338759" y="679126"/>
                  <a:pt x="3336919" y="678105"/>
                </a:cubicBezTo>
                <a:cubicBezTo>
                  <a:pt x="3334874" y="677288"/>
                  <a:pt x="3334056" y="678310"/>
                  <a:pt x="3333238" y="679535"/>
                </a:cubicBezTo>
                <a:cubicBezTo>
                  <a:pt x="3332625" y="680353"/>
                  <a:pt x="3332421" y="681171"/>
                  <a:pt x="3332012" y="682193"/>
                </a:cubicBezTo>
                <a:cubicBezTo>
                  <a:pt x="3330171" y="686485"/>
                  <a:pt x="3328944" y="686689"/>
                  <a:pt x="3325878" y="683214"/>
                </a:cubicBezTo>
                <a:cubicBezTo>
                  <a:pt x="3325263" y="682397"/>
                  <a:pt x="3324446" y="681375"/>
                  <a:pt x="3323219" y="681375"/>
                </a:cubicBezTo>
                <a:cubicBezTo>
                  <a:pt x="3321788" y="681580"/>
                  <a:pt x="3321788" y="683214"/>
                  <a:pt x="3321379" y="684236"/>
                </a:cubicBezTo>
                <a:cubicBezTo>
                  <a:pt x="3320970" y="685054"/>
                  <a:pt x="3320765" y="685872"/>
                  <a:pt x="3320765" y="686689"/>
                </a:cubicBezTo>
                <a:cubicBezTo>
                  <a:pt x="3320459" y="688427"/>
                  <a:pt x="3319794" y="689243"/>
                  <a:pt x="3318925" y="689423"/>
                </a:cubicBezTo>
                <a:cubicBezTo>
                  <a:pt x="3318056" y="689602"/>
                  <a:pt x="3316982" y="689142"/>
                  <a:pt x="3315857" y="688324"/>
                </a:cubicBezTo>
                <a:cubicBezTo>
                  <a:pt x="3313608" y="686485"/>
                  <a:pt x="3311359" y="684236"/>
                  <a:pt x="3309110" y="682397"/>
                </a:cubicBezTo>
                <a:cubicBezTo>
                  <a:pt x="3306452" y="680149"/>
                  <a:pt x="3303384" y="678514"/>
                  <a:pt x="3300112" y="680353"/>
                </a:cubicBezTo>
                <a:cubicBezTo>
                  <a:pt x="3297455" y="681580"/>
                  <a:pt x="3296227" y="680557"/>
                  <a:pt x="3294796" y="678719"/>
                </a:cubicBezTo>
                <a:cubicBezTo>
                  <a:pt x="3291729" y="674631"/>
                  <a:pt x="3288048" y="671566"/>
                  <a:pt x="3282323" y="672791"/>
                </a:cubicBezTo>
                <a:cubicBezTo>
                  <a:pt x="3280891" y="673200"/>
                  <a:pt x="3280482" y="672587"/>
                  <a:pt x="3280278" y="671157"/>
                </a:cubicBezTo>
                <a:cubicBezTo>
                  <a:pt x="3279460" y="661142"/>
                  <a:pt x="3275166" y="652557"/>
                  <a:pt x="3269440" y="644791"/>
                </a:cubicBezTo>
                <a:cubicBezTo>
                  <a:pt x="3268009" y="642952"/>
                  <a:pt x="3268418" y="641726"/>
                  <a:pt x="3269236" y="639887"/>
                </a:cubicBezTo>
                <a:cubicBezTo>
                  <a:pt x="3271280" y="636208"/>
                  <a:pt x="3273530" y="632120"/>
                  <a:pt x="3272098" y="628033"/>
                </a:cubicBezTo>
                <a:cubicBezTo>
                  <a:pt x="3270667" y="623945"/>
                  <a:pt x="3271689" y="621083"/>
                  <a:pt x="3273735" y="617813"/>
                </a:cubicBezTo>
                <a:cubicBezTo>
                  <a:pt x="3274348" y="616792"/>
                  <a:pt x="3274757" y="615770"/>
                  <a:pt x="3275370" y="614543"/>
                </a:cubicBezTo>
                <a:cubicBezTo>
                  <a:pt x="3278029" y="608617"/>
                  <a:pt x="3281095" y="603098"/>
                  <a:pt x="3287435" y="600237"/>
                </a:cubicBezTo>
                <a:cubicBezTo>
                  <a:pt x="3288662" y="599828"/>
                  <a:pt x="3288662" y="599011"/>
                  <a:pt x="3288662" y="597988"/>
                </a:cubicBezTo>
                <a:cubicBezTo>
                  <a:pt x="3288457" y="594923"/>
                  <a:pt x="3282936" y="587565"/>
                  <a:pt x="3280073" y="586748"/>
                </a:cubicBezTo>
                <a:cubicBezTo>
                  <a:pt x="3275575" y="585727"/>
                  <a:pt x="3271689" y="583478"/>
                  <a:pt x="3268623" y="580004"/>
                </a:cubicBezTo>
                <a:cubicBezTo>
                  <a:pt x="3264328" y="575507"/>
                  <a:pt x="3260647" y="570806"/>
                  <a:pt x="3256558" y="566106"/>
                </a:cubicBezTo>
                <a:cubicBezTo>
                  <a:pt x="3255331" y="564880"/>
                  <a:pt x="3255944" y="564062"/>
                  <a:pt x="3256762" y="563040"/>
                </a:cubicBezTo>
                <a:cubicBezTo>
                  <a:pt x="3260443" y="558543"/>
                  <a:pt x="3260443" y="558543"/>
                  <a:pt x="3255944" y="555478"/>
                </a:cubicBezTo>
                <a:cubicBezTo>
                  <a:pt x="3251854" y="552412"/>
                  <a:pt x="3251650" y="550368"/>
                  <a:pt x="3255331" y="546485"/>
                </a:cubicBezTo>
                <a:cubicBezTo>
                  <a:pt x="3256966" y="544850"/>
                  <a:pt x="3258603" y="543010"/>
                  <a:pt x="3257989" y="540149"/>
                </a:cubicBezTo>
                <a:cubicBezTo>
                  <a:pt x="3256149" y="532996"/>
                  <a:pt x="3258807" y="527069"/>
                  <a:pt x="3263511" y="521756"/>
                </a:cubicBezTo>
                <a:cubicBezTo>
                  <a:pt x="3266577" y="518281"/>
                  <a:pt x="3270258" y="515010"/>
                  <a:pt x="3272507" y="510924"/>
                </a:cubicBezTo>
                <a:cubicBezTo>
                  <a:pt x="3272917" y="510106"/>
                  <a:pt x="3273530" y="509288"/>
                  <a:pt x="3274552" y="509493"/>
                </a:cubicBezTo>
                <a:cubicBezTo>
                  <a:pt x="3279664" y="511127"/>
                  <a:pt x="3282323" y="507857"/>
                  <a:pt x="3285185" y="504587"/>
                </a:cubicBezTo>
                <a:cubicBezTo>
                  <a:pt x="3286003" y="503565"/>
                  <a:pt x="3287026" y="502340"/>
                  <a:pt x="3288866" y="502749"/>
                </a:cubicBezTo>
                <a:close/>
                <a:moveTo>
                  <a:pt x="6433558" y="499121"/>
                </a:moveTo>
                <a:cubicBezTo>
                  <a:pt x="6436511" y="499154"/>
                  <a:pt x="6439330" y="499891"/>
                  <a:pt x="6441612" y="503107"/>
                </a:cubicBezTo>
                <a:cubicBezTo>
                  <a:pt x="6442414" y="504180"/>
                  <a:pt x="6444025" y="505519"/>
                  <a:pt x="6446170" y="505519"/>
                </a:cubicBezTo>
                <a:cubicBezTo>
                  <a:pt x="6449124" y="505251"/>
                  <a:pt x="6450736" y="506859"/>
                  <a:pt x="6451270" y="509808"/>
                </a:cubicBezTo>
                <a:cubicBezTo>
                  <a:pt x="6451807" y="511684"/>
                  <a:pt x="6453151" y="512756"/>
                  <a:pt x="6454491" y="514096"/>
                </a:cubicBezTo>
                <a:cubicBezTo>
                  <a:pt x="6457980" y="517313"/>
                  <a:pt x="6459590" y="521065"/>
                  <a:pt x="6458246" y="525889"/>
                </a:cubicBezTo>
                <a:cubicBezTo>
                  <a:pt x="6457442" y="528570"/>
                  <a:pt x="6458246" y="531518"/>
                  <a:pt x="6460931" y="533126"/>
                </a:cubicBezTo>
                <a:cubicBezTo>
                  <a:pt x="6460931" y="534198"/>
                  <a:pt x="6460931" y="535270"/>
                  <a:pt x="6460931" y="536343"/>
                </a:cubicBezTo>
                <a:cubicBezTo>
                  <a:pt x="6458515" y="537683"/>
                  <a:pt x="6457442" y="539291"/>
                  <a:pt x="6457713" y="542775"/>
                </a:cubicBezTo>
                <a:cubicBezTo>
                  <a:pt x="6457980" y="547600"/>
                  <a:pt x="6455832" y="551352"/>
                  <a:pt x="6450468" y="552424"/>
                </a:cubicBezTo>
                <a:cubicBezTo>
                  <a:pt x="6448051" y="552692"/>
                  <a:pt x="6448586" y="554568"/>
                  <a:pt x="6448586" y="556176"/>
                </a:cubicBezTo>
                <a:cubicBezTo>
                  <a:pt x="6448586" y="558857"/>
                  <a:pt x="6447513" y="559393"/>
                  <a:pt x="6445369" y="557517"/>
                </a:cubicBezTo>
                <a:cubicBezTo>
                  <a:pt x="6442146" y="554836"/>
                  <a:pt x="6440000" y="554836"/>
                  <a:pt x="6439194" y="559393"/>
                </a:cubicBezTo>
                <a:cubicBezTo>
                  <a:pt x="6438926" y="560465"/>
                  <a:pt x="6438122" y="561805"/>
                  <a:pt x="6437048" y="560465"/>
                </a:cubicBezTo>
                <a:cubicBezTo>
                  <a:pt x="6433561" y="556981"/>
                  <a:pt x="6431144" y="559125"/>
                  <a:pt x="6428461" y="561537"/>
                </a:cubicBezTo>
                <a:cubicBezTo>
                  <a:pt x="6428193" y="562073"/>
                  <a:pt x="6427119" y="562073"/>
                  <a:pt x="6426583" y="562073"/>
                </a:cubicBezTo>
                <a:cubicBezTo>
                  <a:pt x="6420140" y="558321"/>
                  <a:pt x="6413969" y="554032"/>
                  <a:pt x="6407529" y="550011"/>
                </a:cubicBezTo>
                <a:cubicBezTo>
                  <a:pt x="6404574" y="548135"/>
                  <a:pt x="6402965" y="543043"/>
                  <a:pt x="6401624" y="539022"/>
                </a:cubicBezTo>
                <a:cubicBezTo>
                  <a:pt x="6401086" y="537414"/>
                  <a:pt x="6401357" y="535806"/>
                  <a:pt x="6399744" y="534467"/>
                </a:cubicBezTo>
                <a:cubicBezTo>
                  <a:pt x="6398135" y="533126"/>
                  <a:pt x="6398405" y="531518"/>
                  <a:pt x="6399477" y="529910"/>
                </a:cubicBezTo>
                <a:cubicBezTo>
                  <a:pt x="6400012" y="528838"/>
                  <a:pt x="6401086" y="527497"/>
                  <a:pt x="6400283" y="526426"/>
                </a:cubicBezTo>
                <a:cubicBezTo>
                  <a:pt x="6397597" y="523210"/>
                  <a:pt x="6397331" y="520797"/>
                  <a:pt x="6401624" y="519189"/>
                </a:cubicBezTo>
                <a:cubicBezTo>
                  <a:pt x="6402698" y="518921"/>
                  <a:pt x="6402965" y="517313"/>
                  <a:pt x="6401892" y="516508"/>
                </a:cubicBezTo>
                <a:cubicBezTo>
                  <a:pt x="6398405" y="513560"/>
                  <a:pt x="6402160" y="512220"/>
                  <a:pt x="6402698" y="510075"/>
                </a:cubicBezTo>
                <a:cubicBezTo>
                  <a:pt x="6404574" y="502839"/>
                  <a:pt x="6412897" y="504983"/>
                  <a:pt x="6416114" y="499623"/>
                </a:cubicBezTo>
                <a:cubicBezTo>
                  <a:pt x="6417189" y="497747"/>
                  <a:pt x="6422288" y="499086"/>
                  <a:pt x="6424702" y="499355"/>
                </a:cubicBezTo>
                <a:cubicBezTo>
                  <a:pt x="6427521" y="499757"/>
                  <a:pt x="6430606" y="499087"/>
                  <a:pt x="6433558" y="499121"/>
                </a:cubicBezTo>
                <a:close/>
                <a:moveTo>
                  <a:pt x="8788828" y="487582"/>
                </a:moveTo>
                <a:cubicBezTo>
                  <a:pt x="8792344" y="488359"/>
                  <a:pt x="8795467" y="489137"/>
                  <a:pt x="8798980" y="489137"/>
                </a:cubicBezTo>
                <a:cubicBezTo>
                  <a:pt x="8802496" y="489137"/>
                  <a:pt x="8806008" y="491470"/>
                  <a:pt x="8807572" y="494579"/>
                </a:cubicBezTo>
                <a:cubicBezTo>
                  <a:pt x="8808744" y="497300"/>
                  <a:pt x="8809914" y="498854"/>
                  <a:pt x="8812256" y="500021"/>
                </a:cubicBezTo>
                <a:cubicBezTo>
                  <a:pt x="8812256" y="504686"/>
                  <a:pt x="8812256" y="509351"/>
                  <a:pt x="8812256" y="514015"/>
                </a:cubicBezTo>
                <a:cubicBezTo>
                  <a:pt x="8808352" y="515958"/>
                  <a:pt x="8805228" y="519068"/>
                  <a:pt x="8803666" y="522567"/>
                </a:cubicBezTo>
                <a:cubicBezTo>
                  <a:pt x="8801715" y="525677"/>
                  <a:pt x="8800152" y="529175"/>
                  <a:pt x="8798199" y="532674"/>
                </a:cubicBezTo>
                <a:cubicBezTo>
                  <a:pt x="8796246" y="535784"/>
                  <a:pt x="8794295" y="539282"/>
                  <a:pt x="8793904" y="543169"/>
                </a:cubicBezTo>
                <a:cubicBezTo>
                  <a:pt x="8793123" y="546667"/>
                  <a:pt x="8790780" y="548223"/>
                  <a:pt x="8788048" y="550167"/>
                </a:cubicBezTo>
                <a:cubicBezTo>
                  <a:pt x="8785314" y="552109"/>
                  <a:pt x="8781408" y="551721"/>
                  <a:pt x="8779456" y="554442"/>
                </a:cubicBezTo>
                <a:cubicBezTo>
                  <a:pt x="8776724" y="554442"/>
                  <a:pt x="8774380" y="554442"/>
                  <a:pt x="8771646" y="554442"/>
                </a:cubicBezTo>
                <a:cubicBezTo>
                  <a:pt x="8771646" y="553276"/>
                  <a:pt x="8771256" y="552888"/>
                  <a:pt x="8770476" y="552888"/>
                </a:cubicBezTo>
                <a:cubicBezTo>
                  <a:pt x="8764617" y="552888"/>
                  <a:pt x="8761494" y="549000"/>
                  <a:pt x="8759542" y="544335"/>
                </a:cubicBezTo>
                <a:cubicBezTo>
                  <a:pt x="8757588" y="540060"/>
                  <a:pt x="8755244" y="536172"/>
                  <a:pt x="8756028" y="531119"/>
                </a:cubicBezTo>
                <a:cubicBezTo>
                  <a:pt x="8757200" y="525677"/>
                  <a:pt x="8756808" y="519846"/>
                  <a:pt x="8761494" y="515570"/>
                </a:cubicBezTo>
                <a:cubicBezTo>
                  <a:pt x="8763055" y="514015"/>
                  <a:pt x="8764617" y="512849"/>
                  <a:pt x="8767352" y="512072"/>
                </a:cubicBezTo>
                <a:cubicBezTo>
                  <a:pt x="8771256" y="510905"/>
                  <a:pt x="8775942" y="508961"/>
                  <a:pt x="8774770" y="502742"/>
                </a:cubicBezTo>
                <a:cubicBezTo>
                  <a:pt x="8774380" y="500410"/>
                  <a:pt x="8776724" y="499633"/>
                  <a:pt x="8777115" y="498466"/>
                </a:cubicBezTo>
                <a:cubicBezTo>
                  <a:pt x="8779068" y="492247"/>
                  <a:pt x="8783751" y="489526"/>
                  <a:pt x="8788828" y="487582"/>
                </a:cubicBezTo>
                <a:close/>
                <a:moveTo>
                  <a:pt x="5326723" y="485591"/>
                </a:moveTo>
                <a:lnTo>
                  <a:pt x="5327190" y="485702"/>
                </a:lnTo>
                <a:lnTo>
                  <a:pt x="5326938" y="485952"/>
                </a:lnTo>
                <a:close/>
                <a:moveTo>
                  <a:pt x="7668546" y="465737"/>
                </a:moveTo>
                <a:cubicBezTo>
                  <a:pt x="7672794" y="465688"/>
                  <a:pt x="7677236" y="466653"/>
                  <a:pt x="7681293" y="466075"/>
                </a:cubicBezTo>
                <a:cubicBezTo>
                  <a:pt x="7684772" y="465689"/>
                  <a:pt x="7692116" y="463759"/>
                  <a:pt x="7693660" y="466461"/>
                </a:cubicBezTo>
                <a:cubicBezTo>
                  <a:pt x="7698295" y="474178"/>
                  <a:pt x="7710275" y="471091"/>
                  <a:pt x="7712977" y="481509"/>
                </a:cubicBezTo>
                <a:cubicBezTo>
                  <a:pt x="7713752" y="484596"/>
                  <a:pt x="7719158" y="486526"/>
                  <a:pt x="7714136" y="490770"/>
                </a:cubicBezTo>
                <a:cubicBezTo>
                  <a:pt x="7712593" y="491928"/>
                  <a:pt x="7712977" y="494243"/>
                  <a:pt x="7714523" y="494629"/>
                </a:cubicBezTo>
                <a:cubicBezTo>
                  <a:pt x="7720706" y="496945"/>
                  <a:pt x="7720320" y="500418"/>
                  <a:pt x="7716454" y="505048"/>
                </a:cubicBezTo>
                <a:cubicBezTo>
                  <a:pt x="7715295" y="506591"/>
                  <a:pt x="7716841" y="508521"/>
                  <a:pt x="7717613" y="510065"/>
                </a:cubicBezTo>
                <a:cubicBezTo>
                  <a:pt x="7719158" y="512380"/>
                  <a:pt x="7719545" y="514694"/>
                  <a:pt x="7717228" y="516624"/>
                </a:cubicBezTo>
                <a:cubicBezTo>
                  <a:pt x="7714913" y="518554"/>
                  <a:pt x="7715295" y="520869"/>
                  <a:pt x="7714523" y="523184"/>
                </a:cubicBezTo>
                <a:cubicBezTo>
                  <a:pt x="7712593" y="528972"/>
                  <a:pt x="7710275" y="536304"/>
                  <a:pt x="7706024" y="539005"/>
                </a:cubicBezTo>
                <a:cubicBezTo>
                  <a:pt x="7696752" y="544793"/>
                  <a:pt x="7687864" y="550967"/>
                  <a:pt x="7678590" y="556370"/>
                </a:cubicBezTo>
                <a:cubicBezTo>
                  <a:pt x="7677817" y="556370"/>
                  <a:pt x="7676273" y="556370"/>
                  <a:pt x="7675888" y="555598"/>
                </a:cubicBezTo>
                <a:cubicBezTo>
                  <a:pt x="7672021" y="552125"/>
                  <a:pt x="7668542" y="549037"/>
                  <a:pt x="7663524" y="554054"/>
                </a:cubicBezTo>
                <a:cubicBezTo>
                  <a:pt x="7661978" y="555984"/>
                  <a:pt x="7660815" y="554054"/>
                  <a:pt x="7660440" y="552511"/>
                </a:cubicBezTo>
                <a:cubicBezTo>
                  <a:pt x="7659278" y="545951"/>
                  <a:pt x="7656177" y="545951"/>
                  <a:pt x="7651544" y="549809"/>
                </a:cubicBezTo>
                <a:cubicBezTo>
                  <a:pt x="7648459" y="552511"/>
                  <a:pt x="7646913" y="551739"/>
                  <a:pt x="7646913" y="547881"/>
                </a:cubicBezTo>
                <a:cubicBezTo>
                  <a:pt x="7646913" y="545565"/>
                  <a:pt x="7647694" y="542864"/>
                  <a:pt x="7644217" y="542478"/>
                </a:cubicBezTo>
                <a:cubicBezTo>
                  <a:pt x="7636497" y="540934"/>
                  <a:pt x="7633397" y="535533"/>
                  <a:pt x="7633787" y="528586"/>
                </a:cubicBezTo>
                <a:cubicBezTo>
                  <a:pt x="7634183" y="523570"/>
                  <a:pt x="7632626" y="521255"/>
                  <a:pt x="7629147" y="519325"/>
                </a:cubicBezTo>
                <a:cubicBezTo>
                  <a:pt x="7629147" y="517782"/>
                  <a:pt x="7629147" y="516238"/>
                  <a:pt x="7629147" y="514694"/>
                </a:cubicBezTo>
                <a:cubicBezTo>
                  <a:pt x="7633018" y="512380"/>
                  <a:pt x="7634183" y="508135"/>
                  <a:pt x="7633018" y="504276"/>
                </a:cubicBezTo>
                <a:cubicBezTo>
                  <a:pt x="7631075" y="497330"/>
                  <a:pt x="7633397" y="491928"/>
                  <a:pt x="7638423" y="487298"/>
                </a:cubicBezTo>
                <a:cubicBezTo>
                  <a:pt x="7640346" y="485368"/>
                  <a:pt x="7642286" y="483825"/>
                  <a:pt x="7643060" y="481123"/>
                </a:cubicBezTo>
                <a:cubicBezTo>
                  <a:pt x="7643823" y="476879"/>
                  <a:pt x="7646139" y="474564"/>
                  <a:pt x="7650388" y="474950"/>
                </a:cubicBezTo>
                <a:cubicBezTo>
                  <a:pt x="7653485" y="474950"/>
                  <a:pt x="7655808" y="473020"/>
                  <a:pt x="7656964" y="471476"/>
                </a:cubicBezTo>
                <a:cubicBezTo>
                  <a:pt x="7660244" y="466846"/>
                  <a:pt x="7664298" y="465785"/>
                  <a:pt x="7668546" y="465737"/>
                </a:cubicBezTo>
                <a:close/>
                <a:moveTo>
                  <a:pt x="10118432" y="433327"/>
                </a:moveTo>
                <a:cubicBezTo>
                  <a:pt x="10125580" y="436063"/>
                  <a:pt x="10132176" y="439896"/>
                  <a:pt x="10134928" y="448654"/>
                </a:cubicBezTo>
                <a:cubicBezTo>
                  <a:pt x="10135476" y="450296"/>
                  <a:pt x="10138776" y="451391"/>
                  <a:pt x="10138226" y="454676"/>
                </a:cubicBezTo>
                <a:cubicBezTo>
                  <a:pt x="10136577" y="463435"/>
                  <a:pt x="10143175" y="466171"/>
                  <a:pt x="10148675" y="467813"/>
                </a:cubicBezTo>
                <a:cubicBezTo>
                  <a:pt x="10152523" y="468908"/>
                  <a:pt x="10154722" y="470550"/>
                  <a:pt x="10156921" y="472740"/>
                </a:cubicBezTo>
                <a:cubicBezTo>
                  <a:pt x="10163520" y="478762"/>
                  <a:pt x="10162970" y="486973"/>
                  <a:pt x="10164620" y="494637"/>
                </a:cubicBezTo>
                <a:cubicBezTo>
                  <a:pt x="10165721" y="501753"/>
                  <a:pt x="10162422" y="507226"/>
                  <a:pt x="10159672" y="513248"/>
                </a:cubicBezTo>
                <a:cubicBezTo>
                  <a:pt x="10156921" y="519817"/>
                  <a:pt x="10152523" y="525291"/>
                  <a:pt x="10144275" y="525291"/>
                </a:cubicBezTo>
                <a:cubicBezTo>
                  <a:pt x="10143175" y="525291"/>
                  <a:pt x="10142625" y="525839"/>
                  <a:pt x="10142625" y="527481"/>
                </a:cubicBezTo>
                <a:cubicBezTo>
                  <a:pt x="10138776" y="527481"/>
                  <a:pt x="10135476" y="527481"/>
                  <a:pt x="10131628" y="527481"/>
                </a:cubicBezTo>
                <a:cubicBezTo>
                  <a:pt x="10128880" y="523649"/>
                  <a:pt x="10123381" y="524197"/>
                  <a:pt x="10119530" y="521459"/>
                </a:cubicBezTo>
                <a:cubicBezTo>
                  <a:pt x="10115681" y="518722"/>
                  <a:pt x="10112382" y="516532"/>
                  <a:pt x="10111283" y="511606"/>
                </a:cubicBezTo>
                <a:cubicBezTo>
                  <a:pt x="10110733" y="506132"/>
                  <a:pt x="10107982" y="501205"/>
                  <a:pt x="10105235" y="496826"/>
                </a:cubicBezTo>
                <a:cubicBezTo>
                  <a:pt x="10102484" y="491899"/>
                  <a:pt x="10100285" y="486973"/>
                  <a:pt x="10097534" y="482594"/>
                </a:cubicBezTo>
                <a:cubicBezTo>
                  <a:pt x="10095335" y="477666"/>
                  <a:pt x="10090937" y="473288"/>
                  <a:pt x="10085437" y="470550"/>
                </a:cubicBezTo>
                <a:cubicBezTo>
                  <a:pt x="10085437" y="463981"/>
                  <a:pt x="10085437" y="457413"/>
                  <a:pt x="10085437" y="450844"/>
                </a:cubicBezTo>
                <a:cubicBezTo>
                  <a:pt x="10088737" y="449202"/>
                  <a:pt x="10090388" y="447012"/>
                  <a:pt x="10092036" y="443180"/>
                </a:cubicBezTo>
                <a:cubicBezTo>
                  <a:pt x="10094236" y="438801"/>
                  <a:pt x="10099184" y="435517"/>
                  <a:pt x="10104134" y="435517"/>
                </a:cubicBezTo>
                <a:cubicBezTo>
                  <a:pt x="10109082" y="435517"/>
                  <a:pt x="10113482" y="434421"/>
                  <a:pt x="10118432" y="433327"/>
                </a:cubicBezTo>
                <a:close/>
                <a:moveTo>
                  <a:pt x="9450766" y="431533"/>
                </a:moveTo>
                <a:cubicBezTo>
                  <a:pt x="9455714" y="432627"/>
                  <a:pt x="9460115" y="433723"/>
                  <a:pt x="9465064" y="433723"/>
                </a:cubicBezTo>
                <a:cubicBezTo>
                  <a:pt x="9470014" y="433723"/>
                  <a:pt x="9474961" y="437007"/>
                  <a:pt x="9477162" y="441386"/>
                </a:cubicBezTo>
                <a:cubicBezTo>
                  <a:pt x="9478809" y="445218"/>
                  <a:pt x="9480459" y="447408"/>
                  <a:pt x="9483757" y="449050"/>
                </a:cubicBezTo>
                <a:cubicBezTo>
                  <a:pt x="9483757" y="455619"/>
                  <a:pt x="9483757" y="462187"/>
                  <a:pt x="9483757" y="468756"/>
                </a:cubicBezTo>
                <a:cubicBezTo>
                  <a:pt x="9478260" y="471494"/>
                  <a:pt x="9473861" y="475872"/>
                  <a:pt x="9471663" y="480800"/>
                </a:cubicBezTo>
                <a:cubicBezTo>
                  <a:pt x="9468916" y="485179"/>
                  <a:pt x="9466714" y="490105"/>
                  <a:pt x="9463963" y="495032"/>
                </a:cubicBezTo>
                <a:cubicBezTo>
                  <a:pt x="9461214" y="499411"/>
                  <a:pt x="9458466" y="504338"/>
                  <a:pt x="9457913" y="509812"/>
                </a:cubicBezTo>
                <a:cubicBezTo>
                  <a:pt x="9456814" y="514738"/>
                  <a:pt x="9453515" y="516928"/>
                  <a:pt x="9449667" y="519665"/>
                </a:cubicBezTo>
                <a:cubicBezTo>
                  <a:pt x="9445818" y="522403"/>
                  <a:pt x="9440320" y="521855"/>
                  <a:pt x="9437569" y="525687"/>
                </a:cubicBezTo>
                <a:cubicBezTo>
                  <a:pt x="9433719" y="525687"/>
                  <a:pt x="9430420" y="525687"/>
                  <a:pt x="9426572" y="525687"/>
                </a:cubicBezTo>
                <a:cubicBezTo>
                  <a:pt x="9426572" y="524045"/>
                  <a:pt x="9426021" y="523497"/>
                  <a:pt x="9424922" y="523497"/>
                </a:cubicBezTo>
                <a:cubicBezTo>
                  <a:pt x="9416674" y="523497"/>
                  <a:pt x="9412275" y="518023"/>
                  <a:pt x="9409526" y="511454"/>
                </a:cubicBezTo>
                <a:cubicBezTo>
                  <a:pt x="9406776" y="505432"/>
                  <a:pt x="9403478" y="499959"/>
                  <a:pt x="9404576" y="492843"/>
                </a:cubicBezTo>
                <a:cubicBezTo>
                  <a:pt x="9406226" y="485179"/>
                  <a:pt x="9405677" y="476968"/>
                  <a:pt x="9412275" y="470946"/>
                </a:cubicBezTo>
                <a:cubicBezTo>
                  <a:pt x="9414476" y="468756"/>
                  <a:pt x="9416674" y="467114"/>
                  <a:pt x="9420523" y="466019"/>
                </a:cubicBezTo>
                <a:cubicBezTo>
                  <a:pt x="9426021" y="464377"/>
                  <a:pt x="9432621" y="461641"/>
                  <a:pt x="9430969" y="452882"/>
                </a:cubicBezTo>
                <a:cubicBezTo>
                  <a:pt x="9430420" y="449597"/>
                  <a:pt x="9433719" y="448502"/>
                  <a:pt x="9434268" y="446860"/>
                </a:cubicBezTo>
                <a:cubicBezTo>
                  <a:pt x="9437020" y="438102"/>
                  <a:pt x="9443622" y="434269"/>
                  <a:pt x="9450766" y="431533"/>
                </a:cubicBezTo>
                <a:close/>
                <a:moveTo>
                  <a:pt x="8279557" y="404265"/>
                </a:moveTo>
                <a:cubicBezTo>
                  <a:pt x="8281397" y="403856"/>
                  <a:pt x="8282417" y="405082"/>
                  <a:pt x="8283237" y="406104"/>
                </a:cubicBezTo>
                <a:cubicBezTo>
                  <a:pt x="8286101" y="409374"/>
                  <a:pt x="8288757" y="412644"/>
                  <a:pt x="8293871" y="411009"/>
                </a:cubicBezTo>
                <a:cubicBezTo>
                  <a:pt x="8294890" y="410805"/>
                  <a:pt x="8295504" y="411623"/>
                  <a:pt x="8295912" y="412440"/>
                </a:cubicBezTo>
                <a:cubicBezTo>
                  <a:pt x="8298164" y="416527"/>
                  <a:pt x="8301843" y="419798"/>
                  <a:pt x="8304910" y="423272"/>
                </a:cubicBezTo>
                <a:cubicBezTo>
                  <a:pt x="8309611" y="428585"/>
                  <a:pt x="8312274" y="434513"/>
                  <a:pt x="8310432" y="441666"/>
                </a:cubicBezTo>
                <a:cubicBezTo>
                  <a:pt x="8309817" y="444527"/>
                  <a:pt x="8311453" y="446367"/>
                  <a:pt x="8313088" y="448001"/>
                </a:cubicBezTo>
                <a:cubicBezTo>
                  <a:pt x="8316768" y="451885"/>
                  <a:pt x="8316566" y="453929"/>
                  <a:pt x="8312478" y="456994"/>
                </a:cubicBezTo>
                <a:cubicBezTo>
                  <a:pt x="8307979" y="460060"/>
                  <a:pt x="8307979" y="460060"/>
                  <a:pt x="8311659" y="464556"/>
                </a:cubicBezTo>
                <a:cubicBezTo>
                  <a:pt x="8312478" y="465578"/>
                  <a:pt x="8313088" y="466396"/>
                  <a:pt x="8311863" y="467622"/>
                </a:cubicBezTo>
                <a:cubicBezTo>
                  <a:pt x="8307775" y="472323"/>
                  <a:pt x="8304095" y="477024"/>
                  <a:pt x="8299802" y="481520"/>
                </a:cubicBezTo>
                <a:cubicBezTo>
                  <a:pt x="8296733" y="484994"/>
                  <a:pt x="8292846" y="487242"/>
                  <a:pt x="8288349" y="488264"/>
                </a:cubicBezTo>
                <a:cubicBezTo>
                  <a:pt x="8285485" y="489082"/>
                  <a:pt x="8279965" y="496439"/>
                  <a:pt x="8279763" y="499505"/>
                </a:cubicBezTo>
                <a:cubicBezTo>
                  <a:pt x="8279763" y="500527"/>
                  <a:pt x="8279763" y="501345"/>
                  <a:pt x="8280988" y="501754"/>
                </a:cubicBezTo>
                <a:cubicBezTo>
                  <a:pt x="8287327" y="504615"/>
                  <a:pt x="8290393" y="510132"/>
                  <a:pt x="8293054" y="516060"/>
                </a:cubicBezTo>
                <a:cubicBezTo>
                  <a:pt x="8293664" y="517286"/>
                  <a:pt x="8294075" y="518308"/>
                  <a:pt x="8294687" y="519330"/>
                </a:cubicBezTo>
                <a:cubicBezTo>
                  <a:pt x="8296733" y="522600"/>
                  <a:pt x="8297753" y="525461"/>
                  <a:pt x="8296321" y="529548"/>
                </a:cubicBezTo>
                <a:cubicBezTo>
                  <a:pt x="8294890" y="533636"/>
                  <a:pt x="8297142" y="537723"/>
                  <a:pt x="8299184" y="541402"/>
                </a:cubicBezTo>
                <a:cubicBezTo>
                  <a:pt x="8300005" y="543242"/>
                  <a:pt x="8300413" y="544469"/>
                  <a:pt x="8298983" y="546308"/>
                </a:cubicBezTo>
                <a:lnTo>
                  <a:pt x="8289215" y="570066"/>
                </a:lnTo>
                <a:lnTo>
                  <a:pt x="8297712" y="565573"/>
                </a:lnTo>
                <a:cubicBezTo>
                  <a:pt x="8316193" y="539515"/>
                  <a:pt x="8343373" y="553630"/>
                  <a:pt x="8366204" y="550372"/>
                </a:cubicBezTo>
                <a:cubicBezTo>
                  <a:pt x="8375985" y="549287"/>
                  <a:pt x="8396640" y="543858"/>
                  <a:pt x="8400990" y="551458"/>
                </a:cubicBezTo>
                <a:cubicBezTo>
                  <a:pt x="8414034" y="573173"/>
                  <a:pt x="8447735" y="564487"/>
                  <a:pt x="8455344" y="593802"/>
                </a:cubicBezTo>
                <a:cubicBezTo>
                  <a:pt x="8457520" y="602488"/>
                  <a:pt x="8472742" y="607916"/>
                  <a:pt x="8458606" y="619860"/>
                </a:cubicBezTo>
                <a:cubicBezTo>
                  <a:pt x="8454258" y="623116"/>
                  <a:pt x="8455344" y="629631"/>
                  <a:pt x="8459693" y="630717"/>
                </a:cubicBezTo>
                <a:cubicBezTo>
                  <a:pt x="8477088" y="637231"/>
                  <a:pt x="8476001" y="647003"/>
                  <a:pt x="8465128" y="660032"/>
                </a:cubicBezTo>
                <a:cubicBezTo>
                  <a:pt x="8461868" y="664374"/>
                  <a:pt x="8466218" y="669803"/>
                  <a:pt x="8468392" y="674146"/>
                </a:cubicBezTo>
                <a:cubicBezTo>
                  <a:pt x="8472742" y="680660"/>
                  <a:pt x="8473828" y="687175"/>
                  <a:pt x="8467305" y="692604"/>
                </a:cubicBezTo>
                <a:cubicBezTo>
                  <a:pt x="8460780" y="698032"/>
                  <a:pt x="8461868" y="704546"/>
                  <a:pt x="8459693" y="711061"/>
                </a:cubicBezTo>
                <a:cubicBezTo>
                  <a:pt x="8454258" y="727347"/>
                  <a:pt x="8447735" y="747975"/>
                  <a:pt x="8435778" y="755575"/>
                </a:cubicBezTo>
                <a:cubicBezTo>
                  <a:pt x="8409688" y="771861"/>
                  <a:pt x="8384681" y="789233"/>
                  <a:pt x="8358590" y="804433"/>
                </a:cubicBezTo>
                <a:cubicBezTo>
                  <a:pt x="8356417" y="804433"/>
                  <a:pt x="8352066" y="804433"/>
                  <a:pt x="8350980" y="802262"/>
                </a:cubicBezTo>
                <a:cubicBezTo>
                  <a:pt x="8340110" y="792491"/>
                  <a:pt x="8330326" y="783805"/>
                  <a:pt x="8316193" y="797919"/>
                </a:cubicBezTo>
                <a:cubicBezTo>
                  <a:pt x="8311846" y="803348"/>
                  <a:pt x="8308582" y="797919"/>
                  <a:pt x="8307494" y="793576"/>
                </a:cubicBezTo>
                <a:cubicBezTo>
                  <a:pt x="8304237" y="775119"/>
                  <a:pt x="8295537" y="775119"/>
                  <a:pt x="8282496" y="785976"/>
                </a:cubicBezTo>
                <a:cubicBezTo>
                  <a:pt x="8273797" y="793576"/>
                  <a:pt x="8269447" y="791405"/>
                  <a:pt x="8269447" y="780547"/>
                </a:cubicBezTo>
                <a:cubicBezTo>
                  <a:pt x="8269447" y="774033"/>
                  <a:pt x="8271622" y="766434"/>
                  <a:pt x="8261838" y="765347"/>
                </a:cubicBezTo>
                <a:cubicBezTo>
                  <a:pt x="8240095" y="761005"/>
                  <a:pt x="8231398" y="745804"/>
                  <a:pt x="8232485" y="726261"/>
                </a:cubicBezTo>
                <a:cubicBezTo>
                  <a:pt x="8233570" y="712147"/>
                  <a:pt x="8229224" y="705632"/>
                  <a:pt x="8219438" y="700204"/>
                </a:cubicBezTo>
                <a:cubicBezTo>
                  <a:pt x="8219438" y="695861"/>
                  <a:pt x="8219438" y="691517"/>
                  <a:pt x="8219438" y="687175"/>
                </a:cubicBezTo>
                <a:cubicBezTo>
                  <a:pt x="8230309" y="680660"/>
                  <a:pt x="8233570" y="668718"/>
                  <a:pt x="8230309" y="657860"/>
                </a:cubicBezTo>
                <a:cubicBezTo>
                  <a:pt x="8224873" y="638317"/>
                  <a:pt x="8231398" y="623116"/>
                  <a:pt x="8245530" y="610088"/>
                </a:cubicBezTo>
                <a:cubicBezTo>
                  <a:pt x="8250965" y="604659"/>
                  <a:pt x="8256402" y="600316"/>
                  <a:pt x="8258577" y="592717"/>
                </a:cubicBezTo>
                <a:lnTo>
                  <a:pt x="8263346" y="582998"/>
                </a:lnTo>
                <a:lnTo>
                  <a:pt x="8259312" y="583914"/>
                </a:lnTo>
                <a:cubicBezTo>
                  <a:pt x="8257064" y="585753"/>
                  <a:pt x="8254808" y="588002"/>
                  <a:pt x="8252564" y="589840"/>
                </a:cubicBezTo>
                <a:cubicBezTo>
                  <a:pt x="8251439" y="590658"/>
                  <a:pt x="8250365" y="591118"/>
                  <a:pt x="8249498" y="590939"/>
                </a:cubicBezTo>
                <a:cubicBezTo>
                  <a:pt x="8248626" y="590760"/>
                  <a:pt x="8247962" y="589943"/>
                  <a:pt x="8247654" y="588206"/>
                </a:cubicBezTo>
                <a:cubicBezTo>
                  <a:pt x="8247654" y="587388"/>
                  <a:pt x="8247451" y="586571"/>
                  <a:pt x="8247044" y="585753"/>
                </a:cubicBezTo>
                <a:cubicBezTo>
                  <a:pt x="8246634" y="584731"/>
                  <a:pt x="8246634" y="583096"/>
                  <a:pt x="8245203" y="582892"/>
                </a:cubicBezTo>
                <a:cubicBezTo>
                  <a:pt x="8243974" y="582892"/>
                  <a:pt x="8243158" y="583914"/>
                  <a:pt x="8242546" y="584731"/>
                </a:cubicBezTo>
                <a:cubicBezTo>
                  <a:pt x="8239477" y="588206"/>
                  <a:pt x="8238250" y="588002"/>
                  <a:pt x="8236409" y="583710"/>
                </a:cubicBezTo>
                <a:cubicBezTo>
                  <a:pt x="8236000" y="582687"/>
                  <a:pt x="8235796" y="581870"/>
                  <a:pt x="8235182" y="581052"/>
                </a:cubicBezTo>
                <a:cubicBezTo>
                  <a:pt x="8234364" y="579826"/>
                  <a:pt x="8233545" y="578804"/>
                  <a:pt x="8231501" y="579622"/>
                </a:cubicBezTo>
                <a:cubicBezTo>
                  <a:pt x="8229660" y="580643"/>
                  <a:pt x="8229660" y="581461"/>
                  <a:pt x="8230070" y="583096"/>
                </a:cubicBezTo>
                <a:lnTo>
                  <a:pt x="8230415" y="586187"/>
                </a:lnTo>
                <a:lnTo>
                  <a:pt x="8214432" y="570292"/>
                </a:lnTo>
                <a:lnTo>
                  <a:pt x="8215348" y="568994"/>
                </a:lnTo>
                <a:cubicBezTo>
                  <a:pt x="8215757" y="567155"/>
                  <a:pt x="8215144" y="565928"/>
                  <a:pt x="8213506" y="565111"/>
                </a:cubicBezTo>
                <a:cubicBezTo>
                  <a:pt x="8212278" y="564498"/>
                  <a:pt x="8211054" y="564089"/>
                  <a:pt x="8209824" y="563476"/>
                </a:cubicBezTo>
                <a:cubicBezTo>
                  <a:pt x="8207783" y="562454"/>
                  <a:pt x="8206963" y="561023"/>
                  <a:pt x="8207373" y="558570"/>
                </a:cubicBezTo>
                <a:cubicBezTo>
                  <a:pt x="8208599" y="551213"/>
                  <a:pt x="8205942" y="546103"/>
                  <a:pt x="8199396" y="542833"/>
                </a:cubicBezTo>
                <a:cubicBezTo>
                  <a:pt x="8198374" y="542220"/>
                  <a:pt x="8196124" y="542424"/>
                  <a:pt x="8196535" y="540586"/>
                </a:cubicBezTo>
                <a:cubicBezTo>
                  <a:pt x="8196738" y="538746"/>
                  <a:pt x="8198581" y="538337"/>
                  <a:pt x="8200422" y="538132"/>
                </a:cubicBezTo>
                <a:cubicBezTo>
                  <a:pt x="8200626" y="538132"/>
                  <a:pt x="8200831" y="538132"/>
                  <a:pt x="8201035" y="538132"/>
                </a:cubicBezTo>
                <a:cubicBezTo>
                  <a:pt x="8205942" y="537315"/>
                  <a:pt x="8207373" y="535067"/>
                  <a:pt x="8204920" y="531184"/>
                </a:cubicBezTo>
                <a:cubicBezTo>
                  <a:pt x="8202669" y="527505"/>
                  <a:pt x="8203282" y="524644"/>
                  <a:pt x="8205329" y="521577"/>
                </a:cubicBezTo>
                <a:cubicBezTo>
                  <a:pt x="8207987" y="517490"/>
                  <a:pt x="8210030" y="513199"/>
                  <a:pt x="8208804" y="508089"/>
                </a:cubicBezTo>
                <a:cubicBezTo>
                  <a:pt x="8208193" y="505840"/>
                  <a:pt x="8210441" y="504819"/>
                  <a:pt x="8211871" y="504410"/>
                </a:cubicBezTo>
                <a:cubicBezTo>
                  <a:pt x="8217188" y="502570"/>
                  <a:pt x="8219641" y="499096"/>
                  <a:pt x="8220253" y="493783"/>
                </a:cubicBezTo>
                <a:cubicBezTo>
                  <a:pt x="8220662" y="490512"/>
                  <a:pt x="8221892" y="489900"/>
                  <a:pt x="8225165" y="491943"/>
                </a:cubicBezTo>
                <a:cubicBezTo>
                  <a:pt x="8232118" y="496235"/>
                  <a:pt x="8242341" y="493170"/>
                  <a:pt x="8245407" y="486017"/>
                </a:cubicBezTo>
                <a:cubicBezTo>
                  <a:pt x="8246022" y="484585"/>
                  <a:pt x="8246836" y="482746"/>
                  <a:pt x="8245407" y="481520"/>
                </a:cubicBezTo>
                <a:cubicBezTo>
                  <a:pt x="8243974" y="480293"/>
                  <a:pt x="8241931" y="479680"/>
                  <a:pt x="8240090" y="480907"/>
                </a:cubicBezTo>
                <a:cubicBezTo>
                  <a:pt x="8238864" y="481520"/>
                  <a:pt x="8237632" y="482541"/>
                  <a:pt x="8236409" y="483359"/>
                </a:cubicBezTo>
                <a:cubicBezTo>
                  <a:pt x="8235182" y="484381"/>
                  <a:pt x="8233955" y="484994"/>
                  <a:pt x="8232935" y="483768"/>
                </a:cubicBezTo>
                <a:cubicBezTo>
                  <a:pt x="8231706" y="482338"/>
                  <a:pt x="8232524" y="481111"/>
                  <a:pt x="8233545" y="480089"/>
                </a:cubicBezTo>
                <a:cubicBezTo>
                  <a:pt x="8234364" y="479067"/>
                  <a:pt x="8235593" y="478250"/>
                  <a:pt x="8236409" y="477432"/>
                </a:cubicBezTo>
                <a:cubicBezTo>
                  <a:pt x="8238250" y="475593"/>
                  <a:pt x="8239272" y="473140"/>
                  <a:pt x="8237431" y="471096"/>
                </a:cubicBezTo>
                <a:cubicBezTo>
                  <a:pt x="8235796" y="469462"/>
                  <a:pt x="8233545" y="471096"/>
                  <a:pt x="8231911" y="472323"/>
                </a:cubicBezTo>
                <a:cubicBezTo>
                  <a:pt x="8230478" y="473345"/>
                  <a:pt x="8229458" y="475184"/>
                  <a:pt x="8227617" y="475797"/>
                </a:cubicBezTo>
                <a:cubicBezTo>
                  <a:pt x="8224957" y="476819"/>
                  <a:pt x="8223322" y="476410"/>
                  <a:pt x="8223523" y="473140"/>
                </a:cubicBezTo>
                <a:cubicBezTo>
                  <a:pt x="8223732" y="468644"/>
                  <a:pt x="8225571" y="464965"/>
                  <a:pt x="8228027" y="461491"/>
                </a:cubicBezTo>
                <a:cubicBezTo>
                  <a:pt x="8231092" y="456994"/>
                  <a:pt x="8231297" y="454542"/>
                  <a:pt x="8228027" y="450250"/>
                </a:cubicBezTo>
                <a:cubicBezTo>
                  <a:pt x="8227002" y="448615"/>
                  <a:pt x="8225366" y="447185"/>
                  <a:pt x="8223932" y="445754"/>
                </a:cubicBezTo>
                <a:cubicBezTo>
                  <a:pt x="8223322" y="445140"/>
                  <a:pt x="8222301" y="444527"/>
                  <a:pt x="8222710" y="443506"/>
                </a:cubicBezTo>
                <a:cubicBezTo>
                  <a:pt x="8223117" y="442279"/>
                  <a:pt x="8224141" y="442075"/>
                  <a:pt x="8224957" y="442279"/>
                </a:cubicBezTo>
                <a:cubicBezTo>
                  <a:pt x="8228637" y="443097"/>
                  <a:pt x="8229458" y="441462"/>
                  <a:pt x="8229252" y="438192"/>
                </a:cubicBezTo>
                <a:cubicBezTo>
                  <a:pt x="8229047" y="434104"/>
                  <a:pt x="8231706" y="431243"/>
                  <a:pt x="8234571" y="428994"/>
                </a:cubicBezTo>
                <a:cubicBezTo>
                  <a:pt x="8236819" y="427155"/>
                  <a:pt x="8237023" y="425724"/>
                  <a:pt x="8234774" y="424089"/>
                </a:cubicBezTo>
                <a:cubicBezTo>
                  <a:pt x="8233545" y="423272"/>
                  <a:pt x="8232728" y="422455"/>
                  <a:pt x="8233137" y="420819"/>
                </a:cubicBezTo>
                <a:cubicBezTo>
                  <a:pt x="8233545" y="418571"/>
                  <a:pt x="8235182" y="418980"/>
                  <a:pt x="8236613" y="418571"/>
                </a:cubicBezTo>
                <a:cubicBezTo>
                  <a:pt x="8237431" y="418367"/>
                  <a:pt x="8238457" y="418367"/>
                  <a:pt x="8239477" y="418162"/>
                </a:cubicBezTo>
                <a:cubicBezTo>
                  <a:pt x="8244999" y="417549"/>
                  <a:pt x="8246223" y="414484"/>
                  <a:pt x="8242953" y="409783"/>
                </a:cubicBezTo>
                <a:cubicBezTo>
                  <a:pt x="8242546" y="409169"/>
                  <a:pt x="8242138" y="408761"/>
                  <a:pt x="8241931" y="408148"/>
                </a:cubicBezTo>
                <a:cubicBezTo>
                  <a:pt x="8241317" y="406922"/>
                  <a:pt x="8240908" y="405286"/>
                  <a:pt x="8242138" y="404470"/>
                </a:cubicBezTo>
                <a:cubicBezTo>
                  <a:pt x="8243158" y="403652"/>
                  <a:pt x="8244589" y="404470"/>
                  <a:pt x="8245407" y="405286"/>
                </a:cubicBezTo>
                <a:cubicBezTo>
                  <a:pt x="8246223" y="406104"/>
                  <a:pt x="8246836" y="406922"/>
                  <a:pt x="8247451" y="407944"/>
                </a:cubicBezTo>
                <a:cubicBezTo>
                  <a:pt x="8248680" y="409374"/>
                  <a:pt x="8249906" y="409783"/>
                  <a:pt x="8251542" y="408557"/>
                </a:cubicBezTo>
                <a:cubicBezTo>
                  <a:pt x="8255426" y="405900"/>
                  <a:pt x="8259720" y="405491"/>
                  <a:pt x="8264017" y="405286"/>
                </a:cubicBezTo>
                <a:cubicBezTo>
                  <a:pt x="8269130" y="404877"/>
                  <a:pt x="8274444" y="405491"/>
                  <a:pt x="8279557" y="404265"/>
                </a:cubicBezTo>
                <a:close/>
                <a:moveTo>
                  <a:pt x="5434097" y="377756"/>
                </a:moveTo>
                <a:cubicBezTo>
                  <a:pt x="5438348" y="377708"/>
                  <a:pt x="5442792" y="378673"/>
                  <a:pt x="5446849" y="378094"/>
                </a:cubicBezTo>
                <a:cubicBezTo>
                  <a:pt x="5450326" y="377708"/>
                  <a:pt x="5457667" y="375779"/>
                  <a:pt x="5459212" y="378480"/>
                </a:cubicBezTo>
                <a:cubicBezTo>
                  <a:pt x="5463849" y="386197"/>
                  <a:pt x="5475826" y="383110"/>
                  <a:pt x="5478530" y="393529"/>
                </a:cubicBezTo>
                <a:cubicBezTo>
                  <a:pt x="5479303" y="396616"/>
                  <a:pt x="5484713" y="398545"/>
                  <a:pt x="5479690" y="402789"/>
                </a:cubicBezTo>
                <a:cubicBezTo>
                  <a:pt x="5478142" y="403947"/>
                  <a:pt x="5478530" y="406263"/>
                  <a:pt x="5480075" y="406648"/>
                </a:cubicBezTo>
                <a:cubicBezTo>
                  <a:pt x="5486259" y="408964"/>
                  <a:pt x="5485871" y="412437"/>
                  <a:pt x="5482008" y="417067"/>
                </a:cubicBezTo>
                <a:cubicBezTo>
                  <a:pt x="5480850" y="418611"/>
                  <a:pt x="5482393" y="420540"/>
                  <a:pt x="5483166" y="422084"/>
                </a:cubicBezTo>
                <a:cubicBezTo>
                  <a:pt x="5484713" y="424399"/>
                  <a:pt x="5485099" y="426714"/>
                  <a:pt x="5482780" y="428643"/>
                </a:cubicBezTo>
                <a:cubicBezTo>
                  <a:pt x="5480461" y="430573"/>
                  <a:pt x="5480850" y="432888"/>
                  <a:pt x="5480075" y="435204"/>
                </a:cubicBezTo>
                <a:cubicBezTo>
                  <a:pt x="5478142" y="440991"/>
                  <a:pt x="5475826" y="448324"/>
                  <a:pt x="5471575" y="451024"/>
                </a:cubicBezTo>
                <a:cubicBezTo>
                  <a:pt x="5462303" y="456813"/>
                  <a:pt x="5453416" y="462986"/>
                  <a:pt x="5444142" y="468389"/>
                </a:cubicBezTo>
                <a:cubicBezTo>
                  <a:pt x="5443370" y="468389"/>
                  <a:pt x="5441826" y="468389"/>
                  <a:pt x="5441439" y="467617"/>
                </a:cubicBezTo>
                <a:cubicBezTo>
                  <a:pt x="5437576" y="464144"/>
                  <a:pt x="5434097" y="461057"/>
                  <a:pt x="5429074" y="466074"/>
                </a:cubicBezTo>
                <a:cubicBezTo>
                  <a:pt x="5427529" y="468003"/>
                  <a:pt x="5426370" y="466074"/>
                  <a:pt x="5425985" y="464530"/>
                </a:cubicBezTo>
                <a:cubicBezTo>
                  <a:pt x="5424826" y="457971"/>
                  <a:pt x="5421734" y="457971"/>
                  <a:pt x="5417098" y="461829"/>
                </a:cubicBezTo>
                <a:cubicBezTo>
                  <a:pt x="5414007" y="464530"/>
                  <a:pt x="5412461" y="463758"/>
                  <a:pt x="5412461" y="459900"/>
                </a:cubicBezTo>
                <a:cubicBezTo>
                  <a:pt x="5412461" y="457585"/>
                  <a:pt x="5413234" y="454883"/>
                  <a:pt x="5409756" y="454497"/>
                </a:cubicBezTo>
                <a:cubicBezTo>
                  <a:pt x="5402029" y="452954"/>
                  <a:pt x="5398938" y="447552"/>
                  <a:pt x="5399325" y="440606"/>
                </a:cubicBezTo>
                <a:cubicBezTo>
                  <a:pt x="5399710" y="435590"/>
                  <a:pt x="5398165" y="433274"/>
                  <a:pt x="5394689" y="431345"/>
                </a:cubicBezTo>
                <a:cubicBezTo>
                  <a:pt x="5394689" y="429801"/>
                  <a:pt x="5394689" y="428257"/>
                  <a:pt x="5394689" y="426714"/>
                </a:cubicBezTo>
                <a:cubicBezTo>
                  <a:pt x="5398552" y="424399"/>
                  <a:pt x="5399710" y="420154"/>
                  <a:pt x="5398552" y="416295"/>
                </a:cubicBezTo>
                <a:cubicBezTo>
                  <a:pt x="5396619" y="409350"/>
                  <a:pt x="5398938" y="403947"/>
                  <a:pt x="5403961" y="399317"/>
                </a:cubicBezTo>
                <a:cubicBezTo>
                  <a:pt x="5405893" y="397388"/>
                  <a:pt x="5407825" y="395844"/>
                  <a:pt x="5408596" y="393143"/>
                </a:cubicBezTo>
                <a:cubicBezTo>
                  <a:pt x="5409371" y="388899"/>
                  <a:pt x="5411690" y="386583"/>
                  <a:pt x="5415940" y="386969"/>
                </a:cubicBezTo>
                <a:cubicBezTo>
                  <a:pt x="5419029" y="386969"/>
                  <a:pt x="5421348" y="385040"/>
                  <a:pt x="5422507" y="383496"/>
                </a:cubicBezTo>
                <a:cubicBezTo>
                  <a:pt x="5425791" y="378866"/>
                  <a:pt x="5429848" y="377804"/>
                  <a:pt x="5434097" y="377756"/>
                </a:cubicBezTo>
                <a:close/>
                <a:moveTo>
                  <a:pt x="6212256" y="376863"/>
                </a:moveTo>
                <a:cubicBezTo>
                  <a:pt x="6215428" y="376900"/>
                  <a:pt x="6218457" y="377692"/>
                  <a:pt x="6220907" y="381148"/>
                </a:cubicBezTo>
                <a:cubicBezTo>
                  <a:pt x="6221774" y="382300"/>
                  <a:pt x="6223502" y="383740"/>
                  <a:pt x="6225813" y="383740"/>
                </a:cubicBezTo>
                <a:cubicBezTo>
                  <a:pt x="6228982" y="383452"/>
                  <a:pt x="6230715" y="385179"/>
                  <a:pt x="6231291" y="388348"/>
                </a:cubicBezTo>
                <a:cubicBezTo>
                  <a:pt x="6231867" y="390365"/>
                  <a:pt x="6233310" y="391516"/>
                  <a:pt x="6234751" y="392957"/>
                </a:cubicBezTo>
                <a:cubicBezTo>
                  <a:pt x="6238499" y="396412"/>
                  <a:pt x="6240230" y="400445"/>
                  <a:pt x="6238787" y="405630"/>
                </a:cubicBezTo>
                <a:cubicBezTo>
                  <a:pt x="6237922" y="408509"/>
                  <a:pt x="6238787" y="411678"/>
                  <a:pt x="6241671" y="413406"/>
                </a:cubicBezTo>
                <a:cubicBezTo>
                  <a:pt x="6241671" y="414558"/>
                  <a:pt x="6241671" y="415710"/>
                  <a:pt x="6241671" y="416863"/>
                </a:cubicBezTo>
                <a:cubicBezTo>
                  <a:pt x="6239076" y="418302"/>
                  <a:pt x="6237922" y="420031"/>
                  <a:pt x="6238210" y="423775"/>
                </a:cubicBezTo>
                <a:cubicBezTo>
                  <a:pt x="6238499" y="428959"/>
                  <a:pt x="6236193" y="432992"/>
                  <a:pt x="6230425" y="434143"/>
                </a:cubicBezTo>
                <a:cubicBezTo>
                  <a:pt x="6227831" y="434432"/>
                  <a:pt x="6228406" y="436448"/>
                  <a:pt x="6228406" y="438176"/>
                </a:cubicBezTo>
                <a:cubicBezTo>
                  <a:pt x="6228406" y="441056"/>
                  <a:pt x="6227253" y="441632"/>
                  <a:pt x="6224946" y="439616"/>
                </a:cubicBezTo>
                <a:cubicBezTo>
                  <a:pt x="6221484" y="436736"/>
                  <a:pt x="6219176" y="436736"/>
                  <a:pt x="6218313" y="441632"/>
                </a:cubicBezTo>
                <a:cubicBezTo>
                  <a:pt x="6218023" y="442784"/>
                  <a:pt x="6217159" y="444224"/>
                  <a:pt x="6216005" y="442784"/>
                </a:cubicBezTo>
                <a:cubicBezTo>
                  <a:pt x="6212257" y="439040"/>
                  <a:pt x="6209661" y="441345"/>
                  <a:pt x="6206777" y="443937"/>
                </a:cubicBezTo>
                <a:cubicBezTo>
                  <a:pt x="6206488" y="444513"/>
                  <a:pt x="6205336" y="444513"/>
                  <a:pt x="6204758" y="444513"/>
                </a:cubicBezTo>
                <a:cubicBezTo>
                  <a:pt x="6197839" y="440480"/>
                  <a:pt x="6191206" y="435872"/>
                  <a:pt x="6184282" y="431551"/>
                </a:cubicBezTo>
                <a:cubicBezTo>
                  <a:pt x="6181111" y="429535"/>
                  <a:pt x="6179380" y="424063"/>
                  <a:pt x="6177939" y="419742"/>
                </a:cubicBezTo>
                <a:cubicBezTo>
                  <a:pt x="6177362" y="418015"/>
                  <a:pt x="6177650" y="416286"/>
                  <a:pt x="6175922" y="414847"/>
                </a:cubicBezTo>
                <a:cubicBezTo>
                  <a:pt x="6174190" y="413406"/>
                  <a:pt x="6174479" y="411678"/>
                  <a:pt x="6175631" y="409950"/>
                </a:cubicBezTo>
                <a:cubicBezTo>
                  <a:pt x="6176209" y="408798"/>
                  <a:pt x="6177362" y="407358"/>
                  <a:pt x="6176498" y="406206"/>
                </a:cubicBezTo>
                <a:cubicBezTo>
                  <a:pt x="6173612" y="402749"/>
                  <a:pt x="6173324" y="400157"/>
                  <a:pt x="6177939" y="398428"/>
                </a:cubicBezTo>
                <a:cubicBezTo>
                  <a:pt x="6179092" y="398141"/>
                  <a:pt x="6179380" y="396412"/>
                  <a:pt x="6178227" y="395549"/>
                </a:cubicBezTo>
                <a:cubicBezTo>
                  <a:pt x="6174479" y="392381"/>
                  <a:pt x="6178516" y="390940"/>
                  <a:pt x="6179092" y="388636"/>
                </a:cubicBezTo>
                <a:cubicBezTo>
                  <a:pt x="6181111" y="380859"/>
                  <a:pt x="6190051" y="383164"/>
                  <a:pt x="6193512" y="377403"/>
                </a:cubicBezTo>
                <a:cubicBezTo>
                  <a:pt x="6194666" y="375387"/>
                  <a:pt x="6200144" y="376827"/>
                  <a:pt x="6202740" y="377115"/>
                </a:cubicBezTo>
                <a:cubicBezTo>
                  <a:pt x="6205769" y="377547"/>
                  <a:pt x="6209085" y="376827"/>
                  <a:pt x="6212256" y="376863"/>
                </a:cubicBezTo>
                <a:close/>
                <a:moveTo>
                  <a:pt x="10320459" y="369493"/>
                </a:moveTo>
                <a:cubicBezTo>
                  <a:pt x="10322582" y="369021"/>
                  <a:pt x="10323763" y="370436"/>
                  <a:pt x="10324706" y="371616"/>
                </a:cubicBezTo>
                <a:cubicBezTo>
                  <a:pt x="10328010" y="375388"/>
                  <a:pt x="10331076" y="379162"/>
                  <a:pt x="10336976" y="377275"/>
                </a:cubicBezTo>
                <a:cubicBezTo>
                  <a:pt x="10338155" y="377039"/>
                  <a:pt x="10338864" y="377983"/>
                  <a:pt x="10339336" y="378926"/>
                </a:cubicBezTo>
                <a:cubicBezTo>
                  <a:pt x="10341931" y="383642"/>
                  <a:pt x="10346178" y="387416"/>
                  <a:pt x="10349717" y="391425"/>
                </a:cubicBezTo>
                <a:cubicBezTo>
                  <a:pt x="10355144" y="397557"/>
                  <a:pt x="10358212" y="404396"/>
                  <a:pt x="10356089" y="412650"/>
                </a:cubicBezTo>
                <a:cubicBezTo>
                  <a:pt x="10355382" y="415952"/>
                  <a:pt x="10357268" y="418074"/>
                  <a:pt x="10359156" y="419961"/>
                </a:cubicBezTo>
                <a:cubicBezTo>
                  <a:pt x="10363402" y="424442"/>
                  <a:pt x="10363166" y="426800"/>
                  <a:pt x="10358449" y="430338"/>
                </a:cubicBezTo>
                <a:cubicBezTo>
                  <a:pt x="10353257" y="433875"/>
                  <a:pt x="10353257" y="433875"/>
                  <a:pt x="10357506" y="439063"/>
                </a:cubicBezTo>
                <a:cubicBezTo>
                  <a:pt x="10358449" y="440243"/>
                  <a:pt x="10359156" y="441186"/>
                  <a:pt x="10357740" y="442601"/>
                </a:cubicBezTo>
                <a:cubicBezTo>
                  <a:pt x="10353021" y="448024"/>
                  <a:pt x="10348774" y="453449"/>
                  <a:pt x="10343818" y="458637"/>
                </a:cubicBezTo>
                <a:cubicBezTo>
                  <a:pt x="10340280" y="462646"/>
                  <a:pt x="10335797" y="465241"/>
                  <a:pt x="10330605" y="466419"/>
                </a:cubicBezTo>
                <a:cubicBezTo>
                  <a:pt x="10327302" y="467363"/>
                  <a:pt x="10320931" y="475853"/>
                  <a:pt x="10320694" y="479390"/>
                </a:cubicBezTo>
                <a:cubicBezTo>
                  <a:pt x="10320694" y="480569"/>
                  <a:pt x="10320694" y="481512"/>
                  <a:pt x="10322111" y="481985"/>
                </a:cubicBezTo>
                <a:cubicBezTo>
                  <a:pt x="10329425" y="485286"/>
                  <a:pt x="10332964" y="491653"/>
                  <a:pt x="10336032" y="498493"/>
                </a:cubicBezTo>
                <a:cubicBezTo>
                  <a:pt x="10336740" y="499907"/>
                  <a:pt x="10337212" y="501087"/>
                  <a:pt x="10337920" y="502265"/>
                </a:cubicBezTo>
                <a:cubicBezTo>
                  <a:pt x="10340280" y="506039"/>
                  <a:pt x="10341459" y="509341"/>
                  <a:pt x="10339807" y="514057"/>
                </a:cubicBezTo>
                <a:cubicBezTo>
                  <a:pt x="10338155" y="518774"/>
                  <a:pt x="10340752" y="523491"/>
                  <a:pt x="10343111" y="527736"/>
                </a:cubicBezTo>
                <a:cubicBezTo>
                  <a:pt x="10344054" y="529858"/>
                  <a:pt x="10344527" y="531273"/>
                  <a:pt x="10342875" y="533395"/>
                </a:cubicBezTo>
                <a:cubicBezTo>
                  <a:pt x="10336268" y="542357"/>
                  <a:pt x="10331313" y="552261"/>
                  <a:pt x="10330369" y="563818"/>
                </a:cubicBezTo>
                <a:cubicBezTo>
                  <a:pt x="10330133" y="565469"/>
                  <a:pt x="10329662" y="566176"/>
                  <a:pt x="10328010" y="565705"/>
                </a:cubicBezTo>
                <a:cubicBezTo>
                  <a:pt x="10321404" y="564289"/>
                  <a:pt x="10317155" y="567827"/>
                  <a:pt x="10313616" y="572543"/>
                </a:cubicBezTo>
                <a:cubicBezTo>
                  <a:pt x="10311966" y="574666"/>
                  <a:pt x="10310549" y="575845"/>
                  <a:pt x="10307482" y="574430"/>
                </a:cubicBezTo>
                <a:cubicBezTo>
                  <a:pt x="10303707" y="572308"/>
                  <a:pt x="10300168" y="574194"/>
                  <a:pt x="10297100" y="576788"/>
                </a:cubicBezTo>
                <a:cubicBezTo>
                  <a:pt x="10294506" y="578912"/>
                  <a:pt x="10291909" y="581506"/>
                  <a:pt x="10289314" y="583628"/>
                </a:cubicBezTo>
                <a:cubicBezTo>
                  <a:pt x="10288017" y="584571"/>
                  <a:pt x="10286778" y="585102"/>
                  <a:pt x="10285775" y="584896"/>
                </a:cubicBezTo>
                <a:cubicBezTo>
                  <a:pt x="10284772" y="584689"/>
                  <a:pt x="10284005" y="583746"/>
                  <a:pt x="10283651" y="581741"/>
                </a:cubicBezTo>
                <a:cubicBezTo>
                  <a:pt x="10283651" y="580797"/>
                  <a:pt x="10283414" y="579855"/>
                  <a:pt x="10282944" y="578912"/>
                </a:cubicBezTo>
                <a:cubicBezTo>
                  <a:pt x="10282471" y="577732"/>
                  <a:pt x="10282471" y="575845"/>
                  <a:pt x="10280819" y="575610"/>
                </a:cubicBezTo>
                <a:cubicBezTo>
                  <a:pt x="10279404" y="575610"/>
                  <a:pt x="10278460" y="576788"/>
                  <a:pt x="10277753" y="577732"/>
                </a:cubicBezTo>
                <a:cubicBezTo>
                  <a:pt x="10274213" y="581741"/>
                  <a:pt x="10272797" y="581506"/>
                  <a:pt x="10270673" y="576553"/>
                </a:cubicBezTo>
                <a:cubicBezTo>
                  <a:pt x="10270202" y="575374"/>
                  <a:pt x="10269966" y="574430"/>
                  <a:pt x="10269258" y="573487"/>
                </a:cubicBezTo>
                <a:cubicBezTo>
                  <a:pt x="10268315" y="572072"/>
                  <a:pt x="10267369" y="570892"/>
                  <a:pt x="10265012" y="571836"/>
                </a:cubicBezTo>
                <a:cubicBezTo>
                  <a:pt x="10262887" y="573015"/>
                  <a:pt x="10262887" y="573959"/>
                  <a:pt x="10263358" y="575845"/>
                </a:cubicBezTo>
                <a:lnTo>
                  <a:pt x="10263756" y="579412"/>
                </a:lnTo>
                <a:lnTo>
                  <a:pt x="10245315" y="561071"/>
                </a:lnTo>
                <a:lnTo>
                  <a:pt x="10246370" y="559573"/>
                </a:lnTo>
                <a:cubicBezTo>
                  <a:pt x="10246842" y="557450"/>
                  <a:pt x="10246134" y="556035"/>
                  <a:pt x="10244247" y="555092"/>
                </a:cubicBezTo>
                <a:cubicBezTo>
                  <a:pt x="10242831" y="554384"/>
                  <a:pt x="10241416" y="553912"/>
                  <a:pt x="10240001" y="553205"/>
                </a:cubicBezTo>
                <a:cubicBezTo>
                  <a:pt x="10237642" y="552026"/>
                  <a:pt x="10236697" y="550376"/>
                  <a:pt x="10237170" y="547545"/>
                </a:cubicBezTo>
                <a:cubicBezTo>
                  <a:pt x="10238584" y="539055"/>
                  <a:pt x="10235518" y="533159"/>
                  <a:pt x="10227968" y="529386"/>
                </a:cubicBezTo>
                <a:cubicBezTo>
                  <a:pt x="10226788" y="528679"/>
                  <a:pt x="10224192" y="528914"/>
                  <a:pt x="10224664" y="526792"/>
                </a:cubicBezTo>
                <a:cubicBezTo>
                  <a:pt x="10224901" y="524669"/>
                  <a:pt x="10227023" y="524198"/>
                  <a:pt x="10229147" y="523962"/>
                </a:cubicBezTo>
                <a:cubicBezTo>
                  <a:pt x="10229384" y="523962"/>
                  <a:pt x="10229618" y="523962"/>
                  <a:pt x="10229856" y="523962"/>
                </a:cubicBezTo>
                <a:cubicBezTo>
                  <a:pt x="10235518" y="523018"/>
                  <a:pt x="10237170" y="520425"/>
                  <a:pt x="10234338" y="515944"/>
                </a:cubicBezTo>
                <a:cubicBezTo>
                  <a:pt x="10231742" y="511699"/>
                  <a:pt x="10232450" y="508397"/>
                  <a:pt x="10234809" y="504860"/>
                </a:cubicBezTo>
                <a:cubicBezTo>
                  <a:pt x="10237877" y="500143"/>
                  <a:pt x="10240236" y="495191"/>
                  <a:pt x="10238820" y="489295"/>
                </a:cubicBezTo>
                <a:cubicBezTo>
                  <a:pt x="10238113" y="486701"/>
                  <a:pt x="10240708" y="485521"/>
                  <a:pt x="10242359" y="485050"/>
                </a:cubicBezTo>
                <a:cubicBezTo>
                  <a:pt x="10248493" y="482927"/>
                  <a:pt x="10251324" y="478918"/>
                  <a:pt x="10252033" y="472787"/>
                </a:cubicBezTo>
                <a:cubicBezTo>
                  <a:pt x="10252504" y="469013"/>
                  <a:pt x="10253919" y="468306"/>
                  <a:pt x="10257696" y="470664"/>
                </a:cubicBezTo>
                <a:cubicBezTo>
                  <a:pt x="10265718" y="475617"/>
                  <a:pt x="10277516" y="472080"/>
                  <a:pt x="10281055" y="463825"/>
                </a:cubicBezTo>
                <a:cubicBezTo>
                  <a:pt x="10281764" y="462174"/>
                  <a:pt x="10282707" y="460052"/>
                  <a:pt x="10281055" y="458637"/>
                </a:cubicBezTo>
                <a:cubicBezTo>
                  <a:pt x="10279404" y="457222"/>
                  <a:pt x="10277044" y="456514"/>
                  <a:pt x="10274921" y="457930"/>
                </a:cubicBezTo>
                <a:cubicBezTo>
                  <a:pt x="10273506" y="458637"/>
                  <a:pt x="10272089" y="459816"/>
                  <a:pt x="10270673" y="460759"/>
                </a:cubicBezTo>
                <a:cubicBezTo>
                  <a:pt x="10269258" y="461939"/>
                  <a:pt x="10267842" y="462646"/>
                  <a:pt x="10266662" y="461232"/>
                </a:cubicBezTo>
                <a:cubicBezTo>
                  <a:pt x="10265247" y="459581"/>
                  <a:pt x="10266190" y="458165"/>
                  <a:pt x="10267369" y="456987"/>
                </a:cubicBezTo>
                <a:cubicBezTo>
                  <a:pt x="10268315" y="455807"/>
                  <a:pt x="10269730" y="454864"/>
                  <a:pt x="10270673" y="453920"/>
                </a:cubicBezTo>
                <a:cubicBezTo>
                  <a:pt x="10272797" y="451798"/>
                  <a:pt x="10273977" y="448968"/>
                  <a:pt x="10271852" y="446610"/>
                </a:cubicBezTo>
                <a:cubicBezTo>
                  <a:pt x="10269966" y="444723"/>
                  <a:pt x="10267369" y="446610"/>
                  <a:pt x="10265483" y="448024"/>
                </a:cubicBezTo>
                <a:cubicBezTo>
                  <a:pt x="10263829" y="449204"/>
                  <a:pt x="10262651" y="451326"/>
                  <a:pt x="10260526" y="452034"/>
                </a:cubicBezTo>
                <a:cubicBezTo>
                  <a:pt x="10257460" y="453213"/>
                  <a:pt x="10255572" y="452742"/>
                  <a:pt x="10255809" y="448968"/>
                </a:cubicBezTo>
                <a:cubicBezTo>
                  <a:pt x="10256044" y="443779"/>
                  <a:pt x="10258167" y="439535"/>
                  <a:pt x="10260999" y="435525"/>
                </a:cubicBezTo>
                <a:cubicBezTo>
                  <a:pt x="10264536" y="430338"/>
                  <a:pt x="10264776" y="427507"/>
                  <a:pt x="10260999" y="422555"/>
                </a:cubicBezTo>
                <a:cubicBezTo>
                  <a:pt x="10259818" y="420668"/>
                  <a:pt x="10257931" y="419017"/>
                  <a:pt x="10256279" y="417367"/>
                </a:cubicBezTo>
                <a:cubicBezTo>
                  <a:pt x="10255572" y="416659"/>
                  <a:pt x="10254394" y="415952"/>
                  <a:pt x="10254866" y="414772"/>
                </a:cubicBezTo>
                <a:cubicBezTo>
                  <a:pt x="10255336" y="413358"/>
                  <a:pt x="10256516" y="413122"/>
                  <a:pt x="10257460" y="413358"/>
                </a:cubicBezTo>
                <a:cubicBezTo>
                  <a:pt x="10261707" y="414301"/>
                  <a:pt x="10262651" y="412414"/>
                  <a:pt x="10262414" y="408641"/>
                </a:cubicBezTo>
                <a:cubicBezTo>
                  <a:pt x="10262178" y="403924"/>
                  <a:pt x="10265247" y="400623"/>
                  <a:pt x="10268551" y="398028"/>
                </a:cubicBezTo>
                <a:cubicBezTo>
                  <a:pt x="10271145" y="395906"/>
                  <a:pt x="10271381" y="394256"/>
                  <a:pt x="10268787" y="392369"/>
                </a:cubicBezTo>
                <a:cubicBezTo>
                  <a:pt x="10267369" y="391425"/>
                  <a:pt x="10266427" y="390482"/>
                  <a:pt x="10266898" y="388596"/>
                </a:cubicBezTo>
                <a:cubicBezTo>
                  <a:pt x="10267369" y="386002"/>
                  <a:pt x="10269258" y="386473"/>
                  <a:pt x="10270909" y="386002"/>
                </a:cubicBezTo>
                <a:cubicBezTo>
                  <a:pt x="10271852" y="385765"/>
                  <a:pt x="10273033" y="385765"/>
                  <a:pt x="10274213" y="385529"/>
                </a:cubicBezTo>
                <a:cubicBezTo>
                  <a:pt x="10280583" y="384822"/>
                  <a:pt x="10282000" y="381284"/>
                  <a:pt x="10278224" y="375861"/>
                </a:cubicBezTo>
                <a:cubicBezTo>
                  <a:pt x="10277753" y="375153"/>
                  <a:pt x="10277280" y="374681"/>
                  <a:pt x="10277044" y="373974"/>
                </a:cubicBezTo>
                <a:cubicBezTo>
                  <a:pt x="10276337" y="372559"/>
                  <a:pt x="10275866" y="370672"/>
                  <a:pt x="10277280" y="369729"/>
                </a:cubicBezTo>
                <a:cubicBezTo>
                  <a:pt x="10278460" y="368785"/>
                  <a:pt x="10280112" y="369729"/>
                  <a:pt x="10281055" y="370672"/>
                </a:cubicBezTo>
                <a:cubicBezTo>
                  <a:pt x="10282000" y="371616"/>
                  <a:pt x="10282707" y="372559"/>
                  <a:pt x="10283414" y="373738"/>
                </a:cubicBezTo>
                <a:cubicBezTo>
                  <a:pt x="10284830" y="375388"/>
                  <a:pt x="10286247" y="375861"/>
                  <a:pt x="10288134" y="374446"/>
                </a:cubicBezTo>
                <a:cubicBezTo>
                  <a:pt x="10292618" y="371379"/>
                  <a:pt x="10297572" y="370908"/>
                  <a:pt x="10302528" y="370672"/>
                </a:cubicBezTo>
                <a:cubicBezTo>
                  <a:pt x="10308426" y="370201"/>
                  <a:pt x="10314560" y="370908"/>
                  <a:pt x="10320459" y="369493"/>
                </a:cubicBezTo>
                <a:close/>
                <a:moveTo>
                  <a:pt x="3421293" y="364029"/>
                </a:moveTo>
                <a:cubicBezTo>
                  <a:pt x="3424808" y="364806"/>
                  <a:pt x="3427932" y="365583"/>
                  <a:pt x="3431446" y="365583"/>
                </a:cubicBezTo>
                <a:cubicBezTo>
                  <a:pt x="3434960" y="365583"/>
                  <a:pt x="3438475" y="367916"/>
                  <a:pt x="3440037" y="371025"/>
                </a:cubicBezTo>
                <a:cubicBezTo>
                  <a:pt x="3441208" y="373746"/>
                  <a:pt x="3442380" y="375301"/>
                  <a:pt x="3444723" y="376467"/>
                </a:cubicBezTo>
                <a:cubicBezTo>
                  <a:pt x="3444723" y="381132"/>
                  <a:pt x="3444723" y="385797"/>
                  <a:pt x="3444723" y="390462"/>
                </a:cubicBezTo>
                <a:cubicBezTo>
                  <a:pt x="3440818" y="392405"/>
                  <a:pt x="3437694" y="395515"/>
                  <a:pt x="3436132" y="399013"/>
                </a:cubicBezTo>
                <a:cubicBezTo>
                  <a:pt x="3434179" y="402124"/>
                  <a:pt x="3432617" y="405622"/>
                  <a:pt x="3430666" y="409120"/>
                </a:cubicBezTo>
                <a:cubicBezTo>
                  <a:pt x="3428713" y="412231"/>
                  <a:pt x="3426761" y="415729"/>
                  <a:pt x="3426370" y="419615"/>
                </a:cubicBezTo>
                <a:cubicBezTo>
                  <a:pt x="3425589" y="423114"/>
                  <a:pt x="3423246" y="424669"/>
                  <a:pt x="3420513" y="426613"/>
                </a:cubicBezTo>
                <a:cubicBezTo>
                  <a:pt x="3417780" y="428556"/>
                  <a:pt x="3413875" y="428168"/>
                  <a:pt x="3411922" y="430889"/>
                </a:cubicBezTo>
                <a:cubicBezTo>
                  <a:pt x="3409189" y="430889"/>
                  <a:pt x="3406846" y="430889"/>
                  <a:pt x="3404113" y="430889"/>
                </a:cubicBezTo>
                <a:cubicBezTo>
                  <a:pt x="3404113" y="429722"/>
                  <a:pt x="3403723" y="429334"/>
                  <a:pt x="3402941" y="429334"/>
                </a:cubicBezTo>
                <a:cubicBezTo>
                  <a:pt x="3397085" y="429334"/>
                  <a:pt x="3393960" y="425447"/>
                  <a:pt x="3392009" y="420782"/>
                </a:cubicBezTo>
                <a:cubicBezTo>
                  <a:pt x="3390056" y="416506"/>
                  <a:pt x="3387713" y="412619"/>
                  <a:pt x="3388494" y="407566"/>
                </a:cubicBezTo>
                <a:cubicBezTo>
                  <a:pt x="3389666" y="402124"/>
                  <a:pt x="3389275" y="396292"/>
                  <a:pt x="3393960" y="392017"/>
                </a:cubicBezTo>
                <a:cubicBezTo>
                  <a:pt x="3395522" y="390462"/>
                  <a:pt x="3397085" y="389295"/>
                  <a:pt x="3399818" y="388518"/>
                </a:cubicBezTo>
                <a:cubicBezTo>
                  <a:pt x="3403723" y="387352"/>
                  <a:pt x="3408409" y="385408"/>
                  <a:pt x="3407237" y="379189"/>
                </a:cubicBezTo>
                <a:cubicBezTo>
                  <a:pt x="3406846" y="376857"/>
                  <a:pt x="3409189" y="376079"/>
                  <a:pt x="3409579" y="374913"/>
                </a:cubicBezTo>
                <a:cubicBezTo>
                  <a:pt x="3411532" y="368693"/>
                  <a:pt x="3416218" y="365972"/>
                  <a:pt x="3421293" y="364029"/>
                </a:cubicBezTo>
                <a:close/>
                <a:moveTo>
                  <a:pt x="5220801" y="360716"/>
                </a:moveTo>
                <a:cubicBezTo>
                  <a:pt x="5225913" y="361942"/>
                  <a:pt x="5231231" y="361328"/>
                  <a:pt x="5236342" y="361737"/>
                </a:cubicBezTo>
                <a:cubicBezTo>
                  <a:pt x="5240636" y="361942"/>
                  <a:pt x="5244930" y="362350"/>
                  <a:pt x="5248816" y="365008"/>
                </a:cubicBezTo>
                <a:cubicBezTo>
                  <a:pt x="5250452" y="366234"/>
                  <a:pt x="5251678" y="365825"/>
                  <a:pt x="5252907" y="364395"/>
                </a:cubicBezTo>
                <a:cubicBezTo>
                  <a:pt x="5253519" y="363373"/>
                  <a:pt x="5254133" y="362555"/>
                  <a:pt x="5254951" y="361737"/>
                </a:cubicBezTo>
                <a:cubicBezTo>
                  <a:pt x="5255768" y="360920"/>
                  <a:pt x="5257199" y="360103"/>
                  <a:pt x="5258223" y="360920"/>
                </a:cubicBezTo>
                <a:cubicBezTo>
                  <a:pt x="5259450" y="361737"/>
                  <a:pt x="5259042" y="363373"/>
                  <a:pt x="5258426" y="364599"/>
                </a:cubicBezTo>
                <a:cubicBezTo>
                  <a:pt x="5258223" y="365211"/>
                  <a:pt x="5257815" y="365620"/>
                  <a:pt x="5257403" y="366234"/>
                </a:cubicBezTo>
                <a:cubicBezTo>
                  <a:pt x="5254133" y="370935"/>
                  <a:pt x="5255358" y="374000"/>
                  <a:pt x="5260878" y="374613"/>
                </a:cubicBezTo>
                <a:cubicBezTo>
                  <a:pt x="5261902" y="374818"/>
                  <a:pt x="5262926" y="374818"/>
                  <a:pt x="5263742" y="375022"/>
                </a:cubicBezTo>
                <a:cubicBezTo>
                  <a:pt x="5265175" y="375431"/>
                  <a:pt x="5266810" y="375022"/>
                  <a:pt x="5267219" y="377270"/>
                </a:cubicBezTo>
                <a:cubicBezTo>
                  <a:pt x="5267628" y="378905"/>
                  <a:pt x="5266810" y="379723"/>
                  <a:pt x="5265584" y="380540"/>
                </a:cubicBezTo>
                <a:cubicBezTo>
                  <a:pt x="5263333" y="382175"/>
                  <a:pt x="5263537" y="383606"/>
                  <a:pt x="5265788" y="385445"/>
                </a:cubicBezTo>
                <a:cubicBezTo>
                  <a:pt x="5268649" y="387694"/>
                  <a:pt x="5271309" y="390555"/>
                  <a:pt x="5271104" y="394643"/>
                </a:cubicBezTo>
                <a:cubicBezTo>
                  <a:pt x="5270900" y="397912"/>
                  <a:pt x="5271717" y="399548"/>
                  <a:pt x="5275399" y="398730"/>
                </a:cubicBezTo>
                <a:cubicBezTo>
                  <a:pt x="5276217" y="398526"/>
                  <a:pt x="5277239" y="398730"/>
                  <a:pt x="5277648" y="399957"/>
                </a:cubicBezTo>
                <a:cubicBezTo>
                  <a:pt x="5278057" y="400978"/>
                  <a:pt x="5277035" y="401591"/>
                  <a:pt x="5276421" y="402204"/>
                </a:cubicBezTo>
                <a:cubicBezTo>
                  <a:pt x="5274991" y="403636"/>
                  <a:pt x="5273353" y="405065"/>
                  <a:pt x="5272331" y="406701"/>
                </a:cubicBezTo>
                <a:cubicBezTo>
                  <a:pt x="5269059" y="410993"/>
                  <a:pt x="5269263" y="413445"/>
                  <a:pt x="5272331" y="417942"/>
                </a:cubicBezTo>
                <a:cubicBezTo>
                  <a:pt x="5274786" y="421416"/>
                  <a:pt x="5276626" y="425095"/>
                  <a:pt x="5276831" y="429591"/>
                </a:cubicBezTo>
                <a:cubicBezTo>
                  <a:pt x="5277035" y="432861"/>
                  <a:pt x="5275399" y="433270"/>
                  <a:pt x="5272740" y="432248"/>
                </a:cubicBezTo>
                <a:cubicBezTo>
                  <a:pt x="5270900" y="431634"/>
                  <a:pt x="5269878" y="429796"/>
                  <a:pt x="5268445" y="428773"/>
                </a:cubicBezTo>
                <a:cubicBezTo>
                  <a:pt x="5266810" y="427547"/>
                  <a:pt x="5264561" y="425912"/>
                  <a:pt x="5262926" y="427547"/>
                </a:cubicBezTo>
                <a:cubicBezTo>
                  <a:pt x="5261084" y="429591"/>
                  <a:pt x="5262106" y="432043"/>
                  <a:pt x="5263946" y="433883"/>
                </a:cubicBezTo>
                <a:cubicBezTo>
                  <a:pt x="5264765" y="434701"/>
                  <a:pt x="5265992" y="435518"/>
                  <a:pt x="5266810" y="436540"/>
                </a:cubicBezTo>
                <a:cubicBezTo>
                  <a:pt x="5267832" y="437562"/>
                  <a:pt x="5268649" y="438789"/>
                  <a:pt x="5267423" y="440219"/>
                </a:cubicBezTo>
                <a:cubicBezTo>
                  <a:pt x="5266400" y="441445"/>
                  <a:pt x="5265175" y="440832"/>
                  <a:pt x="5263946" y="439810"/>
                </a:cubicBezTo>
                <a:cubicBezTo>
                  <a:pt x="5262722" y="438992"/>
                  <a:pt x="5261494" y="437971"/>
                  <a:pt x="5260265" y="437358"/>
                </a:cubicBezTo>
                <a:cubicBezTo>
                  <a:pt x="5258426" y="436131"/>
                  <a:pt x="5256382" y="436744"/>
                  <a:pt x="5254951" y="437971"/>
                </a:cubicBezTo>
                <a:cubicBezTo>
                  <a:pt x="5253519" y="439196"/>
                  <a:pt x="5254337" y="441036"/>
                  <a:pt x="5254951" y="442467"/>
                </a:cubicBezTo>
                <a:cubicBezTo>
                  <a:pt x="5258019" y="449620"/>
                  <a:pt x="5268241" y="452686"/>
                  <a:pt x="5275195" y="448394"/>
                </a:cubicBezTo>
                <a:cubicBezTo>
                  <a:pt x="5278466" y="446351"/>
                  <a:pt x="5279692" y="446963"/>
                  <a:pt x="5280102" y="450234"/>
                </a:cubicBezTo>
                <a:cubicBezTo>
                  <a:pt x="5280714" y="455547"/>
                  <a:pt x="5283169" y="459021"/>
                  <a:pt x="5288485" y="460861"/>
                </a:cubicBezTo>
                <a:cubicBezTo>
                  <a:pt x="5289918" y="461270"/>
                  <a:pt x="5292164" y="462291"/>
                  <a:pt x="5291553" y="464540"/>
                </a:cubicBezTo>
                <a:cubicBezTo>
                  <a:pt x="5290325" y="469650"/>
                  <a:pt x="5292370" y="473941"/>
                  <a:pt x="5295028" y="478028"/>
                </a:cubicBezTo>
                <a:cubicBezTo>
                  <a:pt x="5297072" y="481095"/>
                  <a:pt x="5297687" y="483956"/>
                  <a:pt x="5295437" y="487635"/>
                </a:cubicBezTo>
                <a:cubicBezTo>
                  <a:pt x="5292984" y="491518"/>
                  <a:pt x="5294415" y="493765"/>
                  <a:pt x="5299323" y="494583"/>
                </a:cubicBezTo>
                <a:cubicBezTo>
                  <a:pt x="5299528" y="494583"/>
                  <a:pt x="5299732" y="494583"/>
                  <a:pt x="5299936" y="494583"/>
                </a:cubicBezTo>
                <a:cubicBezTo>
                  <a:pt x="5301775" y="494788"/>
                  <a:pt x="5303616" y="495196"/>
                  <a:pt x="5303822" y="497036"/>
                </a:cubicBezTo>
                <a:cubicBezTo>
                  <a:pt x="5304231" y="498875"/>
                  <a:pt x="5301982" y="498671"/>
                  <a:pt x="5300959" y="499284"/>
                </a:cubicBezTo>
                <a:cubicBezTo>
                  <a:pt x="5294415" y="502554"/>
                  <a:pt x="5291756" y="507664"/>
                  <a:pt x="5292984" y="515021"/>
                </a:cubicBezTo>
                <a:cubicBezTo>
                  <a:pt x="5293393" y="517473"/>
                  <a:pt x="5292575" y="518904"/>
                  <a:pt x="5290529" y="519927"/>
                </a:cubicBezTo>
                <a:cubicBezTo>
                  <a:pt x="5289302" y="520540"/>
                  <a:pt x="5288077" y="520948"/>
                  <a:pt x="5286851" y="521561"/>
                </a:cubicBezTo>
                <a:cubicBezTo>
                  <a:pt x="5285214" y="522379"/>
                  <a:pt x="5284599" y="523605"/>
                  <a:pt x="5285010" y="525444"/>
                </a:cubicBezTo>
                <a:lnTo>
                  <a:pt x="5285924" y="526743"/>
                </a:lnTo>
                <a:lnTo>
                  <a:pt x="5269943" y="542638"/>
                </a:lnTo>
                <a:lnTo>
                  <a:pt x="5270287" y="539547"/>
                </a:lnTo>
                <a:cubicBezTo>
                  <a:pt x="5270695" y="537911"/>
                  <a:pt x="5270695" y="537094"/>
                  <a:pt x="5268853" y="536072"/>
                </a:cubicBezTo>
                <a:cubicBezTo>
                  <a:pt x="5266810" y="535255"/>
                  <a:pt x="5265992" y="536276"/>
                  <a:pt x="5265175" y="537503"/>
                </a:cubicBezTo>
                <a:cubicBezTo>
                  <a:pt x="5264561" y="538320"/>
                  <a:pt x="5264357" y="539138"/>
                  <a:pt x="5263946" y="540159"/>
                </a:cubicBezTo>
                <a:cubicBezTo>
                  <a:pt x="5262106" y="544451"/>
                  <a:pt x="5260878" y="544656"/>
                  <a:pt x="5257815" y="541181"/>
                </a:cubicBezTo>
                <a:cubicBezTo>
                  <a:pt x="5257199" y="540364"/>
                  <a:pt x="5256382" y="539343"/>
                  <a:pt x="5255155" y="539343"/>
                </a:cubicBezTo>
                <a:cubicBezTo>
                  <a:pt x="5253723" y="539547"/>
                  <a:pt x="5253723" y="541181"/>
                  <a:pt x="5253315" y="542204"/>
                </a:cubicBezTo>
                <a:cubicBezTo>
                  <a:pt x="5252907" y="543021"/>
                  <a:pt x="5252700" y="543839"/>
                  <a:pt x="5252700" y="544656"/>
                </a:cubicBezTo>
                <a:cubicBezTo>
                  <a:pt x="5252395" y="546393"/>
                  <a:pt x="5251729" y="547211"/>
                  <a:pt x="5250860" y="547390"/>
                </a:cubicBezTo>
                <a:cubicBezTo>
                  <a:pt x="5249993" y="547568"/>
                  <a:pt x="5248920" y="547109"/>
                  <a:pt x="5247793" y="546291"/>
                </a:cubicBezTo>
                <a:cubicBezTo>
                  <a:pt x="5245544" y="544451"/>
                  <a:pt x="5243296" y="542204"/>
                  <a:pt x="5241045" y="540364"/>
                </a:cubicBezTo>
                <a:cubicBezTo>
                  <a:pt x="5238386" y="538116"/>
                  <a:pt x="5235319" y="536480"/>
                  <a:pt x="5232047" y="538320"/>
                </a:cubicBezTo>
                <a:cubicBezTo>
                  <a:pt x="5229392" y="539547"/>
                  <a:pt x="5228163" y="538525"/>
                  <a:pt x="5226731" y="536685"/>
                </a:cubicBezTo>
                <a:cubicBezTo>
                  <a:pt x="5223665" y="532597"/>
                  <a:pt x="5219985" y="529532"/>
                  <a:pt x="5214259" y="530758"/>
                </a:cubicBezTo>
                <a:cubicBezTo>
                  <a:pt x="5212827" y="531167"/>
                  <a:pt x="5212419" y="530554"/>
                  <a:pt x="5212214" y="529123"/>
                </a:cubicBezTo>
                <a:cubicBezTo>
                  <a:pt x="5211396" y="519109"/>
                  <a:pt x="5207102" y="510525"/>
                  <a:pt x="5201377" y="502758"/>
                </a:cubicBezTo>
                <a:cubicBezTo>
                  <a:pt x="5199946" y="500920"/>
                  <a:pt x="5200354" y="499693"/>
                  <a:pt x="5201172" y="497853"/>
                </a:cubicBezTo>
                <a:cubicBezTo>
                  <a:pt x="5203216" y="494174"/>
                  <a:pt x="5205467" y="490087"/>
                  <a:pt x="5204034" y="485999"/>
                </a:cubicBezTo>
                <a:cubicBezTo>
                  <a:pt x="5202603" y="481911"/>
                  <a:pt x="5203624" y="479050"/>
                  <a:pt x="5205671" y="475781"/>
                </a:cubicBezTo>
                <a:cubicBezTo>
                  <a:pt x="5206283" y="474758"/>
                  <a:pt x="5206693" y="473737"/>
                  <a:pt x="5207307" y="472511"/>
                </a:cubicBezTo>
                <a:cubicBezTo>
                  <a:pt x="5209966" y="466583"/>
                  <a:pt x="5213031" y="461066"/>
                  <a:pt x="5219370" y="458205"/>
                </a:cubicBezTo>
                <a:cubicBezTo>
                  <a:pt x="5220597" y="457796"/>
                  <a:pt x="5220597" y="456978"/>
                  <a:pt x="5220597" y="455956"/>
                </a:cubicBezTo>
                <a:cubicBezTo>
                  <a:pt x="5220393" y="452890"/>
                  <a:pt x="5214872" y="445533"/>
                  <a:pt x="5212010" y="444715"/>
                </a:cubicBezTo>
                <a:cubicBezTo>
                  <a:pt x="5207511" y="443693"/>
                  <a:pt x="5203624" y="441445"/>
                  <a:pt x="5200559" y="437971"/>
                </a:cubicBezTo>
                <a:cubicBezTo>
                  <a:pt x="5196264" y="433474"/>
                  <a:pt x="5192582" y="428773"/>
                  <a:pt x="5188495" y="424073"/>
                </a:cubicBezTo>
                <a:cubicBezTo>
                  <a:pt x="5187267" y="422847"/>
                  <a:pt x="5187879" y="422029"/>
                  <a:pt x="5188698" y="421007"/>
                </a:cubicBezTo>
                <a:cubicBezTo>
                  <a:pt x="5192378" y="416511"/>
                  <a:pt x="5192378" y="416511"/>
                  <a:pt x="5187879" y="413445"/>
                </a:cubicBezTo>
                <a:cubicBezTo>
                  <a:pt x="5183791" y="410380"/>
                  <a:pt x="5183587" y="408335"/>
                  <a:pt x="5187267" y="404452"/>
                </a:cubicBezTo>
                <a:cubicBezTo>
                  <a:pt x="5188902" y="402818"/>
                  <a:pt x="5190539" y="400978"/>
                  <a:pt x="5189925" y="398117"/>
                </a:cubicBezTo>
                <a:cubicBezTo>
                  <a:pt x="5188085" y="390964"/>
                  <a:pt x="5190743" y="385036"/>
                  <a:pt x="5195447" y="379723"/>
                </a:cubicBezTo>
                <a:cubicBezTo>
                  <a:pt x="5198513" y="376249"/>
                  <a:pt x="5202193" y="372978"/>
                  <a:pt x="5204444" y="368891"/>
                </a:cubicBezTo>
                <a:cubicBezTo>
                  <a:pt x="5204852" y="368074"/>
                  <a:pt x="5205467" y="367256"/>
                  <a:pt x="5206487" y="367460"/>
                </a:cubicBezTo>
                <a:cubicBezTo>
                  <a:pt x="5211601" y="369095"/>
                  <a:pt x="5214259" y="365825"/>
                  <a:pt x="5217121" y="362555"/>
                </a:cubicBezTo>
                <a:cubicBezTo>
                  <a:pt x="5217940" y="361533"/>
                  <a:pt x="5218962" y="360307"/>
                  <a:pt x="5220801" y="360716"/>
                </a:cubicBezTo>
                <a:close/>
                <a:moveTo>
                  <a:pt x="8035907" y="359979"/>
                </a:moveTo>
                <a:cubicBezTo>
                  <a:pt x="8040981" y="361923"/>
                  <a:pt x="8045669" y="364644"/>
                  <a:pt x="8047622" y="370863"/>
                </a:cubicBezTo>
                <a:cubicBezTo>
                  <a:pt x="8048011" y="372030"/>
                  <a:pt x="8050355" y="372807"/>
                  <a:pt x="8049964" y="375139"/>
                </a:cubicBezTo>
                <a:cubicBezTo>
                  <a:pt x="8048792" y="381359"/>
                  <a:pt x="8053478" y="383302"/>
                  <a:pt x="8057382" y="384469"/>
                </a:cubicBezTo>
                <a:cubicBezTo>
                  <a:pt x="8060117" y="385246"/>
                  <a:pt x="8061680" y="386413"/>
                  <a:pt x="8063241" y="387967"/>
                </a:cubicBezTo>
                <a:cubicBezTo>
                  <a:pt x="8067927" y="392243"/>
                  <a:pt x="8067535" y="398074"/>
                  <a:pt x="8068708" y="403516"/>
                </a:cubicBezTo>
                <a:cubicBezTo>
                  <a:pt x="8069489" y="408569"/>
                  <a:pt x="8067144" y="412457"/>
                  <a:pt x="8065194" y="416733"/>
                </a:cubicBezTo>
                <a:cubicBezTo>
                  <a:pt x="8063241" y="421397"/>
                  <a:pt x="8060117" y="425285"/>
                  <a:pt x="8054258" y="425285"/>
                </a:cubicBezTo>
                <a:cubicBezTo>
                  <a:pt x="8053478" y="425285"/>
                  <a:pt x="8053089" y="425673"/>
                  <a:pt x="8053089" y="426840"/>
                </a:cubicBezTo>
                <a:cubicBezTo>
                  <a:pt x="8050355" y="426840"/>
                  <a:pt x="8048011" y="426840"/>
                  <a:pt x="8045280" y="426840"/>
                </a:cubicBezTo>
                <a:cubicBezTo>
                  <a:pt x="8043326" y="424118"/>
                  <a:pt x="8039419" y="424507"/>
                  <a:pt x="8036690" y="422564"/>
                </a:cubicBezTo>
                <a:cubicBezTo>
                  <a:pt x="8033953" y="420620"/>
                  <a:pt x="8031614" y="419064"/>
                  <a:pt x="8030831" y="415566"/>
                </a:cubicBezTo>
                <a:cubicBezTo>
                  <a:pt x="8030440" y="411680"/>
                  <a:pt x="8028489" y="408181"/>
                  <a:pt x="8026537" y="405071"/>
                </a:cubicBezTo>
                <a:cubicBezTo>
                  <a:pt x="8024584" y="401573"/>
                  <a:pt x="8023020" y="398074"/>
                  <a:pt x="8021067" y="394964"/>
                </a:cubicBezTo>
                <a:cubicBezTo>
                  <a:pt x="8019507" y="391466"/>
                  <a:pt x="8016384" y="388355"/>
                  <a:pt x="8012479" y="386413"/>
                </a:cubicBezTo>
                <a:cubicBezTo>
                  <a:pt x="8012479" y="381748"/>
                  <a:pt x="8012479" y="377083"/>
                  <a:pt x="8012479" y="372418"/>
                </a:cubicBezTo>
                <a:cubicBezTo>
                  <a:pt x="8014820" y="371252"/>
                  <a:pt x="8015992" y="369697"/>
                  <a:pt x="8017162" y="366976"/>
                </a:cubicBezTo>
                <a:cubicBezTo>
                  <a:pt x="8018727" y="363867"/>
                  <a:pt x="8022239" y="361534"/>
                  <a:pt x="8025756" y="361534"/>
                </a:cubicBezTo>
                <a:cubicBezTo>
                  <a:pt x="8029271" y="361534"/>
                  <a:pt x="8032392" y="360756"/>
                  <a:pt x="8035907" y="359979"/>
                </a:cubicBezTo>
                <a:close/>
                <a:moveTo>
                  <a:pt x="4470161" y="359479"/>
                </a:moveTo>
                <a:cubicBezTo>
                  <a:pt x="4473333" y="359515"/>
                  <a:pt x="4476361" y="360307"/>
                  <a:pt x="4478815" y="363763"/>
                </a:cubicBezTo>
                <a:cubicBezTo>
                  <a:pt x="4479678" y="364915"/>
                  <a:pt x="4481409" y="366355"/>
                  <a:pt x="4483716" y="366355"/>
                </a:cubicBezTo>
                <a:cubicBezTo>
                  <a:pt x="4486889" y="366067"/>
                  <a:pt x="4488619" y="367795"/>
                  <a:pt x="4489194" y="370963"/>
                </a:cubicBezTo>
                <a:cubicBezTo>
                  <a:pt x="4489774" y="372980"/>
                  <a:pt x="4491215" y="374131"/>
                  <a:pt x="4492655" y="375572"/>
                </a:cubicBezTo>
                <a:cubicBezTo>
                  <a:pt x="4496404" y="379028"/>
                  <a:pt x="4498135" y="383061"/>
                  <a:pt x="4496693" y="388245"/>
                </a:cubicBezTo>
                <a:cubicBezTo>
                  <a:pt x="4495828" y="391124"/>
                  <a:pt x="4496693" y="394294"/>
                  <a:pt x="4499578" y="396021"/>
                </a:cubicBezTo>
                <a:cubicBezTo>
                  <a:pt x="4499578" y="397173"/>
                  <a:pt x="4499578" y="398326"/>
                  <a:pt x="4499578" y="399478"/>
                </a:cubicBezTo>
                <a:cubicBezTo>
                  <a:pt x="4496980" y="400918"/>
                  <a:pt x="4495828" y="402646"/>
                  <a:pt x="4496116" y="406390"/>
                </a:cubicBezTo>
                <a:cubicBezTo>
                  <a:pt x="4496404" y="411575"/>
                  <a:pt x="4494097" y="415608"/>
                  <a:pt x="4488332" y="416759"/>
                </a:cubicBezTo>
                <a:cubicBezTo>
                  <a:pt x="4485734" y="417047"/>
                  <a:pt x="4486310" y="419063"/>
                  <a:pt x="4486310" y="420792"/>
                </a:cubicBezTo>
                <a:cubicBezTo>
                  <a:pt x="4486310" y="423671"/>
                  <a:pt x="4485157" y="424247"/>
                  <a:pt x="4482851" y="422232"/>
                </a:cubicBezTo>
                <a:cubicBezTo>
                  <a:pt x="4479391" y="419351"/>
                  <a:pt x="4477082" y="419351"/>
                  <a:pt x="4476216" y="424247"/>
                </a:cubicBezTo>
                <a:cubicBezTo>
                  <a:pt x="4475931" y="425400"/>
                  <a:pt x="4475064" y="426840"/>
                  <a:pt x="4473910" y="425400"/>
                </a:cubicBezTo>
                <a:cubicBezTo>
                  <a:pt x="4470161" y="421655"/>
                  <a:pt x="4467566" y="423960"/>
                  <a:pt x="4464683" y="426552"/>
                </a:cubicBezTo>
                <a:cubicBezTo>
                  <a:pt x="4464392" y="427128"/>
                  <a:pt x="4463241" y="427128"/>
                  <a:pt x="4462661" y="427128"/>
                </a:cubicBezTo>
                <a:cubicBezTo>
                  <a:pt x="4455742" y="423095"/>
                  <a:pt x="4449109" y="418487"/>
                  <a:pt x="4442187" y="414167"/>
                </a:cubicBezTo>
                <a:cubicBezTo>
                  <a:pt x="4439015" y="412151"/>
                  <a:pt x="4437285" y="406678"/>
                  <a:pt x="4435842" y="402358"/>
                </a:cubicBezTo>
                <a:cubicBezTo>
                  <a:pt x="4435267" y="400630"/>
                  <a:pt x="4435557" y="398902"/>
                  <a:pt x="4433825" y="397462"/>
                </a:cubicBezTo>
                <a:cubicBezTo>
                  <a:pt x="4432094" y="396021"/>
                  <a:pt x="4432382" y="394294"/>
                  <a:pt x="4433536" y="392565"/>
                </a:cubicBezTo>
                <a:cubicBezTo>
                  <a:pt x="4434114" y="391413"/>
                  <a:pt x="4435267" y="389973"/>
                  <a:pt x="4434399" y="388821"/>
                </a:cubicBezTo>
                <a:cubicBezTo>
                  <a:pt x="4431518" y="385364"/>
                  <a:pt x="4431231" y="382772"/>
                  <a:pt x="4435842" y="381044"/>
                </a:cubicBezTo>
                <a:cubicBezTo>
                  <a:pt x="4436997" y="380756"/>
                  <a:pt x="4437285" y="379028"/>
                  <a:pt x="4436130" y="378164"/>
                </a:cubicBezTo>
                <a:cubicBezTo>
                  <a:pt x="4432382" y="374996"/>
                  <a:pt x="4436419" y="373555"/>
                  <a:pt x="4436997" y="371252"/>
                </a:cubicBezTo>
                <a:cubicBezTo>
                  <a:pt x="4439015" y="363474"/>
                  <a:pt x="4447954" y="365779"/>
                  <a:pt x="4451414" y="360019"/>
                </a:cubicBezTo>
                <a:cubicBezTo>
                  <a:pt x="4452569" y="358003"/>
                  <a:pt x="4458050" y="359442"/>
                  <a:pt x="4460643" y="359730"/>
                </a:cubicBezTo>
                <a:cubicBezTo>
                  <a:pt x="4463672" y="360162"/>
                  <a:pt x="4466989" y="359443"/>
                  <a:pt x="4470161" y="359479"/>
                </a:cubicBezTo>
                <a:close/>
                <a:moveTo>
                  <a:pt x="5732626" y="355434"/>
                </a:moveTo>
                <a:cubicBezTo>
                  <a:pt x="5735578" y="355467"/>
                  <a:pt x="5738395" y="356204"/>
                  <a:pt x="5740676" y="359421"/>
                </a:cubicBezTo>
                <a:cubicBezTo>
                  <a:pt x="5741480" y="360493"/>
                  <a:pt x="5743090" y="361832"/>
                  <a:pt x="5745238" y="361832"/>
                </a:cubicBezTo>
                <a:cubicBezTo>
                  <a:pt x="5748192" y="361564"/>
                  <a:pt x="5749801" y="363173"/>
                  <a:pt x="5750337" y="366121"/>
                </a:cubicBezTo>
                <a:cubicBezTo>
                  <a:pt x="5750873" y="367997"/>
                  <a:pt x="5752217" y="369069"/>
                  <a:pt x="5753559" y="370410"/>
                </a:cubicBezTo>
                <a:cubicBezTo>
                  <a:pt x="5757046" y="373626"/>
                  <a:pt x="5758656" y="377378"/>
                  <a:pt x="5757316" y="382203"/>
                </a:cubicBezTo>
                <a:cubicBezTo>
                  <a:pt x="5756509" y="384883"/>
                  <a:pt x="5757316" y="387832"/>
                  <a:pt x="5760000" y="389440"/>
                </a:cubicBezTo>
                <a:cubicBezTo>
                  <a:pt x="5760000" y="390511"/>
                  <a:pt x="5760000" y="391584"/>
                  <a:pt x="5760000" y="392656"/>
                </a:cubicBezTo>
                <a:cubicBezTo>
                  <a:pt x="5757584" y="393996"/>
                  <a:pt x="5756509" y="395605"/>
                  <a:pt x="5756778" y="399089"/>
                </a:cubicBezTo>
                <a:cubicBezTo>
                  <a:pt x="5757046" y="403913"/>
                  <a:pt x="5754900" y="407665"/>
                  <a:pt x="5749532" y="408738"/>
                </a:cubicBezTo>
                <a:cubicBezTo>
                  <a:pt x="5747117" y="409006"/>
                  <a:pt x="5747654" y="410881"/>
                  <a:pt x="5747654" y="412490"/>
                </a:cubicBezTo>
                <a:cubicBezTo>
                  <a:pt x="5747654" y="415170"/>
                  <a:pt x="5746582" y="415706"/>
                  <a:pt x="5744435" y="413830"/>
                </a:cubicBezTo>
                <a:cubicBezTo>
                  <a:pt x="5741213" y="411149"/>
                  <a:pt x="5739066" y="411149"/>
                  <a:pt x="5738261" y="415706"/>
                </a:cubicBezTo>
                <a:cubicBezTo>
                  <a:pt x="5737992" y="416778"/>
                  <a:pt x="5737188" y="418119"/>
                  <a:pt x="5736113" y="416778"/>
                </a:cubicBezTo>
                <a:cubicBezTo>
                  <a:pt x="5732626" y="413294"/>
                  <a:pt x="5730209" y="415438"/>
                  <a:pt x="5727528" y="417851"/>
                </a:cubicBezTo>
                <a:cubicBezTo>
                  <a:pt x="5727257" y="418387"/>
                  <a:pt x="5726184" y="418387"/>
                  <a:pt x="5725646" y="418387"/>
                </a:cubicBezTo>
                <a:cubicBezTo>
                  <a:pt x="5719207" y="414635"/>
                  <a:pt x="5713033" y="410346"/>
                  <a:pt x="5706593" y="406325"/>
                </a:cubicBezTo>
                <a:cubicBezTo>
                  <a:pt x="5703644" y="404449"/>
                  <a:pt x="5702032" y="399357"/>
                  <a:pt x="5700688" y="395336"/>
                </a:cubicBezTo>
                <a:cubicBezTo>
                  <a:pt x="5700152" y="393727"/>
                  <a:pt x="5700421" y="392119"/>
                  <a:pt x="5698810" y="390780"/>
                </a:cubicBezTo>
                <a:cubicBezTo>
                  <a:pt x="5697200" y="389440"/>
                  <a:pt x="5697469" y="387832"/>
                  <a:pt x="5698543" y="386223"/>
                </a:cubicBezTo>
                <a:cubicBezTo>
                  <a:pt x="5699079" y="385151"/>
                  <a:pt x="5700152" y="383811"/>
                  <a:pt x="5699347" y="382739"/>
                </a:cubicBezTo>
                <a:cubicBezTo>
                  <a:pt x="5696662" y="379523"/>
                  <a:pt x="5696395" y="377110"/>
                  <a:pt x="5700688" y="375502"/>
                </a:cubicBezTo>
                <a:cubicBezTo>
                  <a:pt x="5701762" y="375234"/>
                  <a:pt x="5702032" y="373626"/>
                  <a:pt x="5700958" y="372821"/>
                </a:cubicBezTo>
                <a:cubicBezTo>
                  <a:pt x="5697469" y="369873"/>
                  <a:pt x="5701225" y="368534"/>
                  <a:pt x="5701762" y="366389"/>
                </a:cubicBezTo>
                <a:cubicBezTo>
                  <a:pt x="5703644" y="359153"/>
                  <a:pt x="5711960" y="361297"/>
                  <a:pt x="5715181" y="355936"/>
                </a:cubicBezTo>
                <a:cubicBezTo>
                  <a:pt x="5716254" y="354060"/>
                  <a:pt x="5721355" y="355400"/>
                  <a:pt x="5723770" y="355669"/>
                </a:cubicBezTo>
                <a:cubicBezTo>
                  <a:pt x="5726588" y="356071"/>
                  <a:pt x="5729672" y="355400"/>
                  <a:pt x="5732626" y="355434"/>
                </a:cubicBezTo>
                <a:close/>
                <a:moveTo>
                  <a:pt x="2269712" y="349840"/>
                </a:moveTo>
                <a:cubicBezTo>
                  <a:pt x="2272335" y="349634"/>
                  <a:pt x="2274701" y="349840"/>
                  <a:pt x="2275524" y="351279"/>
                </a:cubicBezTo>
                <a:cubicBezTo>
                  <a:pt x="2280463" y="359497"/>
                  <a:pt x="2293218" y="356210"/>
                  <a:pt x="2296099" y="367304"/>
                </a:cubicBezTo>
                <a:cubicBezTo>
                  <a:pt x="2296921" y="370593"/>
                  <a:pt x="2302681" y="372647"/>
                  <a:pt x="2297333" y="377168"/>
                </a:cubicBezTo>
                <a:cubicBezTo>
                  <a:pt x="2295687" y="378401"/>
                  <a:pt x="2296099" y="380866"/>
                  <a:pt x="2297744" y="381277"/>
                </a:cubicBezTo>
                <a:cubicBezTo>
                  <a:pt x="2304328" y="383743"/>
                  <a:pt x="2303917" y="387442"/>
                  <a:pt x="2299801" y="392373"/>
                </a:cubicBezTo>
                <a:cubicBezTo>
                  <a:pt x="2298566" y="394016"/>
                  <a:pt x="2300213" y="396072"/>
                  <a:pt x="2301036" y="397716"/>
                </a:cubicBezTo>
                <a:cubicBezTo>
                  <a:pt x="2302681" y="400181"/>
                  <a:pt x="2303094" y="402648"/>
                  <a:pt x="2300624" y="404702"/>
                </a:cubicBezTo>
                <a:cubicBezTo>
                  <a:pt x="2298156" y="406756"/>
                  <a:pt x="2298566" y="409222"/>
                  <a:pt x="2297744" y="411688"/>
                </a:cubicBezTo>
                <a:cubicBezTo>
                  <a:pt x="2295687" y="417851"/>
                  <a:pt x="2293218" y="425661"/>
                  <a:pt x="2288692" y="428537"/>
                </a:cubicBezTo>
                <a:cubicBezTo>
                  <a:pt x="2278816" y="434701"/>
                  <a:pt x="2269352" y="441276"/>
                  <a:pt x="2259477" y="447029"/>
                </a:cubicBezTo>
                <a:cubicBezTo>
                  <a:pt x="2258654" y="447029"/>
                  <a:pt x="2257008" y="447029"/>
                  <a:pt x="2256597" y="446207"/>
                </a:cubicBezTo>
                <a:cubicBezTo>
                  <a:pt x="2252482" y="442509"/>
                  <a:pt x="2248779" y="439222"/>
                  <a:pt x="2243429" y="444563"/>
                </a:cubicBezTo>
                <a:cubicBezTo>
                  <a:pt x="2241784" y="446618"/>
                  <a:pt x="2240549" y="444563"/>
                  <a:pt x="2240138" y="442920"/>
                </a:cubicBezTo>
                <a:cubicBezTo>
                  <a:pt x="2238903" y="435933"/>
                  <a:pt x="2235611" y="435933"/>
                  <a:pt x="2230673" y="440043"/>
                </a:cubicBezTo>
                <a:cubicBezTo>
                  <a:pt x="2227383" y="442920"/>
                  <a:pt x="2225736" y="442099"/>
                  <a:pt x="2225736" y="437989"/>
                </a:cubicBezTo>
                <a:cubicBezTo>
                  <a:pt x="2225736" y="435522"/>
                  <a:pt x="2226559" y="432646"/>
                  <a:pt x="2222855" y="432235"/>
                </a:cubicBezTo>
                <a:cubicBezTo>
                  <a:pt x="2214626" y="430591"/>
                  <a:pt x="2211336" y="424839"/>
                  <a:pt x="2211747" y="417440"/>
                </a:cubicBezTo>
                <a:cubicBezTo>
                  <a:pt x="2212157" y="412098"/>
                  <a:pt x="2210512" y="409633"/>
                  <a:pt x="2206808" y="407577"/>
                </a:cubicBezTo>
                <a:cubicBezTo>
                  <a:pt x="2206808" y="405934"/>
                  <a:pt x="2206808" y="404291"/>
                  <a:pt x="2206808" y="402648"/>
                </a:cubicBezTo>
                <a:cubicBezTo>
                  <a:pt x="2210923" y="400181"/>
                  <a:pt x="2212157" y="395660"/>
                  <a:pt x="2210923" y="391552"/>
                </a:cubicBezTo>
                <a:cubicBezTo>
                  <a:pt x="2208866" y="384154"/>
                  <a:pt x="2211336" y="378401"/>
                  <a:pt x="2216684" y="373470"/>
                </a:cubicBezTo>
                <a:cubicBezTo>
                  <a:pt x="2218741" y="371414"/>
                  <a:pt x="2220798" y="369771"/>
                  <a:pt x="2221621" y="366894"/>
                </a:cubicBezTo>
                <a:cubicBezTo>
                  <a:pt x="2222444" y="362374"/>
                  <a:pt x="2224913" y="359908"/>
                  <a:pt x="2229439" y="360319"/>
                </a:cubicBezTo>
                <a:cubicBezTo>
                  <a:pt x="2232731" y="360319"/>
                  <a:pt x="2235201" y="358264"/>
                  <a:pt x="2236435" y="356621"/>
                </a:cubicBezTo>
                <a:cubicBezTo>
                  <a:pt x="2239932" y="351689"/>
                  <a:pt x="2244253" y="350559"/>
                  <a:pt x="2248779" y="350508"/>
                </a:cubicBezTo>
                <a:cubicBezTo>
                  <a:pt x="2253306" y="350457"/>
                  <a:pt x="2258038" y="351484"/>
                  <a:pt x="2262357" y="350868"/>
                </a:cubicBezTo>
                <a:cubicBezTo>
                  <a:pt x="2264209" y="350662"/>
                  <a:pt x="2267089" y="350046"/>
                  <a:pt x="2269712" y="349840"/>
                </a:cubicBezTo>
                <a:close/>
                <a:moveTo>
                  <a:pt x="4750901" y="309773"/>
                </a:moveTo>
                <a:cubicBezTo>
                  <a:pt x="4758047" y="312510"/>
                  <a:pt x="4764646" y="316343"/>
                  <a:pt x="4767396" y="325101"/>
                </a:cubicBezTo>
                <a:cubicBezTo>
                  <a:pt x="4767948" y="326743"/>
                  <a:pt x="4771246" y="327838"/>
                  <a:pt x="4770696" y="331122"/>
                </a:cubicBezTo>
                <a:cubicBezTo>
                  <a:pt x="4769046" y="339881"/>
                  <a:pt x="4775644" y="342617"/>
                  <a:pt x="4781143" y="344260"/>
                </a:cubicBezTo>
                <a:cubicBezTo>
                  <a:pt x="4784994" y="345355"/>
                  <a:pt x="4787192" y="346997"/>
                  <a:pt x="4789392" y="349187"/>
                </a:cubicBezTo>
                <a:cubicBezTo>
                  <a:pt x="4795990" y="355208"/>
                  <a:pt x="4795441" y="363420"/>
                  <a:pt x="4797092" y="371083"/>
                </a:cubicBezTo>
                <a:cubicBezTo>
                  <a:pt x="4798190" y="378199"/>
                  <a:pt x="4794892" y="383673"/>
                  <a:pt x="4792140" y="389695"/>
                </a:cubicBezTo>
                <a:cubicBezTo>
                  <a:pt x="4789392" y="396264"/>
                  <a:pt x="4784994" y="401738"/>
                  <a:pt x="4776745" y="401738"/>
                </a:cubicBezTo>
                <a:cubicBezTo>
                  <a:pt x="4775644" y="401738"/>
                  <a:pt x="4775094" y="402285"/>
                  <a:pt x="4775094" y="403927"/>
                </a:cubicBezTo>
                <a:cubicBezTo>
                  <a:pt x="4771246" y="403927"/>
                  <a:pt x="4767948" y="403927"/>
                  <a:pt x="4764096" y="403927"/>
                </a:cubicBezTo>
                <a:cubicBezTo>
                  <a:pt x="4761348" y="400096"/>
                  <a:pt x="4755849" y="400643"/>
                  <a:pt x="4751999" y="397906"/>
                </a:cubicBezTo>
                <a:cubicBezTo>
                  <a:pt x="4748151" y="395168"/>
                  <a:pt x="4744852" y="392979"/>
                  <a:pt x="4743752" y="388052"/>
                </a:cubicBezTo>
                <a:cubicBezTo>
                  <a:pt x="4743203" y="382579"/>
                  <a:pt x="4740454" y="377651"/>
                  <a:pt x="4737703" y="373273"/>
                </a:cubicBezTo>
                <a:cubicBezTo>
                  <a:pt x="4734954" y="368346"/>
                  <a:pt x="4732753" y="363420"/>
                  <a:pt x="4730004" y="359040"/>
                </a:cubicBezTo>
                <a:cubicBezTo>
                  <a:pt x="4727805" y="354113"/>
                  <a:pt x="4723408" y="349734"/>
                  <a:pt x="4717908" y="346997"/>
                </a:cubicBezTo>
                <a:cubicBezTo>
                  <a:pt x="4717908" y="340428"/>
                  <a:pt x="4717908" y="333860"/>
                  <a:pt x="4717908" y="327290"/>
                </a:cubicBezTo>
                <a:cubicBezTo>
                  <a:pt x="4721207" y="325648"/>
                  <a:pt x="4722856" y="323458"/>
                  <a:pt x="4724508" y="319627"/>
                </a:cubicBezTo>
                <a:cubicBezTo>
                  <a:pt x="4726705" y="315247"/>
                  <a:pt x="4731654" y="311963"/>
                  <a:pt x="4736603" y="311963"/>
                </a:cubicBezTo>
                <a:cubicBezTo>
                  <a:pt x="4741551" y="311963"/>
                  <a:pt x="4745951" y="310868"/>
                  <a:pt x="4750901" y="309773"/>
                </a:cubicBezTo>
                <a:close/>
                <a:moveTo>
                  <a:pt x="4083241" y="307979"/>
                </a:moveTo>
                <a:cubicBezTo>
                  <a:pt x="4088190" y="309074"/>
                  <a:pt x="4092589" y="310169"/>
                  <a:pt x="4097537" y="310169"/>
                </a:cubicBezTo>
                <a:cubicBezTo>
                  <a:pt x="4102486" y="310169"/>
                  <a:pt x="4107435" y="313453"/>
                  <a:pt x="4109635" y="317833"/>
                </a:cubicBezTo>
                <a:cubicBezTo>
                  <a:pt x="4111285" y="321664"/>
                  <a:pt x="4112934" y="323854"/>
                  <a:pt x="4116234" y="325496"/>
                </a:cubicBezTo>
                <a:cubicBezTo>
                  <a:pt x="4116234" y="332066"/>
                  <a:pt x="4116234" y="338634"/>
                  <a:pt x="4116234" y="345203"/>
                </a:cubicBezTo>
                <a:cubicBezTo>
                  <a:pt x="4110735" y="347940"/>
                  <a:pt x="4106336" y="352319"/>
                  <a:pt x="4104136" y="357246"/>
                </a:cubicBezTo>
                <a:cubicBezTo>
                  <a:pt x="4101386" y="361626"/>
                  <a:pt x="4099187" y="366552"/>
                  <a:pt x="4096437" y="371479"/>
                </a:cubicBezTo>
                <a:cubicBezTo>
                  <a:pt x="4093689" y="375857"/>
                  <a:pt x="4090939" y="380785"/>
                  <a:pt x="4090390" y="386258"/>
                </a:cubicBezTo>
                <a:cubicBezTo>
                  <a:pt x="4089290" y="391185"/>
                  <a:pt x="4085990" y="393374"/>
                  <a:pt x="4082141" y="396112"/>
                </a:cubicBezTo>
                <a:cubicBezTo>
                  <a:pt x="4078292" y="398849"/>
                  <a:pt x="4072793" y="398302"/>
                  <a:pt x="4070043" y="402133"/>
                </a:cubicBezTo>
                <a:cubicBezTo>
                  <a:pt x="4066195" y="402133"/>
                  <a:pt x="4062896" y="402133"/>
                  <a:pt x="4059046" y="402133"/>
                </a:cubicBezTo>
                <a:cubicBezTo>
                  <a:pt x="4059046" y="400491"/>
                  <a:pt x="4058497" y="399944"/>
                  <a:pt x="4057397" y="399944"/>
                </a:cubicBezTo>
                <a:cubicBezTo>
                  <a:pt x="4049148" y="399944"/>
                  <a:pt x="4044749" y="394470"/>
                  <a:pt x="4042001" y="387901"/>
                </a:cubicBezTo>
                <a:cubicBezTo>
                  <a:pt x="4039251" y="381879"/>
                  <a:pt x="4035952" y="376405"/>
                  <a:pt x="4037052" y="369289"/>
                </a:cubicBezTo>
                <a:cubicBezTo>
                  <a:pt x="4038701" y="361626"/>
                  <a:pt x="4038151" y="353414"/>
                  <a:pt x="4044749" y="347393"/>
                </a:cubicBezTo>
                <a:cubicBezTo>
                  <a:pt x="4046949" y="345203"/>
                  <a:pt x="4049148" y="343561"/>
                  <a:pt x="4052998" y="342466"/>
                </a:cubicBezTo>
                <a:cubicBezTo>
                  <a:pt x="4058497" y="340823"/>
                  <a:pt x="4065095" y="338087"/>
                  <a:pt x="4063446" y="329328"/>
                </a:cubicBezTo>
                <a:cubicBezTo>
                  <a:pt x="4062896" y="326044"/>
                  <a:pt x="4066195" y="324949"/>
                  <a:pt x="4066745" y="323306"/>
                </a:cubicBezTo>
                <a:cubicBezTo>
                  <a:pt x="4069493" y="314549"/>
                  <a:pt x="4076092" y="310716"/>
                  <a:pt x="4083241" y="307979"/>
                </a:cubicBezTo>
                <a:close/>
                <a:moveTo>
                  <a:pt x="10833001" y="305092"/>
                </a:moveTo>
                <a:cubicBezTo>
                  <a:pt x="10839932" y="304549"/>
                  <a:pt x="10846183" y="305092"/>
                  <a:pt x="10848358" y="308892"/>
                </a:cubicBezTo>
                <a:cubicBezTo>
                  <a:pt x="10861402" y="330607"/>
                  <a:pt x="10895102" y="321921"/>
                  <a:pt x="10902712" y="351235"/>
                </a:cubicBezTo>
                <a:cubicBezTo>
                  <a:pt x="10904888" y="359921"/>
                  <a:pt x="10920107" y="365350"/>
                  <a:pt x="10905974" y="377294"/>
                </a:cubicBezTo>
                <a:cubicBezTo>
                  <a:pt x="10901626" y="380551"/>
                  <a:pt x="10902712" y="387065"/>
                  <a:pt x="10907062" y="388151"/>
                </a:cubicBezTo>
                <a:cubicBezTo>
                  <a:pt x="10924455" y="394665"/>
                  <a:pt x="10923368" y="404437"/>
                  <a:pt x="10912497" y="417465"/>
                </a:cubicBezTo>
                <a:cubicBezTo>
                  <a:pt x="10909236" y="421808"/>
                  <a:pt x="10913585" y="427237"/>
                  <a:pt x="10915758" y="431580"/>
                </a:cubicBezTo>
                <a:cubicBezTo>
                  <a:pt x="10920107" y="438094"/>
                  <a:pt x="10921194" y="444609"/>
                  <a:pt x="10914670" y="450037"/>
                </a:cubicBezTo>
                <a:cubicBezTo>
                  <a:pt x="10908149" y="455466"/>
                  <a:pt x="10909236" y="461981"/>
                  <a:pt x="10907062" y="468495"/>
                </a:cubicBezTo>
                <a:lnTo>
                  <a:pt x="10904160" y="476276"/>
                </a:lnTo>
                <a:lnTo>
                  <a:pt x="10909369" y="475478"/>
                </a:lnTo>
                <a:cubicBezTo>
                  <a:pt x="10914446" y="477421"/>
                  <a:pt x="10919133" y="480143"/>
                  <a:pt x="10921086" y="486362"/>
                </a:cubicBezTo>
                <a:cubicBezTo>
                  <a:pt x="10921475" y="487528"/>
                  <a:pt x="10923819" y="488306"/>
                  <a:pt x="10923427" y="490638"/>
                </a:cubicBezTo>
                <a:cubicBezTo>
                  <a:pt x="10922255" y="496857"/>
                  <a:pt x="10926941" y="498801"/>
                  <a:pt x="10930846" y="499967"/>
                </a:cubicBezTo>
                <a:cubicBezTo>
                  <a:pt x="10933579" y="500745"/>
                  <a:pt x="10935141" y="501911"/>
                  <a:pt x="10936705" y="503466"/>
                </a:cubicBezTo>
                <a:cubicBezTo>
                  <a:pt x="10941388" y="507741"/>
                  <a:pt x="10940999" y="513573"/>
                  <a:pt x="10942170" y="519015"/>
                </a:cubicBezTo>
                <a:cubicBezTo>
                  <a:pt x="10942950" y="524068"/>
                  <a:pt x="10940608" y="527955"/>
                  <a:pt x="10938655" y="532231"/>
                </a:cubicBezTo>
                <a:cubicBezTo>
                  <a:pt x="10936705" y="536896"/>
                  <a:pt x="10933579" y="540783"/>
                  <a:pt x="10927723" y="540783"/>
                </a:cubicBezTo>
                <a:cubicBezTo>
                  <a:pt x="10926941" y="540783"/>
                  <a:pt x="10926551" y="541172"/>
                  <a:pt x="10926551" y="542338"/>
                </a:cubicBezTo>
                <a:cubicBezTo>
                  <a:pt x="10923819" y="542338"/>
                  <a:pt x="10921475" y="542338"/>
                  <a:pt x="10918742" y="542338"/>
                </a:cubicBezTo>
                <a:cubicBezTo>
                  <a:pt x="10916789" y="539617"/>
                  <a:pt x="10912884" y="540005"/>
                  <a:pt x="10910151" y="538062"/>
                </a:cubicBezTo>
                <a:cubicBezTo>
                  <a:pt x="10907417" y="536119"/>
                  <a:pt x="10905075" y="534563"/>
                  <a:pt x="10904294" y="531065"/>
                </a:cubicBezTo>
                <a:cubicBezTo>
                  <a:pt x="10903903" y="527178"/>
                  <a:pt x="10901950" y="523680"/>
                  <a:pt x="10899998" y="520569"/>
                </a:cubicBezTo>
                <a:cubicBezTo>
                  <a:pt x="10898046" y="517071"/>
                  <a:pt x="10896484" y="513573"/>
                  <a:pt x="10894532" y="510462"/>
                </a:cubicBezTo>
                <a:lnTo>
                  <a:pt x="10889142" y="505098"/>
                </a:lnTo>
                <a:lnTo>
                  <a:pt x="10883145" y="513010"/>
                </a:lnTo>
                <a:cubicBezTo>
                  <a:pt x="10857054" y="529296"/>
                  <a:pt x="10832050" y="546667"/>
                  <a:pt x="10805956" y="561868"/>
                </a:cubicBezTo>
                <a:cubicBezTo>
                  <a:pt x="10803781" y="561868"/>
                  <a:pt x="10799433" y="561868"/>
                  <a:pt x="10798346" y="559696"/>
                </a:cubicBezTo>
                <a:cubicBezTo>
                  <a:pt x="10787475" y="549924"/>
                  <a:pt x="10777692" y="541238"/>
                  <a:pt x="10763558" y="555353"/>
                </a:cubicBezTo>
                <a:cubicBezTo>
                  <a:pt x="10759210" y="560782"/>
                  <a:pt x="10755948" y="555353"/>
                  <a:pt x="10754863" y="551011"/>
                </a:cubicBezTo>
                <a:cubicBezTo>
                  <a:pt x="10751601" y="532552"/>
                  <a:pt x="10742903" y="532552"/>
                  <a:pt x="10729857" y="543410"/>
                </a:cubicBezTo>
                <a:cubicBezTo>
                  <a:pt x="10721160" y="551011"/>
                  <a:pt x="10716812" y="548838"/>
                  <a:pt x="10716812" y="537981"/>
                </a:cubicBezTo>
                <a:cubicBezTo>
                  <a:pt x="10716812" y="531467"/>
                  <a:pt x="10718987" y="523867"/>
                  <a:pt x="10709202" y="522781"/>
                </a:cubicBezTo>
                <a:cubicBezTo>
                  <a:pt x="10687459" y="518439"/>
                  <a:pt x="10678762" y="503238"/>
                  <a:pt x="10679850" y="483694"/>
                </a:cubicBezTo>
                <a:cubicBezTo>
                  <a:pt x="10680937" y="469581"/>
                  <a:pt x="10676589" y="463066"/>
                  <a:pt x="10666805" y="457637"/>
                </a:cubicBezTo>
                <a:cubicBezTo>
                  <a:pt x="10666805" y="453295"/>
                  <a:pt x="10666805" y="448951"/>
                  <a:pt x="10666805" y="444609"/>
                </a:cubicBezTo>
                <a:cubicBezTo>
                  <a:pt x="10677677" y="438094"/>
                  <a:pt x="10680937" y="426151"/>
                  <a:pt x="10677677" y="415294"/>
                </a:cubicBezTo>
                <a:cubicBezTo>
                  <a:pt x="10672239" y="395751"/>
                  <a:pt x="10678762" y="380551"/>
                  <a:pt x="10692895" y="367521"/>
                </a:cubicBezTo>
                <a:cubicBezTo>
                  <a:pt x="10698332" y="362094"/>
                  <a:pt x="10703766" y="357750"/>
                  <a:pt x="10705940" y="350150"/>
                </a:cubicBezTo>
                <a:cubicBezTo>
                  <a:pt x="10708115" y="338207"/>
                  <a:pt x="10714637" y="331693"/>
                  <a:pt x="10726596" y="332778"/>
                </a:cubicBezTo>
                <a:cubicBezTo>
                  <a:pt x="10735293" y="332778"/>
                  <a:pt x="10741816" y="327350"/>
                  <a:pt x="10745078" y="323007"/>
                </a:cubicBezTo>
                <a:cubicBezTo>
                  <a:pt x="10763558" y="296950"/>
                  <a:pt x="10790736" y="311064"/>
                  <a:pt x="10813569" y="307807"/>
                </a:cubicBezTo>
                <a:cubicBezTo>
                  <a:pt x="10818461" y="307264"/>
                  <a:pt x="10826071" y="305635"/>
                  <a:pt x="10833001" y="305092"/>
                </a:cubicBezTo>
                <a:close/>
                <a:moveTo>
                  <a:pt x="9079830" y="266277"/>
                </a:moveTo>
                <a:cubicBezTo>
                  <a:pt x="9084080" y="266229"/>
                  <a:pt x="9088523" y="267194"/>
                  <a:pt x="9092580" y="266615"/>
                </a:cubicBezTo>
                <a:cubicBezTo>
                  <a:pt x="9096058" y="266230"/>
                  <a:pt x="9103400" y="264300"/>
                  <a:pt x="9104944" y="267001"/>
                </a:cubicBezTo>
                <a:cubicBezTo>
                  <a:pt x="9109579" y="274719"/>
                  <a:pt x="9121560" y="271631"/>
                  <a:pt x="9124263" y="282050"/>
                </a:cubicBezTo>
                <a:cubicBezTo>
                  <a:pt x="9125035" y="285137"/>
                  <a:pt x="9130442" y="287067"/>
                  <a:pt x="9125421" y="291311"/>
                </a:cubicBezTo>
                <a:cubicBezTo>
                  <a:pt x="9123875" y="292468"/>
                  <a:pt x="9124263" y="294784"/>
                  <a:pt x="9125807" y="295170"/>
                </a:cubicBezTo>
                <a:cubicBezTo>
                  <a:pt x="9131988" y="297485"/>
                  <a:pt x="9131601" y="300959"/>
                  <a:pt x="9127740" y="305588"/>
                </a:cubicBezTo>
                <a:cubicBezTo>
                  <a:pt x="9126578" y="307132"/>
                  <a:pt x="9128124" y="309062"/>
                  <a:pt x="9128898" y="310605"/>
                </a:cubicBezTo>
                <a:cubicBezTo>
                  <a:pt x="9130442" y="312921"/>
                  <a:pt x="9130829" y="315235"/>
                  <a:pt x="9128509" y="317165"/>
                </a:cubicBezTo>
                <a:cubicBezTo>
                  <a:pt x="9126194" y="319094"/>
                  <a:pt x="9126578" y="321410"/>
                  <a:pt x="9125807" y="323725"/>
                </a:cubicBezTo>
                <a:cubicBezTo>
                  <a:pt x="9123875" y="329513"/>
                  <a:pt x="9121560" y="336845"/>
                  <a:pt x="9117309" y="339545"/>
                </a:cubicBezTo>
                <a:cubicBezTo>
                  <a:pt x="9108035" y="345334"/>
                  <a:pt x="9099149" y="351508"/>
                  <a:pt x="9089875" y="356910"/>
                </a:cubicBezTo>
                <a:cubicBezTo>
                  <a:pt x="9089104" y="356910"/>
                  <a:pt x="9087558" y="356910"/>
                  <a:pt x="9087170" y="356139"/>
                </a:cubicBezTo>
                <a:cubicBezTo>
                  <a:pt x="9083307" y="352665"/>
                  <a:pt x="9079828" y="349578"/>
                  <a:pt x="9074808" y="354595"/>
                </a:cubicBezTo>
                <a:cubicBezTo>
                  <a:pt x="9073262" y="356525"/>
                  <a:pt x="9072104" y="354595"/>
                  <a:pt x="9071716" y="353051"/>
                </a:cubicBezTo>
                <a:cubicBezTo>
                  <a:pt x="9070558" y="346492"/>
                  <a:pt x="9067468" y="346492"/>
                  <a:pt x="9062831" y="350350"/>
                </a:cubicBezTo>
                <a:cubicBezTo>
                  <a:pt x="9059739" y="353051"/>
                  <a:pt x="9058196" y="352280"/>
                  <a:pt x="9058196" y="348421"/>
                </a:cubicBezTo>
                <a:cubicBezTo>
                  <a:pt x="9058196" y="346106"/>
                  <a:pt x="9058967" y="343405"/>
                  <a:pt x="9055488" y="343019"/>
                </a:cubicBezTo>
                <a:cubicBezTo>
                  <a:pt x="9047764" y="341475"/>
                  <a:pt x="9044672" y="336073"/>
                  <a:pt x="9045059" y="329127"/>
                </a:cubicBezTo>
                <a:cubicBezTo>
                  <a:pt x="9045444" y="324111"/>
                  <a:pt x="9043900" y="321796"/>
                  <a:pt x="9040424" y="319866"/>
                </a:cubicBezTo>
                <a:cubicBezTo>
                  <a:pt x="9040424" y="318322"/>
                  <a:pt x="9040424" y="316779"/>
                  <a:pt x="9040424" y="315235"/>
                </a:cubicBezTo>
                <a:cubicBezTo>
                  <a:pt x="9044287" y="312921"/>
                  <a:pt x="9045444" y="308676"/>
                  <a:pt x="9044287" y="304817"/>
                </a:cubicBezTo>
                <a:cubicBezTo>
                  <a:pt x="9042354" y="297871"/>
                  <a:pt x="9044672" y="292468"/>
                  <a:pt x="9049694" y="287839"/>
                </a:cubicBezTo>
                <a:cubicBezTo>
                  <a:pt x="9051627" y="285909"/>
                  <a:pt x="9053558" y="284365"/>
                  <a:pt x="9054332" y="281664"/>
                </a:cubicBezTo>
                <a:cubicBezTo>
                  <a:pt x="9055104" y="277420"/>
                  <a:pt x="9057422" y="275104"/>
                  <a:pt x="9061672" y="275490"/>
                </a:cubicBezTo>
                <a:cubicBezTo>
                  <a:pt x="9064762" y="275490"/>
                  <a:pt x="9067081" y="273561"/>
                  <a:pt x="9068240" y="272017"/>
                </a:cubicBezTo>
                <a:cubicBezTo>
                  <a:pt x="9071524" y="267387"/>
                  <a:pt x="9075580" y="266326"/>
                  <a:pt x="9079830" y="266277"/>
                </a:cubicBezTo>
                <a:close/>
                <a:moveTo>
                  <a:pt x="6762630" y="248000"/>
                </a:moveTo>
                <a:lnTo>
                  <a:pt x="6762380" y="248416"/>
                </a:lnTo>
                <a:lnTo>
                  <a:pt x="6762093" y="248128"/>
                </a:lnTo>
                <a:close/>
                <a:moveTo>
                  <a:pt x="5353229" y="221996"/>
                </a:moveTo>
                <a:cubicBezTo>
                  <a:pt x="5356745" y="222773"/>
                  <a:pt x="5359869" y="223551"/>
                  <a:pt x="5363382" y="223551"/>
                </a:cubicBezTo>
                <a:cubicBezTo>
                  <a:pt x="5366896" y="223551"/>
                  <a:pt x="5370412" y="225884"/>
                  <a:pt x="5371975" y="228993"/>
                </a:cubicBezTo>
                <a:cubicBezTo>
                  <a:pt x="5373144" y="231714"/>
                  <a:pt x="5374316" y="233268"/>
                  <a:pt x="5376658" y="234435"/>
                </a:cubicBezTo>
                <a:cubicBezTo>
                  <a:pt x="5376658" y="239100"/>
                  <a:pt x="5376658" y="243765"/>
                  <a:pt x="5376658" y="248429"/>
                </a:cubicBezTo>
                <a:cubicBezTo>
                  <a:pt x="5372754" y="250372"/>
                  <a:pt x="5369628" y="253482"/>
                  <a:pt x="5368067" y="256981"/>
                </a:cubicBezTo>
                <a:cubicBezTo>
                  <a:pt x="5366114" y="260091"/>
                  <a:pt x="5364553" y="263589"/>
                  <a:pt x="5362602" y="267088"/>
                </a:cubicBezTo>
                <a:cubicBezTo>
                  <a:pt x="5360649" y="270198"/>
                  <a:pt x="5358696" y="273696"/>
                  <a:pt x="5358307" y="277583"/>
                </a:cubicBezTo>
                <a:cubicBezTo>
                  <a:pt x="5357525" y="281081"/>
                  <a:pt x="5355182" y="282637"/>
                  <a:pt x="5352449" y="284581"/>
                </a:cubicBezTo>
                <a:cubicBezTo>
                  <a:pt x="5349714" y="286523"/>
                  <a:pt x="5345810" y="286135"/>
                  <a:pt x="5343858" y="288856"/>
                </a:cubicBezTo>
                <a:cubicBezTo>
                  <a:pt x="5341124" y="288856"/>
                  <a:pt x="5338782" y="288856"/>
                  <a:pt x="5336048" y="288856"/>
                </a:cubicBezTo>
                <a:cubicBezTo>
                  <a:pt x="5336048" y="287690"/>
                  <a:pt x="5335657" y="287302"/>
                  <a:pt x="5334878" y="287302"/>
                </a:cubicBezTo>
                <a:cubicBezTo>
                  <a:pt x="5329021" y="287302"/>
                  <a:pt x="5325897" y="283414"/>
                  <a:pt x="5323944" y="278749"/>
                </a:cubicBezTo>
                <a:cubicBezTo>
                  <a:pt x="5321993" y="274474"/>
                  <a:pt x="5319650" y="270586"/>
                  <a:pt x="5320430" y="265533"/>
                </a:cubicBezTo>
                <a:cubicBezTo>
                  <a:pt x="5321601" y="260091"/>
                  <a:pt x="5321210" y="254260"/>
                  <a:pt x="5325897" y="249984"/>
                </a:cubicBezTo>
                <a:cubicBezTo>
                  <a:pt x="5327460" y="248429"/>
                  <a:pt x="5329021" y="247263"/>
                  <a:pt x="5331753" y="246486"/>
                </a:cubicBezTo>
                <a:cubicBezTo>
                  <a:pt x="5335657" y="245319"/>
                  <a:pt x="5340344" y="243375"/>
                  <a:pt x="5339173" y="237156"/>
                </a:cubicBezTo>
                <a:cubicBezTo>
                  <a:pt x="5338782" y="234824"/>
                  <a:pt x="5341124" y="234047"/>
                  <a:pt x="5341514" y="232880"/>
                </a:cubicBezTo>
                <a:cubicBezTo>
                  <a:pt x="5343468" y="226661"/>
                  <a:pt x="5348153" y="223940"/>
                  <a:pt x="5353229" y="221996"/>
                </a:cubicBezTo>
                <a:close/>
                <a:moveTo>
                  <a:pt x="6402088" y="217446"/>
                </a:moveTo>
                <a:cubicBezTo>
                  <a:pt x="6405261" y="217482"/>
                  <a:pt x="6408289" y="218274"/>
                  <a:pt x="6410741" y="221730"/>
                </a:cubicBezTo>
                <a:cubicBezTo>
                  <a:pt x="6411605" y="222883"/>
                  <a:pt x="6413334" y="224322"/>
                  <a:pt x="6415640" y="224322"/>
                </a:cubicBezTo>
                <a:cubicBezTo>
                  <a:pt x="6418813" y="224035"/>
                  <a:pt x="6420545" y="225762"/>
                  <a:pt x="6421122" y="228930"/>
                </a:cubicBezTo>
                <a:cubicBezTo>
                  <a:pt x="6421699" y="230947"/>
                  <a:pt x="6423141" y="232099"/>
                  <a:pt x="6424584" y="233540"/>
                </a:cubicBezTo>
                <a:cubicBezTo>
                  <a:pt x="6428329" y="236995"/>
                  <a:pt x="6430062" y="241028"/>
                  <a:pt x="6428621" y="246212"/>
                </a:cubicBezTo>
                <a:cubicBezTo>
                  <a:pt x="6427754" y="249092"/>
                  <a:pt x="6428621" y="252261"/>
                  <a:pt x="6431504" y="253989"/>
                </a:cubicBezTo>
                <a:cubicBezTo>
                  <a:pt x="6431504" y="255141"/>
                  <a:pt x="6431504" y="256293"/>
                  <a:pt x="6431504" y="257445"/>
                </a:cubicBezTo>
                <a:cubicBezTo>
                  <a:pt x="6428908" y="258885"/>
                  <a:pt x="6427754" y="260614"/>
                  <a:pt x="6428042" y="264358"/>
                </a:cubicBezTo>
                <a:cubicBezTo>
                  <a:pt x="6428329" y="269542"/>
                  <a:pt x="6426023" y="273575"/>
                  <a:pt x="6420256" y="274726"/>
                </a:cubicBezTo>
                <a:cubicBezTo>
                  <a:pt x="6417660" y="275015"/>
                  <a:pt x="6418238" y="277031"/>
                  <a:pt x="6418238" y="278759"/>
                </a:cubicBezTo>
                <a:cubicBezTo>
                  <a:pt x="6418238" y="281639"/>
                  <a:pt x="6417082" y="282215"/>
                  <a:pt x="6414777" y="280199"/>
                </a:cubicBezTo>
                <a:cubicBezTo>
                  <a:pt x="6411315" y="277318"/>
                  <a:pt x="6409010" y="277318"/>
                  <a:pt x="6408143" y="282215"/>
                </a:cubicBezTo>
                <a:cubicBezTo>
                  <a:pt x="6407856" y="283367"/>
                  <a:pt x="6406992" y="284807"/>
                  <a:pt x="6405836" y="283367"/>
                </a:cubicBezTo>
                <a:cubicBezTo>
                  <a:pt x="6402086" y="279623"/>
                  <a:pt x="6399492" y="281927"/>
                  <a:pt x="6396609" y="284519"/>
                </a:cubicBezTo>
                <a:cubicBezTo>
                  <a:pt x="6396320" y="285096"/>
                  <a:pt x="6395167" y="285096"/>
                  <a:pt x="6394592" y="285096"/>
                </a:cubicBezTo>
                <a:cubicBezTo>
                  <a:pt x="6387668" y="281063"/>
                  <a:pt x="6381035" y="276455"/>
                  <a:pt x="6374113" y="272134"/>
                </a:cubicBezTo>
                <a:cubicBezTo>
                  <a:pt x="6370941" y="270118"/>
                  <a:pt x="6369211" y="264645"/>
                  <a:pt x="6367769" y="260325"/>
                </a:cubicBezTo>
                <a:cubicBezTo>
                  <a:pt x="6367192" y="258598"/>
                  <a:pt x="6367481" y="256869"/>
                  <a:pt x="6365751" y="255429"/>
                </a:cubicBezTo>
                <a:cubicBezTo>
                  <a:pt x="6364019" y="253989"/>
                  <a:pt x="6364312" y="252261"/>
                  <a:pt x="6365462" y="250533"/>
                </a:cubicBezTo>
                <a:cubicBezTo>
                  <a:pt x="6366038" y="249381"/>
                  <a:pt x="6367192" y="247941"/>
                  <a:pt x="6366326" y="246789"/>
                </a:cubicBezTo>
                <a:cubicBezTo>
                  <a:pt x="6363444" y="243332"/>
                  <a:pt x="6363156" y="240740"/>
                  <a:pt x="6367769" y="239011"/>
                </a:cubicBezTo>
                <a:cubicBezTo>
                  <a:pt x="6368923" y="238724"/>
                  <a:pt x="6369211" y="236995"/>
                  <a:pt x="6368057" y="236132"/>
                </a:cubicBezTo>
                <a:cubicBezTo>
                  <a:pt x="6364312" y="232963"/>
                  <a:pt x="6368346" y="231523"/>
                  <a:pt x="6368923" y="229219"/>
                </a:cubicBezTo>
                <a:cubicBezTo>
                  <a:pt x="6370941" y="221442"/>
                  <a:pt x="6379883" y="223746"/>
                  <a:pt x="6383344" y="217986"/>
                </a:cubicBezTo>
                <a:cubicBezTo>
                  <a:pt x="6384498" y="215970"/>
                  <a:pt x="6389977" y="217410"/>
                  <a:pt x="6392572" y="217697"/>
                </a:cubicBezTo>
                <a:cubicBezTo>
                  <a:pt x="6395601" y="218130"/>
                  <a:pt x="6398916" y="217410"/>
                  <a:pt x="6402088" y="217446"/>
                </a:cubicBezTo>
                <a:close/>
                <a:moveTo>
                  <a:pt x="4970801" y="215227"/>
                </a:moveTo>
                <a:cubicBezTo>
                  <a:pt x="4976408" y="213982"/>
                  <a:pt x="4979522" y="217717"/>
                  <a:pt x="4982015" y="220831"/>
                </a:cubicBezTo>
                <a:cubicBezTo>
                  <a:pt x="4990735" y="230793"/>
                  <a:pt x="4998835" y="240755"/>
                  <a:pt x="5014407" y="235774"/>
                </a:cubicBezTo>
                <a:cubicBezTo>
                  <a:pt x="5017524" y="235151"/>
                  <a:pt x="5019393" y="237642"/>
                  <a:pt x="5020638" y="240133"/>
                </a:cubicBezTo>
                <a:cubicBezTo>
                  <a:pt x="5027491" y="252586"/>
                  <a:pt x="5038704" y="262548"/>
                  <a:pt x="5048047" y="273133"/>
                </a:cubicBezTo>
                <a:cubicBezTo>
                  <a:pt x="5062377" y="289322"/>
                  <a:pt x="5070477" y="307379"/>
                  <a:pt x="5064868" y="329173"/>
                </a:cubicBezTo>
                <a:cubicBezTo>
                  <a:pt x="5063000" y="337889"/>
                  <a:pt x="5067984" y="343493"/>
                  <a:pt x="5072969" y="348475"/>
                </a:cubicBezTo>
                <a:cubicBezTo>
                  <a:pt x="5084182" y="360305"/>
                  <a:pt x="5083559" y="366532"/>
                  <a:pt x="5071098" y="375872"/>
                </a:cubicBezTo>
                <a:cubicBezTo>
                  <a:pt x="5057394" y="385211"/>
                  <a:pt x="5057394" y="385211"/>
                  <a:pt x="5068607" y="398909"/>
                </a:cubicBezTo>
                <a:cubicBezTo>
                  <a:pt x="5071098" y="402023"/>
                  <a:pt x="5072969" y="404513"/>
                  <a:pt x="5069230" y="408249"/>
                </a:cubicBezTo>
                <a:cubicBezTo>
                  <a:pt x="5056770" y="422570"/>
                  <a:pt x="5045556" y="436892"/>
                  <a:pt x="5032474" y="450590"/>
                </a:cubicBezTo>
                <a:cubicBezTo>
                  <a:pt x="5023131" y="461175"/>
                  <a:pt x="5011293" y="468024"/>
                  <a:pt x="4997588" y="471138"/>
                </a:cubicBezTo>
                <a:cubicBezTo>
                  <a:pt x="4988867" y="473628"/>
                  <a:pt x="4972048" y="496044"/>
                  <a:pt x="4971424" y="505383"/>
                </a:cubicBezTo>
                <a:cubicBezTo>
                  <a:pt x="4971424" y="508497"/>
                  <a:pt x="4971424" y="510987"/>
                  <a:pt x="4975163" y="512232"/>
                </a:cubicBezTo>
                <a:cubicBezTo>
                  <a:pt x="4994473" y="520950"/>
                  <a:pt x="5003819" y="537762"/>
                  <a:pt x="5011917" y="555819"/>
                </a:cubicBezTo>
                <a:cubicBezTo>
                  <a:pt x="5013786" y="559554"/>
                  <a:pt x="5015032" y="562668"/>
                  <a:pt x="5016902" y="565781"/>
                </a:cubicBezTo>
                <a:cubicBezTo>
                  <a:pt x="5023131" y="575744"/>
                  <a:pt x="5026246" y="584461"/>
                  <a:pt x="5021883" y="596915"/>
                </a:cubicBezTo>
                <a:cubicBezTo>
                  <a:pt x="5017524" y="609368"/>
                  <a:pt x="5024376" y="621820"/>
                  <a:pt x="5030606" y="633028"/>
                </a:cubicBezTo>
                <a:cubicBezTo>
                  <a:pt x="5033098" y="638632"/>
                  <a:pt x="5034343" y="642368"/>
                  <a:pt x="5029984" y="647971"/>
                </a:cubicBezTo>
                <a:lnTo>
                  <a:pt x="5014537" y="685550"/>
                </a:lnTo>
                <a:lnTo>
                  <a:pt x="5084787" y="676707"/>
                </a:lnTo>
                <a:cubicBezTo>
                  <a:pt x="5161517" y="670751"/>
                  <a:pt x="5238478" y="668919"/>
                  <a:pt x="5315437" y="672584"/>
                </a:cubicBezTo>
                <a:cubicBezTo>
                  <a:pt x="5507833" y="679914"/>
                  <a:pt x="5689240" y="734889"/>
                  <a:pt x="5870643" y="797194"/>
                </a:cubicBezTo>
                <a:cubicBezTo>
                  <a:pt x="6182146" y="905312"/>
                  <a:pt x="6477155" y="1044582"/>
                  <a:pt x="6737349" y="1249822"/>
                </a:cubicBezTo>
                <a:cubicBezTo>
                  <a:pt x="6812019" y="1309378"/>
                  <a:pt x="6882793" y="1372027"/>
                  <a:pt x="6949760" y="1437768"/>
                </a:cubicBezTo>
                <a:lnTo>
                  <a:pt x="7135575" y="1640186"/>
                </a:lnTo>
                <a:lnTo>
                  <a:pt x="7155702" y="1617195"/>
                </a:lnTo>
                <a:lnTo>
                  <a:pt x="7149127" y="1606185"/>
                </a:lnTo>
                <a:cubicBezTo>
                  <a:pt x="7144914" y="1605235"/>
                  <a:pt x="7139479" y="1607950"/>
                  <a:pt x="7132956" y="1613378"/>
                </a:cubicBezTo>
                <a:cubicBezTo>
                  <a:pt x="7124260" y="1620978"/>
                  <a:pt x="7119911" y="1618807"/>
                  <a:pt x="7119911" y="1607949"/>
                </a:cubicBezTo>
                <a:cubicBezTo>
                  <a:pt x="7119911" y="1601434"/>
                  <a:pt x="7122084" y="1593835"/>
                  <a:pt x="7112301" y="1592748"/>
                </a:cubicBezTo>
                <a:cubicBezTo>
                  <a:pt x="7090557" y="1588406"/>
                  <a:pt x="7081860" y="1573206"/>
                  <a:pt x="7082952" y="1553663"/>
                </a:cubicBezTo>
                <a:cubicBezTo>
                  <a:pt x="7084034" y="1539548"/>
                  <a:pt x="7079687" y="1533033"/>
                  <a:pt x="7069901" y="1527606"/>
                </a:cubicBezTo>
                <a:cubicBezTo>
                  <a:pt x="7069901" y="1523262"/>
                  <a:pt x="7069901" y="1518919"/>
                  <a:pt x="7069901" y="1514576"/>
                </a:cubicBezTo>
                <a:cubicBezTo>
                  <a:pt x="7080773" y="1508062"/>
                  <a:pt x="7084034" y="1496119"/>
                  <a:pt x="7080773" y="1485261"/>
                </a:cubicBezTo>
                <a:cubicBezTo>
                  <a:pt x="7075339" y="1465718"/>
                  <a:pt x="7081860" y="1450518"/>
                  <a:pt x="7095993" y="1437490"/>
                </a:cubicBezTo>
                <a:cubicBezTo>
                  <a:pt x="7101430" y="1432061"/>
                  <a:pt x="7106866" y="1427717"/>
                  <a:pt x="7109038" y="1420118"/>
                </a:cubicBezTo>
                <a:cubicBezTo>
                  <a:pt x="7111214" y="1408175"/>
                  <a:pt x="7117735" y="1401660"/>
                  <a:pt x="7129695" y="1402746"/>
                </a:cubicBezTo>
                <a:lnTo>
                  <a:pt x="7132509" y="1401258"/>
                </a:lnTo>
                <a:lnTo>
                  <a:pt x="7077965" y="1343957"/>
                </a:lnTo>
                <a:cubicBezTo>
                  <a:pt x="7055011" y="1322338"/>
                  <a:pt x="7031610" y="1300718"/>
                  <a:pt x="7011807" y="1277298"/>
                </a:cubicBezTo>
                <a:cubicBezTo>
                  <a:pt x="7001005" y="1262883"/>
                  <a:pt x="7001005" y="1273694"/>
                  <a:pt x="6990206" y="1266487"/>
                </a:cubicBezTo>
                <a:cubicBezTo>
                  <a:pt x="6972204" y="1248471"/>
                  <a:pt x="6965005" y="1237661"/>
                  <a:pt x="6957804" y="1226851"/>
                </a:cubicBezTo>
                <a:cubicBezTo>
                  <a:pt x="6943402" y="1212439"/>
                  <a:pt x="6936199" y="1216041"/>
                  <a:pt x="6921802" y="1205231"/>
                </a:cubicBezTo>
                <a:cubicBezTo>
                  <a:pt x="6911000" y="1190819"/>
                  <a:pt x="6900199" y="1176405"/>
                  <a:pt x="6889398" y="1161993"/>
                </a:cubicBezTo>
                <a:cubicBezTo>
                  <a:pt x="6889398" y="1161993"/>
                  <a:pt x="6889398" y="1161993"/>
                  <a:pt x="6896598" y="1154786"/>
                </a:cubicBezTo>
                <a:cubicBezTo>
                  <a:pt x="6889398" y="1147579"/>
                  <a:pt x="6878597" y="1136769"/>
                  <a:pt x="6867795" y="1129563"/>
                </a:cubicBezTo>
                <a:cubicBezTo>
                  <a:pt x="6867795" y="1129563"/>
                  <a:pt x="6867795" y="1129563"/>
                  <a:pt x="6867795" y="1133166"/>
                </a:cubicBezTo>
                <a:cubicBezTo>
                  <a:pt x="6871396" y="1133166"/>
                  <a:pt x="6874997" y="1136769"/>
                  <a:pt x="6871396" y="1136769"/>
                </a:cubicBezTo>
                <a:cubicBezTo>
                  <a:pt x="6871396" y="1136769"/>
                  <a:pt x="6867795" y="1136769"/>
                  <a:pt x="6867795" y="1136769"/>
                </a:cubicBezTo>
                <a:cubicBezTo>
                  <a:pt x="6867795" y="1140373"/>
                  <a:pt x="6878597" y="1147579"/>
                  <a:pt x="6871396" y="1147579"/>
                </a:cubicBezTo>
                <a:cubicBezTo>
                  <a:pt x="6856993" y="1140373"/>
                  <a:pt x="6860596" y="1136769"/>
                  <a:pt x="6849795" y="1129563"/>
                </a:cubicBezTo>
                <a:cubicBezTo>
                  <a:pt x="6849795" y="1129563"/>
                  <a:pt x="6849795" y="1129563"/>
                  <a:pt x="6846193" y="1129563"/>
                </a:cubicBezTo>
                <a:cubicBezTo>
                  <a:pt x="6846193" y="1129563"/>
                  <a:pt x="6846193" y="1129563"/>
                  <a:pt x="6846193" y="1125960"/>
                </a:cubicBezTo>
                <a:cubicBezTo>
                  <a:pt x="6842591" y="1125960"/>
                  <a:pt x="6838994" y="1122356"/>
                  <a:pt x="6838994" y="1122356"/>
                </a:cubicBezTo>
                <a:cubicBezTo>
                  <a:pt x="6838994" y="1118753"/>
                  <a:pt x="6838994" y="1118753"/>
                  <a:pt x="6838994" y="1118753"/>
                </a:cubicBezTo>
                <a:cubicBezTo>
                  <a:pt x="6828193" y="1115151"/>
                  <a:pt x="6810190" y="1104341"/>
                  <a:pt x="6795790" y="1093531"/>
                </a:cubicBezTo>
                <a:cubicBezTo>
                  <a:pt x="6781388" y="1079117"/>
                  <a:pt x="6770585" y="1068307"/>
                  <a:pt x="6770588" y="1061101"/>
                </a:cubicBezTo>
                <a:cubicBezTo>
                  <a:pt x="6766987" y="1061101"/>
                  <a:pt x="6766986" y="1057497"/>
                  <a:pt x="6766986" y="1057497"/>
                </a:cubicBezTo>
                <a:cubicBezTo>
                  <a:pt x="6763386" y="1057497"/>
                  <a:pt x="6759786" y="1053894"/>
                  <a:pt x="6759786" y="1050291"/>
                </a:cubicBezTo>
                <a:cubicBezTo>
                  <a:pt x="6759786" y="1050291"/>
                  <a:pt x="6759786" y="1050291"/>
                  <a:pt x="6763386" y="1050291"/>
                </a:cubicBezTo>
                <a:cubicBezTo>
                  <a:pt x="6766987" y="1053894"/>
                  <a:pt x="6766987" y="1053894"/>
                  <a:pt x="6766987" y="1053894"/>
                </a:cubicBezTo>
                <a:cubicBezTo>
                  <a:pt x="6766987" y="1053894"/>
                  <a:pt x="6766987" y="1053894"/>
                  <a:pt x="6770588" y="1053894"/>
                </a:cubicBezTo>
                <a:cubicBezTo>
                  <a:pt x="6756185" y="1043084"/>
                  <a:pt x="6756185" y="1046688"/>
                  <a:pt x="6745385" y="1039481"/>
                </a:cubicBezTo>
                <a:cubicBezTo>
                  <a:pt x="6745385" y="1039481"/>
                  <a:pt x="6748983" y="1043084"/>
                  <a:pt x="6748983" y="1043084"/>
                </a:cubicBezTo>
                <a:cubicBezTo>
                  <a:pt x="6748983" y="1043084"/>
                  <a:pt x="6748983" y="1043084"/>
                  <a:pt x="6745385" y="1043084"/>
                </a:cubicBezTo>
                <a:cubicBezTo>
                  <a:pt x="6745385" y="1043084"/>
                  <a:pt x="6745385" y="1043084"/>
                  <a:pt x="6741784" y="1043084"/>
                </a:cubicBezTo>
                <a:cubicBezTo>
                  <a:pt x="6741784" y="1043084"/>
                  <a:pt x="6748985" y="1046688"/>
                  <a:pt x="6745385" y="1050291"/>
                </a:cubicBezTo>
                <a:cubicBezTo>
                  <a:pt x="6734584" y="1043084"/>
                  <a:pt x="6723783" y="1035878"/>
                  <a:pt x="6727382" y="1032275"/>
                </a:cubicBezTo>
                <a:cubicBezTo>
                  <a:pt x="6727382" y="1032275"/>
                  <a:pt x="6723783" y="1032275"/>
                  <a:pt x="6723785" y="1028671"/>
                </a:cubicBezTo>
                <a:cubicBezTo>
                  <a:pt x="6723783" y="1025068"/>
                  <a:pt x="6720182" y="1025068"/>
                  <a:pt x="6720182" y="1025068"/>
                </a:cubicBezTo>
                <a:lnTo>
                  <a:pt x="6719746" y="1025507"/>
                </a:lnTo>
                <a:lnTo>
                  <a:pt x="6640974" y="963812"/>
                </a:lnTo>
                <a:cubicBezTo>
                  <a:pt x="6640974" y="963812"/>
                  <a:pt x="6637376" y="963812"/>
                  <a:pt x="6637376" y="960209"/>
                </a:cubicBezTo>
                <a:cubicBezTo>
                  <a:pt x="6633774" y="960209"/>
                  <a:pt x="6630173" y="956607"/>
                  <a:pt x="6630173" y="956607"/>
                </a:cubicBezTo>
                <a:cubicBezTo>
                  <a:pt x="6630173" y="956607"/>
                  <a:pt x="6630173" y="956607"/>
                  <a:pt x="6633772" y="956607"/>
                </a:cubicBezTo>
                <a:cubicBezTo>
                  <a:pt x="6622972" y="953002"/>
                  <a:pt x="6604972" y="945797"/>
                  <a:pt x="6597771" y="945797"/>
                </a:cubicBezTo>
                <a:cubicBezTo>
                  <a:pt x="6601371" y="945797"/>
                  <a:pt x="6601371" y="945797"/>
                  <a:pt x="6604972" y="949399"/>
                </a:cubicBezTo>
                <a:cubicBezTo>
                  <a:pt x="6604972" y="949399"/>
                  <a:pt x="6604972" y="953002"/>
                  <a:pt x="6604972" y="953002"/>
                </a:cubicBezTo>
                <a:cubicBezTo>
                  <a:pt x="6601371" y="953002"/>
                  <a:pt x="6601371" y="953002"/>
                  <a:pt x="6597771" y="949399"/>
                </a:cubicBezTo>
                <a:lnTo>
                  <a:pt x="6596462" y="949399"/>
                </a:lnTo>
                <a:lnTo>
                  <a:pt x="6594621" y="948048"/>
                </a:lnTo>
                <a:cubicBezTo>
                  <a:pt x="6593269" y="946698"/>
                  <a:pt x="6592371" y="945797"/>
                  <a:pt x="6590570" y="945797"/>
                </a:cubicBezTo>
                <a:cubicBezTo>
                  <a:pt x="6594172" y="945797"/>
                  <a:pt x="6594172" y="949399"/>
                  <a:pt x="6594172" y="949399"/>
                </a:cubicBezTo>
                <a:lnTo>
                  <a:pt x="6596462" y="949399"/>
                </a:lnTo>
                <a:lnTo>
                  <a:pt x="6601371" y="953002"/>
                </a:lnTo>
                <a:cubicBezTo>
                  <a:pt x="6554567" y="938589"/>
                  <a:pt x="6504164" y="898954"/>
                  <a:pt x="6457358" y="880937"/>
                </a:cubicBezTo>
                <a:cubicBezTo>
                  <a:pt x="6457358" y="877334"/>
                  <a:pt x="6442960" y="870128"/>
                  <a:pt x="6439357" y="866524"/>
                </a:cubicBezTo>
                <a:cubicBezTo>
                  <a:pt x="6439357" y="870128"/>
                  <a:pt x="6439357" y="870128"/>
                  <a:pt x="6432157" y="870127"/>
                </a:cubicBezTo>
                <a:cubicBezTo>
                  <a:pt x="6432157" y="870127"/>
                  <a:pt x="6432157" y="866524"/>
                  <a:pt x="6428556" y="866524"/>
                </a:cubicBezTo>
                <a:cubicBezTo>
                  <a:pt x="6424957" y="866524"/>
                  <a:pt x="6424957" y="862921"/>
                  <a:pt x="6421355" y="862922"/>
                </a:cubicBezTo>
                <a:cubicBezTo>
                  <a:pt x="6385352" y="848510"/>
                  <a:pt x="6378151" y="837699"/>
                  <a:pt x="6360150" y="826889"/>
                </a:cubicBezTo>
                <a:cubicBezTo>
                  <a:pt x="6360150" y="826889"/>
                  <a:pt x="6363751" y="826890"/>
                  <a:pt x="6363751" y="830492"/>
                </a:cubicBezTo>
                <a:cubicBezTo>
                  <a:pt x="6363751" y="830492"/>
                  <a:pt x="6363751" y="834095"/>
                  <a:pt x="6360149" y="834095"/>
                </a:cubicBezTo>
                <a:cubicBezTo>
                  <a:pt x="6360149" y="834095"/>
                  <a:pt x="6356551" y="830493"/>
                  <a:pt x="6356551" y="830493"/>
                </a:cubicBezTo>
                <a:cubicBezTo>
                  <a:pt x="6352949" y="830492"/>
                  <a:pt x="6352949" y="830492"/>
                  <a:pt x="6352949" y="830492"/>
                </a:cubicBezTo>
                <a:cubicBezTo>
                  <a:pt x="6343949" y="830492"/>
                  <a:pt x="6328646" y="825087"/>
                  <a:pt x="6316047" y="818331"/>
                </a:cubicBezTo>
                <a:lnTo>
                  <a:pt x="6310544" y="812943"/>
                </a:lnTo>
                <a:lnTo>
                  <a:pt x="6309341" y="813999"/>
                </a:lnTo>
                <a:cubicBezTo>
                  <a:pt x="6308383" y="814696"/>
                  <a:pt x="6307468" y="815088"/>
                  <a:pt x="6306727" y="814935"/>
                </a:cubicBezTo>
                <a:cubicBezTo>
                  <a:pt x="6305987" y="814783"/>
                  <a:pt x="6305418" y="814086"/>
                  <a:pt x="6305159" y="812605"/>
                </a:cubicBezTo>
                <a:cubicBezTo>
                  <a:pt x="6305159" y="811909"/>
                  <a:pt x="6304984" y="811212"/>
                  <a:pt x="6304635" y="810515"/>
                </a:cubicBezTo>
                <a:cubicBezTo>
                  <a:pt x="6304286" y="809644"/>
                  <a:pt x="6304286" y="808251"/>
                  <a:pt x="6303065" y="808076"/>
                </a:cubicBezTo>
                <a:cubicBezTo>
                  <a:pt x="6302019" y="808076"/>
                  <a:pt x="6301322" y="808947"/>
                  <a:pt x="6300800" y="809644"/>
                </a:cubicBezTo>
                <a:cubicBezTo>
                  <a:pt x="6298187" y="812605"/>
                  <a:pt x="6297141" y="812432"/>
                  <a:pt x="6295574" y="808774"/>
                </a:cubicBezTo>
                <a:cubicBezTo>
                  <a:pt x="6295224" y="807902"/>
                  <a:pt x="6295049" y="807206"/>
                  <a:pt x="6294527" y="806508"/>
                </a:cubicBezTo>
                <a:cubicBezTo>
                  <a:pt x="6293831" y="805464"/>
                  <a:pt x="6293131" y="804593"/>
                  <a:pt x="6291390" y="805289"/>
                </a:cubicBezTo>
                <a:cubicBezTo>
                  <a:pt x="6289824" y="806161"/>
                  <a:pt x="6289824" y="806857"/>
                  <a:pt x="6290170" y="808251"/>
                </a:cubicBezTo>
                <a:lnTo>
                  <a:pt x="6290462" y="810886"/>
                </a:lnTo>
                <a:lnTo>
                  <a:pt x="6276844" y="797338"/>
                </a:lnTo>
                <a:lnTo>
                  <a:pt x="6277624" y="796232"/>
                </a:lnTo>
                <a:cubicBezTo>
                  <a:pt x="6277971" y="794664"/>
                  <a:pt x="6277447" y="793619"/>
                  <a:pt x="6276056" y="792923"/>
                </a:cubicBezTo>
                <a:cubicBezTo>
                  <a:pt x="6275009" y="792400"/>
                  <a:pt x="6273961" y="792051"/>
                  <a:pt x="6272917" y="791529"/>
                </a:cubicBezTo>
                <a:lnTo>
                  <a:pt x="6272760" y="791213"/>
                </a:lnTo>
                <a:lnTo>
                  <a:pt x="6250789" y="784550"/>
                </a:lnTo>
                <a:cubicBezTo>
                  <a:pt x="6235039" y="779145"/>
                  <a:pt x="6219737" y="772839"/>
                  <a:pt x="6208935" y="765633"/>
                </a:cubicBezTo>
                <a:cubicBezTo>
                  <a:pt x="6217936" y="767434"/>
                  <a:pt x="6229637" y="769236"/>
                  <a:pt x="6242689" y="771938"/>
                </a:cubicBezTo>
                <a:lnTo>
                  <a:pt x="6266377" y="778566"/>
                </a:lnTo>
                <a:lnTo>
                  <a:pt x="6264029" y="773935"/>
                </a:lnTo>
                <a:cubicBezTo>
                  <a:pt x="6263157" y="773413"/>
                  <a:pt x="6261244" y="773588"/>
                  <a:pt x="6261589" y="772020"/>
                </a:cubicBezTo>
                <a:cubicBezTo>
                  <a:pt x="6261763" y="770452"/>
                  <a:pt x="6263334" y="770104"/>
                  <a:pt x="6264902" y="769930"/>
                </a:cubicBezTo>
                <a:cubicBezTo>
                  <a:pt x="6265075" y="769930"/>
                  <a:pt x="6265251" y="769930"/>
                  <a:pt x="6265423" y="769930"/>
                </a:cubicBezTo>
                <a:cubicBezTo>
                  <a:pt x="6269606" y="769233"/>
                  <a:pt x="6270828" y="767317"/>
                  <a:pt x="6268733" y="764008"/>
                </a:cubicBezTo>
                <a:cubicBezTo>
                  <a:pt x="6266820" y="760872"/>
                  <a:pt x="6267342" y="758433"/>
                  <a:pt x="6269085" y="755820"/>
                </a:cubicBezTo>
                <a:cubicBezTo>
                  <a:pt x="6271351" y="752336"/>
                  <a:pt x="6273092" y="748678"/>
                  <a:pt x="6272045" y="744324"/>
                </a:cubicBezTo>
                <a:cubicBezTo>
                  <a:pt x="6271523" y="742407"/>
                  <a:pt x="6273440" y="741537"/>
                  <a:pt x="6274660" y="741188"/>
                </a:cubicBezTo>
                <a:cubicBezTo>
                  <a:pt x="6279191" y="739621"/>
                  <a:pt x="6281283" y="736660"/>
                  <a:pt x="6281805" y="732131"/>
                </a:cubicBezTo>
                <a:cubicBezTo>
                  <a:pt x="6282155" y="729344"/>
                  <a:pt x="6283199" y="728822"/>
                  <a:pt x="6285989" y="730563"/>
                </a:cubicBezTo>
                <a:cubicBezTo>
                  <a:pt x="6291913" y="734221"/>
                  <a:pt x="6300627" y="731608"/>
                  <a:pt x="6303242" y="725511"/>
                </a:cubicBezTo>
                <a:cubicBezTo>
                  <a:pt x="6303765" y="724292"/>
                  <a:pt x="6304461" y="722725"/>
                  <a:pt x="6303242" y="721680"/>
                </a:cubicBezTo>
                <a:cubicBezTo>
                  <a:pt x="6302019" y="720634"/>
                  <a:pt x="6300278" y="720112"/>
                  <a:pt x="6298709" y="721157"/>
                </a:cubicBezTo>
                <a:cubicBezTo>
                  <a:pt x="6297665" y="721680"/>
                  <a:pt x="6296617" y="722551"/>
                  <a:pt x="6295574" y="723247"/>
                </a:cubicBezTo>
                <a:cubicBezTo>
                  <a:pt x="6294527" y="724119"/>
                  <a:pt x="6293482" y="724641"/>
                  <a:pt x="6292608" y="723596"/>
                </a:cubicBezTo>
                <a:cubicBezTo>
                  <a:pt x="6291566" y="722376"/>
                  <a:pt x="6292259" y="721331"/>
                  <a:pt x="6293131" y="720461"/>
                </a:cubicBezTo>
                <a:cubicBezTo>
                  <a:pt x="6293831" y="719589"/>
                  <a:pt x="6294876" y="718893"/>
                  <a:pt x="6295574" y="718195"/>
                </a:cubicBezTo>
                <a:cubicBezTo>
                  <a:pt x="6297141" y="716628"/>
                  <a:pt x="6298013" y="714537"/>
                  <a:pt x="6296444" y="712796"/>
                </a:cubicBezTo>
                <a:cubicBezTo>
                  <a:pt x="6295049" y="711402"/>
                  <a:pt x="6293131" y="712796"/>
                  <a:pt x="6291738" y="713841"/>
                </a:cubicBezTo>
                <a:cubicBezTo>
                  <a:pt x="6290517" y="714712"/>
                  <a:pt x="6289647" y="716280"/>
                  <a:pt x="6288080" y="716803"/>
                </a:cubicBezTo>
                <a:cubicBezTo>
                  <a:pt x="6285815" y="717673"/>
                  <a:pt x="6284420" y="717325"/>
                  <a:pt x="6284594" y="714537"/>
                </a:cubicBezTo>
                <a:cubicBezTo>
                  <a:pt x="6284769" y="710706"/>
                  <a:pt x="6286335" y="707570"/>
                  <a:pt x="6288427" y="704610"/>
                </a:cubicBezTo>
                <a:cubicBezTo>
                  <a:pt x="6291041" y="700777"/>
                  <a:pt x="6291217" y="698687"/>
                  <a:pt x="6288427" y="695029"/>
                </a:cubicBezTo>
                <a:cubicBezTo>
                  <a:pt x="6287556" y="693636"/>
                  <a:pt x="6286161" y="692416"/>
                  <a:pt x="6284943" y="691197"/>
                </a:cubicBezTo>
                <a:cubicBezTo>
                  <a:pt x="6284420" y="690674"/>
                  <a:pt x="6283547" y="690152"/>
                  <a:pt x="6283898" y="689280"/>
                </a:cubicBezTo>
                <a:cubicBezTo>
                  <a:pt x="6284245" y="688235"/>
                  <a:pt x="6285117" y="688061"/>
                  <a:pt x="6285815" y="688235"/>
                </a:cubicBezTo>
                <a:cubicBezTo>
                  <a:pt x="6288951" y="688933"/>
                  <a:pt x="6289647" y="687539"/>
                  <a:pt x="6289475" y="684752"/>
                </a:cubicBezTo>
                <a:cubicBezTo>
                  <a:pt x="6289298" y="681268"/>
                  <a:pt x="6291566" y="678829"/>
                  <a:pt x="6294004" y="676914"/>
                </a:cubicBezTo>
                <a:cubicBezTo>
                  <a:pt x="6295921" y="675346"/>
                  <a:pt x="6296096" y="674127"/>
                  <a:pt x="6294179" y="672733"/>
                </a:cubicBezTo>
                <a:cubicBezTo>
                  <a:pt x="6293131" y="672037"/>
                  <a:pt x="6292437" y="671339"/>
                  <a:pt x="6292785" y="669946"/>
                </a:cubicBezTo>
                <a:cubicBezTo>
                  <a:pt x="6293131" y="668030"/>
                  <a:pt x="6294527" y="668379"/>
                  <a:pt x="6295747" y="668030"/>
                </a:cubicBezTo>
                <a:cubicBezTo>
                  <a:pt x="6296444" y="667856"/>
                  <a:pt x="6297314" y="667856"/>
                  <a:pt x="6298187" y="667681"/>
                </a:cubicBezTo>
                <a:cubicBezTo>
                  <a:pt x="6302893" y="667159"/>
                  <a:pt x="6303937" y="664546"/>
                  <a:pt x="6301149" y="660540"/>
                </a:cubicBezTo>
                <a:cubicBezTo>
                  <a:pt x="6300800" y="660018"/>
                  <a:pt x="6300451" y="659669"/>
                  <a:pt x="6300278" y="659146"/>
                </a:cubicBezTo>
                <a:cubicBezTo>
                  <a:pt x="6299756" y="658101"/>
                  <a:pt x="6299407" y="656707"/>
                  <a:pt x="6300451" y="656011"/>
                </a:cubicBezTo>
                <a:cubicBezTo>
                  <a:pt x="6301322" y="655315"/>
                  <a:pt x="6302543" y="656011"/>
                  <a:pt x="6303242" y="656707"/>
                </a:cubicBezTo>
                <a:cubicBezTo>
                  <a:pt x="6303937" y="657405"/>
                  <a:pt x="6304461" y="658101"/>
                  <a:pt x="6304984" y="658973"/>
                </a:cubicBezTo>
                <a:cubicBezTo>
                  <a:pt x="6306030" y="660191"/>
                  <a:pt x="6307074" y="660540"/>
                  <a:pt x="6308469" y="659495"/>
                </a:cubicBezTo>
                <a:cubicBezTo>
                  <a:pt x="6311781" y="657230"/>
                  <a:pt x="6315442" y="656882"/>
                  <a:pt x="6319100" y="656707"/>
                </a:cubicBezTo>
                <a:cubicBezTo>
                  <a:pt x="6323458" y="656360"/>
                  <a:pt x="6327989" y="656882"/>
                  <a:pt x="6332346" y="655837"/>
                </a:cubicBezTo>
                <a:cubicBezTo>
                  <a:pt x="6333913" y="655488"/>
                  <a:pt x="6334783" y="656534"/>
                  <a:pt x="6335484" y="657405"/>
                </a:cubicBezTo>
                <a:cubicBezTo>
                  <a:pt x="6337921" y="660191"/>
                  <a:pt x="6340189" y="662978"/>
                  <a:pt x="6344544" y="661585"/>
                </a:cubicBezTo>
                <a:cubicBezTo>
                  <a:pt x="6345415" y="661410"/>
                  <a:pt x="6345940" y="662108"/>
                  <a:pt x="6346287" y="662804"/>
                </a:cubicBezTo>
                <a:cubicBezTo>
                  <a:pt x="6348203" y="666288"/>
                  <a:pt x="6351340" y="669075"/>
                  <a:pt x="6353955" y="672037"/>
                </a:cubicBezTo>
                <a:cubicBezTo>
                  <a:pt x="6357964" y="676565"/>
                  <a:pt x="6360230" y="681617"/>
                  <a:pt x="6358662" y="687713"/>
                </a:cubicBezTo>
                <a:cubicBezTo>
                  <a:pt x="6358136" y="690152"/>
                  <a:pt x="6359531" y="691719"/>
                  <a:pt x="6360927" y="693113"/>
                </a:cubicBezTo>
                <a:cubicBezTo>
                  <a:pt x="6364064" y="696423"/>
                  <a:pt x="6363888" y="698164"/>
                  <a:pt x="6360403" y="700777"/>
                </a:cubicBezTo>
                <a:cubicBezTo>
                  <a:pt x="6356568" y="703390"/>
                  <a:pt x="6356568" y="703390"/>
                  <a:pt x="6359706" y="707223"/>
                </a:cubicBezTo>
                <a:cubicBezTo>
                  <a:pt x="6360403" y="708093"/>
                  <a:pt x="6360927" y="708789"/>
                  <a:pt x="6359880" y="709834"/>
                </a:cubicBezTo>
                <a:cubicBezTo>
                  <a:pt x="6356393" y="713841"/>
                  <a:pt x="6353259" y="717848"/>
                  <a:pt x="6349597" y="721680"/>
                </a:cubicBezTo>
                <a:cubicBezTo>
                  <a:pt x="6346983" y="724641"/>
                  <a:pt x="6343675" y="726557"/>
                  <a:pt x="6339838" y="727428"/>
                </a:cubicBezTo>
                <a:cubicBezTo>
                  <a:pt x="6337399" y="728124"/>
                  <a:pt x="6332693" y="734395"/>
                  <a:pt x="6332518" y="737008"/>
                </a:cubicBezTo>
                <a:cubicBezTo>
                  <a:pt x="6332518" y="737879"/>
                  <a:pt x="6332518" y="738576"/>
                  <a:pt x="6333566" y="738924"/>
                </a:cubicBezTo>
                <a:cubicBezTo>
                  <a:pt x="6338967" y="741362"/>
                  <a:pt x="6341583" y="746065"/>
                  <a:pt x="6343847" y="751117"/>
                </a:cubicBezTo>
                <a:cubicBezTo>
                  <a:pt x="6344370" y="752162"/>
                  <a:pt x="6344718" y="753034"/>
                  <a:pt x="6345241" y="753904"/>
                </a:cubicBezTo>
                <a:cubicBezTo>
                  <a:pt x="6346983" y="756692"/>
                  <a:pt x="6347855" y="759130"/>
                  <a:pt x="6346636" y="762614"/>
                </a:cubicBezTo>
                <a:cubicBezTo>
                  <a:pt x="6345415" y="766098"/>
                  <a:pt x="6347335" y="769581"/>
                  <a:pt x="6349076" y="772716"/>
                </a:cubicBezTo>
                <a:cubicBezTo>
                  <a:pt x="6349774" y="774284"/>
                  <a:pt x="6350121" y="775329"/>
                  <a:pt x="6348902" y="776897"/>
                </a:cubicBezTo>
                <a:cubicBezTo>
                  <a:pt x="6344021" y="783517"/>
                  <a:pt x="6340364" y="790832"/>
                  <a:pt x="6339665" y="799367"/>
                </a:cubicBezTo>
                <a:cubicBezTo>
                  <a:pt x="6339487" y="800586"/>
                  <a:pt x="6339142" y="801109"/>
                  <a:pt x="6337921" y="800761"/>
                </a:cubicBezTo>
                <a:lnTo>
                  <a:pt x="6327385" y="805767"/>
                </a:lnTo>
                <a:lnTo>
                  <a:pt x="6338547" y="816079"/>
                </a:lnTo>
                <a:cubicBezTo>
                  <a:pt x="6338547" y="812475"/>
                  <a:pt x="6338547" y="812475"/>
                  <a:pt x="6342149" y="812475"/>
                </a:cubicBezTo>
                <a:cubicBezTo>
                  <a:pt x="6345750" y="816079"/>
                  <a:pt x="6352950" y="816080"/>
                  <a:pt x="6352949" y="819682"/>
                </a:cubicBezTo>
                <a:cubicBezTo>
                  <a:pt x="6352949" y="819682"/>
                  <a:pt x="6356551" y="819683"/>
                  <a:pt x="6356549" y="823285"/>
                </a:cubicBezTo>
                <a:cubicBezTo>
                  <a:pt x="6356549" y="823285"/>
                  <a:pt x="6356549" y="823285"/>
                  <a:pt x="6356551" y="819683"/>
                </a:cubicBezTo>
                <a:cubicBezTo>
                  <a:pt x="6363751" y="812476"/>
                  <a:pt x="6385352" y="826890"/>
                  <a:pt x="6410555" y="841303"/>
                </a:cubicBezTo>
                <a:cubicBezTo>
                  <a:pt x="6410555" y="841303"/>
                  <a:pt x="6410555" y="841303"/>
                  <a:pt x="6414155" y="841302"/>
                </a:cubicBezTo>
                <a:cubicBezTo>
                  <a:pt x="6414155" y="837699"/>
                  <a:pt x="6414155" y="837699"/>
                  <a:pt x="6417757" y="841302"/>
                </a:cubicBezTo>
                <a:cubicBezTo>
                  <a:pt x="6417757" y="841302"/>
                  <a:pt x="6421355" y="841302"/>
                  <a:pt x="6421355" y="841302"/>
                </a:cubicBezTo>
                <a:cubicBezTo>
                  <a:pt x="6421355" y="844904"/>
                  <a:pt x="6421355" y="844904"/>
                  <a:pt x="6421355" y="844904"/>
                </a:cubicBezTo>
                <a:cubicBezTo>
                  <a:pt x="6421355" y="844904"/>
                  <a:pt x="6421355" y="844904"/>
                  <a:pt x="6424958" y="841302"/>
                </a:cubicBezTo>
                <a:cubicBezTo>
                  <a:pt x="6432157" y="844904"/>
                  <a:pt x="6435755" y="841302"/>
                  <a:pt x="6453761" y="848508"/>
                </a:cubicBezTo>
                <a:cubicBezTo>
                  <a:pt x="6453760" y="841302"/>
                  <a:pt x="6432157" y="834095"/>
                  <a:pt x="6442960" y="830492"/>
                </a:cubicBezTo>
                <a:cubicBezTo>
                  <a:pt x="6446556" y="832294"/>
                  <a:pt x="6448359" y="832294"/>
                  <a:pt x="6450159" y="832294"/>
                </a:cubicBezTo>
                <a:lnTo>
                  <a:pt x="6453760" y="833194"/>
                </a:lnTo>
                <a:lnTo>
                  <a:pt x="6453761" y="834095"/>
                </a:lnTo>
                <a:cubicBezTo>
                  <a:pt x="6457356" y="834095"/>
                  <a:pt x="6457356" y="834095"/>
                  <a:pt x="6457356" y="834095"/>
                </a:cubicBezTo>
                <a:lnTo>
                  <a:pt x="6453760" y="833194"/>
                </a:lnTo>
                <a:lnTo>
                  <a:pt x="6453760" y="830492"/>
                </a:lnTo>
                <a:cubicBezTo>
                  <a:pt x="6453760" y="830492"/>
                  <a:pt x="6457358" y="830492"/>
                  <a:pt x="6457358" y="830492"/>
                </a:cubicBezTo>
                <a:cubicBezTo>
                  <a:pt x="6460959" y="830492"/>
                  <a:pt x="6460959" y="830492"/>
                  <a:pt x="6460959" y="830492"/>
                </a:cubicBezTo>
                <a:cubicBezTo>
                  <a:pt x="6464559" y="834095"/>
                  <a:pt x="6471759" y="837699"/>
                  <a:pt x="6478961" y="841302"/>
                </a:cubicBezTo>
                <a:cubicBezTo>
                  <a:pt x="6478961" y="841302"/>
                  <a:pt x="6482560" y="844904"/>
                  <a:pt x="6482560" y="844904"/>
                </a:cubicBezTo>
                <a:cubicBezTo>
                  <a:pt x="6482560" y="844904"/>
                  <a:pt x="6486164" y="844904"/>
                  <a:pt x="6489761" y="848508"/>
                </a:cubicBezTo>
                <a:cubicBezTo>
                  <a:pt x="6489761" y="848508"/>
                  <a:pt x="6493362" y="848508"/>
                  <a:pt x="6493362" y="852112"/>
                </a:cubicBezTo>
                <a:cubicBezTo>
                  <a:pt x="6489761" y="852112"/>
                  <a:pt x="6489761" y="852112"/>
                  <a:pt x="6486162" y="848508"/>
                </a:cubicBezTo>
                <a:cubicBezTo>
                  <a:pt x="6486162" y="848508"/>
                  <a:pt x="6482560" y="848508"/>
                  <a:pt x="6478959" y="844904"/>
                </a:cubicBezTo>
                <a:cubicBezTo>
                  <a:pt x="6486162" y="852112"/>
                  <a:pt x="6493362" y="855714"/>
                  <a:pt x="6496963" y="862921"/>
                </a:cubicBezTo>
                <a:cubicBezTo>
                  <a:pt x="6493362" y="866524"/>
                  <a:pt x="6482560" y="862921"/>
                  <a:pt x="6486164" y="873731"/>
                </a:cubicBezTo>
                <a:cubicBezTo>
                  <a:pt x="6540163" y="898954"/>
                  <a:pt x="6583371" y="916970"/>
                  <a:pt x="6633774" y="953002"/>
                </a:cubicBezTo>
                <a:cubicBezTo>
                  <a:pt x="6637376" y="953002"/>
                  <a:pt x="6637376" y="953002"/>
                  <a:pt x="6640974" y="956607"/>
                </a:cubicBezTo>
                <a:cubicBezTo>
                  <a:pt x="6644573" y="956607"/>
                  <a:pt x="6644573" y="960209"/>
                  <a:pt x="6644573" y="960209"/>
                </a:cubicBezTo>
                <a:cubicBezTo>
                  <a:pt x="6662578" y="967416"/>
                  <a:pt x="6684180" y="981829"/>
                  <a:pt x="6702181" y="996241"/>
                </a:cubicBezTo>
                <a:cubicBezTo>
                  <a:pt x="6720182" y="1003449"/>
                  <a:pt x="6748983" y="1017861"/>
                  <a:pt x="6774188" y="1039481"/>
                </a:cubicBezTo>
                <a:cubicBezTo>
                  <a:pt x="6802991" y="1057497"/>
                  <a:pt x="6828193" y="1079117"/>
                  <a:pt x="6842593" y="1093530"/>
                </a:cubicBezTo>
                <a:cubicBezTo>
                  <a:pt x="6874996" y="1118753"/>
                  <a:pt x="6911000" y="1147579"/>
                  <a:pt x="6943402" y="1172803"/>
                </a:cubicBezTo>
                <a:lnTo>
                  <a:pt x="6948504" y="1177734"/>
                </a:lnTo>
                <a:lnTo>
                  <a:pt x="6951854" y="1167214"/>
                </a:lnTo>
                <a:cubicBezTo>
                  <a:pt x="6953786" y="1165284"/>
                  <a:pt x="6955719" y="1163741"/>
                  <a:pt x="6956495" y="1161040"/>
                </a:cubicBezTo>
                <a:cubicBezTo>
                  <a:pt x="6957265" y="1156795"/>
                  <a:pt x="6959585" y="1154480"/>
                  <a:pt x="6963833" y="1154866"/>
                </a:cubicBezTo>
                <a:cubicBezTo>
                  <a:pt x="6966922" y="1154866"/>
                  <a:pt x="6969240" y="1152936"/>
                  <a:pt x="6970403" y="1151393"/>
                </a:cubicBezTo>
                <a:cubicBezTo>
                  <a:pt x="6976973" y="1142132"/>
                  <a:pt x="6986631" y="1147149"/>
                  <a:pt x="6994748" y="1145991"/>
                </a:cubicBezTo>
                <a:cubicBezTo>
                  <a:pt x="6998225" y="1145605"/>
                  <a:pt x="7005565" y="1143675"/>
                  <a:pt x="7007110" y="1146377"/>
                </a:cubicBezTo>
                <a:cubicBezTo>
                  <a:pt x="7011746" y="1154094"/>
                  <a:pt x="7023722" y="1151007"/>
                  <a:pt x="7026426" y="1161425"/>
                </a:cubicBezTo>
                <a:cubicBezTo>
                  <a:pt x="7027198" y="1164512"/>
                  <a:pt x="7032607" y="1166442"/>
                  <a:pt x="7027586" y="1170687"/>
                </a:cubicBezTo>
                <a:cubicBezTo>
                  <a:pt x="7026039" y="1171845"/>
                  <a:pt x="7026426" y="1174159"/>
                  <a:pt x="7027973" y="1174545"/>
                </a:cubicBezTo>
                <a:cubicBezTo>
                  <a:pt x="7034153" y="1176861"/>
                  <a:pt x="7033766" y="1180334"/>
                  <a:pt x="7029903" y="1184964"/>
                </a:cubicBezTo>
                <a:cubicBezTo>
                  <a:pt x="7028744" y="1186507"/>
                  <a:pt x="7030290" y="1188437"/>
                  <a:pt x="7031062" y="1189981"/>
                </a:cubicBezTo>
                <a:cubicBezTo>
                  <a:pt x="7032607" y="1192296"/>
                  <a:pt x="7032993" y="1194612"/>
                  <a:pt x="7030677" y="1196541"/>
                </a:cubicBezTo>
                <a:cubicBezTo>
                  <a:pt x="7028359" y="1198470"/>
                  <a:pt x="7028744" y="1200785"/>
                  <a:pt x="7027973" y="1203101"/>
                </a:cubicBezTo>
                <a:cubicBezTo>
                  <a:pt x="7026039" y="1208888"/>
                  <a:pt x="7023722" y="1216220"/>
                  <a:pt x="7019470" y="1218922"/>
                </a:cubicBezTo>
                <a:lnTo>
                  <a:pt x="6997569" y="1232784"/>
                </a:lnTo>
                <a:lnTo>
                  <a:pt x="7008208" y="1248471"/>
                </a:lnTo>
                <a:cubicBezTo>
                  <a:pt x="7004609" y="1244867"/>
                  <a:pt x="7001005" y="1241264"/>
                  <a:pt x="6997405" y="1237661"/>
                </a:cubicBezTo>
                <a:cubicBezTo>
                  <a:pt x="6997405" y="1237661"/>
                  <a:pt x="6997405" y="1237661"/>
                  <a:pt x="7001005" y="1244867"/>
                </a:cubicBezTo>
                <a:cubicBezTo>
                  <a:pt x="7004609" y="1244867"/>
                  <a:pt x="7004609" y="1248471"/>
                  <a:pt x="7004609" y="1248471"/>
                </a:cubicBezTo>
                <a:cubicBezTo>
                  <a:pt x="7001005" y="1248471"/>
                  <a:pt x="7001005" y="1248471"/>
                  <a:pt x="6997406" y="1244867"/>
                </a:cubicBezTo>
                <a:cubicBezTo>
                  <a:pt x="6997406" y="1244867"/>
                  <a:pt x="6997406" y="1244867"/>
                  <a:pt x="6993807" y="1244867"/>
                </a:cubicBezTo>
                <a:cubicBezTo>
                  <a:pt x="7019007" y="1270091"/>
                  <a:pt x="7047811" y="1298916"/>
                  <a:pt x="7076615" y="1320535"/>
                </a:cubicBezTo>
                <a:cubicBezTo>
                  <a:pt x="7082016" y="1333147"/>
                  <a:pt x="7092814" y="1347560"/>
                  <a:pt x="7104966" y="1362874"/>
                </a:cubicBezTo>
                <a:lnTo>
                  <a:pt x="7133764" y="1400593"/>
                </a:lnTo>
                <a:lnTo>
                  <a:pt x="7148176" y="1392974"/>
                </a:lnTo>
                <a:cubicBezTo>
                  <a:pt x="7166654" y="1366917"/>
                  <a:pt x="7193833" y="1381032"/>
                  <a:pt x="7216664" y="1377774"/>
                </a:cubicBezTo>
                <a:cubicBezTo>
                  <a:pt x="7226446" y="1376688"/>
                  <a:pt x="7247104" y="1371260"/>
                  <a:pt x="7251450" y="1378861"/>
                </a:cubicBezTo>
                <a:cubicBezTo>
                  <a:pt x="7264496" y="1400574"/>
                  <a:pt x="7298195" y="1391889"/>
                  <a:pt x="7305807" y="1421204"/>
                </a:cubicBezTo>
                <a:cubicBezTo>
                  <a:pt x="7307981" y="1429890"/>
                  <a:pt x="7323200" y="1435318"/>
                  <a:pt x="7309068" y="1447261"/>
                </a:cubicBezTo>
                <a:lnTo>
                  <a:pt x="7309326" y="1449835"/>
                </a:lnTo>
                <a:lnTo>
                  <a:pt x="7350188" y="1406717"/>
                </a:lnTo>
                <a:cubicBezTo>
                  <a:pt x="7395815" y="1360304"/>
                  <a:pt x="7443866" y="1316358"/>
                  <a:pt x="7498986" y="1279882"/>
                </a:cubicBezTo>
                <a:lnTo>
                  <a:pt x="7534700" y="1257005"/>
                </a:lnTo>
                <a:lnTo>
                  <a:pt x="7527867" y="1250208"/>
                </a:lnTo>
                <a:lnTo>
                  <a:pt x="7528782" y="1248911"/>
                </a:lnTo>
                <a:cubicBezTo>
                  <a:pt x="7529190" y="1247071"/>
                  <a:pt x="7528588" y="1245844"/>
                  <a:pt x="7526944" y="1245027"/>
                </a:cubicBezTo>
                <a:cubicBezTo>
                  <a:pt x="7525715" y="1244414"/>
                  <a:pt x="7524499" y="1244005"/>
                  <a:pt x="7523274" y="1243392"/>
                </a:cubicBezTo>
                <a:cubicBezTo>
                  <a:pt x="7521221" y="1242370"/>
                  <a:pt x="7520400" y="1240940"/>
                  <a:pt x="7520810" y="1238486"/>
                </a:cubicBezTo>
                <a:cubicBezTo>
                  <a:pt x="7522041" y="1231129"/>
                  <a:pt x="7519385" y="1226019"/>
                  <a:pt x="7512842" y="1222749"/>
                </a:cubicBezTo>
                <a:cubicBezTo>
                  <a:pt x="7511825" y="1222136"/>
                  <a:pt x="7509573" y="1222340"/>
                  <a:pt x="7509977" y="1220502"/>
                </a:cubicBezTo>
                <a:cubicBezTo>
                  <a:pt x="7510185" y="1218662"/>
                  <a:pt x="7512021" y="1218253"/>
                  <a:pt x="7513857" y="1218048"/>
                </a:cubicBezTo>
                <a:cubicBezTo>
                  <a:pt x="7514073" y="1218048"/>
                  <a:pt x="7514268" y="1218048"/>
                  <a:pt x="7514485" y="1218048"/>
                </a:cubicBezTo>
                <a:cubicBezTo>
                  <a:pt x="7519385" y="1217232"/>
                  <a:pt x="7520810" y="1214983"/>
                  <a:pt x="7518364" y="1211100"/>
                </a:cubicBezTo>
                <a:cubicBezTo>
                  <a:pt x="7516110" y="1207421"/>
                  <a:pt x="7516732" y="1204560"/>
                  <a:pt x="7518766" y="1201495"/>
                </a:cubicBezTo>
                <a:cubicBezTo>
                  <a:pt x="7521433" y="1197407"/>
                  <a:pt x="7523468" y="1193115"/>
                  <a:pt x="7522241" y="1188005"/>
                </a:cubicBezTo>
                <a:cubicBezTo>
                  <a:pt x="7521631" y="1185757"/>
                  <a:pt x="7523877" y="1184735"/>
                  <a:pt x="7525310" y="1184326"/>
                </a:cubicBezTo>
                <a:cubicBezTo>
                  <a:pt x="7530632" y="1182488"/>
                  <a:pt x="7533079" y="1179012"/>
                  <a:pt x="7533699" y="1173699"/>
                </a:cubicBezTo>
                <a:cubicBezTo>
                  <a:pt x="7534101" y="1170429"/>
                  <a:pt x="7535324" y="1169816"/>
                  <a:pt x="7538609" y="1171859"/>
                </a:cubicBezTo>
                <a:cubicBezTo>
                  <a:pt x="7545562" y="1176151"/>
                  <a:pt x="7555778" y="1173086"/>
                  <a:pt x="7558845" y="1165933"/>
                </a:cubicBezTo>
                <a:cubicBezTo>
                  <a:pt x="7559455" y="1164502"/>
                  <a:pt x="7560275" y="1162663"/>
                  <a:pt x="7558845" y="1161436"/>
                </a:cubicBezTo>
                <a:cubicBezTo>
                  <a:pt x="7557421" y="1160209"/>
                  <a:pt x="7555366" y="1159596"/>
                  <a:pt x="7553535" y="1160823"/>
                </a:cubicBezTo>
                <a:cubicBezTo>
                  <a:pt x="7552298" y="1161436"/>
                  <a:pt x="7551069" y="1162458"/>
                  <a:pt x="7549843" y="1163276"/>
                </a:cubicBezTo>
                <a:cubicBezTo>
                  <a:pt x="7548626" y="1164297"/>
                  <a:pt x="7547401" y="1164910"/>
                  <a:pt x="7546376" y="1163684"/>
                </a:cubicBezTo>
                <a:cubicBezTo>
                  <a:pt x="7545152" y="1162254"/>
                  <a:pt x="7545967" y="1161027"/>
                  <a:pt x="7546988" y="1160005"/>
                </a:cubicBezTo>
                <a:cubicBezTo>
                  <a:pt x="7547809" y="1158984"/>
                  <a:pt x="7549040" y="1158166"/>
                  <a:pt x="7549843" y="1157348"/>
                </a:cubicBezTo>
                <a:cubicBezTo>
                  <a:pt x="7551696" y="1155510"/>
                  <a:pt x="7552712" y="1153056"/>
                  <a:pt x="7550877" y="1151013"/>
                </a:cubicBezTo>
                <a:cubicBezTo>
                  <a:pt x="7549231" y="1149378"/>
                  <a:pt x="7546988" y="1151013"/>
                  <a:pt x="7545341" y="1152239"/>
                </a:cubicBezTo>
                <a:cubicBezTo>
                  <a:pt x="7543918" y="1153261"/>
                  <a:pt x="7542899" y="1155101"/>
                  <a:pt x="7541048" y="1155713"/>
                </a:cubicBezTo>
                <a:cubicBezTo>
                  <a:pt x="7538392" y="1156735"/>
                  <a:pt x="7536767" y="1156326"/>
                  <a:pt x="7536967" y="1153056"/>
                </a:cubicBezTo>
                <a:cubicBezTo>
                  <a:pt x="7537167" y="1148560"/>
                  <a:pt x="7539019" y="1144881"/>
                  <a:pt x="7541460" y="1141407"/>
                </a:cubicBezTo>
                <a:cubicBezTo>
                  <a:pt x="7544526" y="1136910"/>
                  <a:pt x="7544745" y="1134458"/>
                  <a:pt x="7541460" y="1130166"/>
                </a:cubicBezTo>
                <a:cubicBezTo>
                  <a:pt x="7540443" y="1128531"/>
                  <a:pt x="7538803" y="1127101"/>
                  <a:pt x="7537376" y="1125670"/>
                </a:cubicBezTo>
                <a:cubicBezTo>
                  <a:pt x="7536767" y="1125056"/>
                  <a:pt x="7535733" y="1124444"/>
                  <a:pt x="7536141" y="1123422"/>
                </a:cubicBezTo>
                <a:cubicBezTo>
                  <a:pt x="7536552" y="1122195"/>
                  <a:pt x="7537576" y="1121991"/>
                  <a:pt x="7538392" y="1122195"/>
                </a:cubicBezTo>
                <a:cubicBezTo>
                  <a:pt x="7542087" y="1123013"/>
                  <a:pt x="7542899" y="1121378"/>
                  <a:pt x="7542687" y="1118108"/>
                </a:cubicBezTo>
                <a:cubicBezTo>
                  <a:pt x="7542496" y="1114020"/>
                  <a:pt x="7545152" y="1111159"/>
                  <a:pt x="7548005" y="1108910"/>
                </a:cubicBezTo>
                <a:cubicBezTo>
                  <a:pt x="7550254" y="1107072"/>
                  <a:pt x="7550466" y="1105640"/>
                  <a:pt x="7548220" y="1104006"/>
                </a:cubicBezTo>
                <a:cubicBezTo>
                  <a:pt x="7546988" y="1103188"/>
                  <a:pt x="7546165" y="1102371"/>
                  <a:pt x="7546575" y="1100736"/>
                </a:cubicBezTo>
                <a:cubicBezTo>
                  <a:pt x="7546988" y="1098487"/>
                  <a:pt x="7548626" y="1098896"/>
                  <a:pt x="7550056" y="1098487"/>
                </a:cubicBezTo>
                <a:cubicBezTo>
                  <a:pt x="7550877" y="1098283"/>
                  <a:pt x="7551890" y="1098283"/>
                  <a:pt x="7552912" y="1098079"/>
                </a:cubicBezTo>
                <a:cubicBezTo>
                  <a:pt x="7558434" y="1097465"/>
                  <a:pt x="7559672" y="1094400"/>
                  <a:pt x="7556386" y="1089699"/>
                </a:cubicBezTo>
                <a:cubicBezTo>
                  <a:pt x="7555976" y="1089087"/>
                  <a:pt x="7555570" y="1088678"/>
                  <a:pt x="7555366" y="1088064"/>
                </a:cubicBezTo>
                <a:cubicBezTo>
                  <a:pt x="7554764" y="1086838"/>
                  <a:pt x="7554354" y="1085203"/>
                  <a:pt x="7555570" y="1084386"/>
                </a:cubicBezTo>
                <a:cubicBezTo>
                  <a:pt x="7556602" y="1083568"/>
                  <a:pt x="7558024" y="1084386"/>
                  <a:pt x="7558845" y="1085203"/>
                </a:cubicBezTo>
                <a:cubicBezTo>
                  <a:pt x="7559672" y="1086020"/>
                  <a:pt x="7560275" y="1086838"/>
                  <a:pt x="7560900" y="1087860"/>
                </a:cubicBezTo>
                <a:cubicBezTo>
                  <a:pt x="7562119" y="1089291"/>
                  <a:pt x="7563341" y="1089699"/>
                  <a:pt x="7564981" y="1088473"/>
                </a:cubicBezTo>
                <a:cubicBezTo>
                  <a:pt x="7568875" y="1085816"/>
                  <a:pt x="7573170" y="1085408"/>
                  <a:pt x="7577466" y="1085203"/>
                </a:cubicBezTo>
                <a:cubicBezTo>
                  <a:pt x="7582565" y="1084795"/>
                  <a:pt x="7587878" y="1085408"/>
                  <a:pt x="7592997" y="1084181"/>
                </a:cubicBezTo>
                <a:cubicBezTo>
                  <a:pt x="7594831" y="1083772"/>
                  <a:pt x="7595870" y="1084999"/>
                  <a:pt x="7596671" y="1086020"/>
                </a:cubicBezTo>
                <a:cubicBezTo>
                  <a:pt x="7599547" y="1089291"/>
                  <a:pt x="7602199" y="1092561"/>
                  <a:pt x="7607318" y="1090925"/>
                </a:cubicBezTo>
                <a:cubicBezTo>
                  <a:pt x="7608334" y="1090721"/>
                  <a:pt x="7608941" y="1091539"/>
                  <a:pt x="7609352" y="1092357"/>
                </a:cubicBezTo>
                <a:cubicBezTo>
                  <a:pt x="7611614" y="1096444"/>
                  <a:pt x="7615296" y="1099714"/>
                  <a:pt x="7618364" y="1103188"/>
                </a:cubicBezTo>
                <a:cubicBezTo>
                  <a:pt x="7623071" y="1108503"/>
                  <a:pt x="7625728" y="1114429"/>
                  <a:pt x="7623885" y="1121582"/>
                </a:cubicBezTo>
                <a:cubicBezTo>
                  <a:pt x="7623259" y="1124444"/>
                  <a:pt x="7624907" y="1126283"/>
                  <a:pt x="7626549" y="1127918"/>
                </a:cubicBezTo>
                <a:cubicBezTo>
                  <a:pt x="7630219" y="1131802"/>
                  <a:pt x="7630021" y="1133845"/>
                  <a:pt x="7625918" y="1136910"/>
                </a:cubicBezTo>
                <a:cubicBezTo>
                  <a:pt x="7621433" y="1139976"/>
                  <a:pt x="7621433" y="1139976"/>
                  <a:pt x="7625103" y="1144472"/>
                </a:cubicBezTo>
                <a:cubicBezTo>
                  <a:pt x="7625918" y="1145494"/>
                  <a:pt x="7626549" y="1146312"/>
                  <a:pt x="7625317" y="1147539"/>
                </a:cubicBezTo>
                <a:cubicBezTo>
                  <a:pt x="7621216" y="1152239"/>
                  <a:pt x="7617536" y="1156940"/>
                  <a:pt x="7613239" y="1161436"/>
                </a:cubicBezTo>
                <a:cubicBezTo>
                  <a:pt x="7610170" y="1164910"/>
                  <a:pt x="7606284" y="1167159"/>
                  <a:pt x="7601786" y="1168180"/>
                </a:cubicBezTo>
                <a:cubicBezTo>
                  <a:pt x="7598933" y="1168998"/>
                  <a:pt x="7593412" y="1176356"/>
                  <a:pt x="7593194" y="1179421"/>
                </a:cubicBezTo>
                <a:cubicBezTo>
                  <a:pt x="7593194" y="1180443"/>
                  <a:pt x="7593194" y="1181261"/>
                  <a:pt x="7594422" y="1181670"/>
                </a:cubicBezTo>
                <a:cubicBezTo>
                  <a:pt x="7600779" y="1184531"/>
                  <a:pt x="7603846" y="1190049"/>
                  <a:pt x="7606502" y="1195976"/>
                </a:cubicBezTo>
                <a:cubicBezTo>
                  <a:pt x="7607100" y="1197203"/>
                  <a:pt x="7607511" y="1198225"/>
                  <a:pt x="7608139" y="1199246"/>
                </a:cubicBezTo>
                <a:lnTo>
                  <a:pt x="7609682" y="1208978"/>
                </a:lnTo>
                <a:lnTo>
                  <a:pt x="7711936" y="1143485"/>
                </a:lnTo>
                <a:cubicBezTo>
                  <a:pt x="7926513" y="1009986"/>
                  <a:pt x="8147376" y="887789"/>
                  <a:pt x="8386838" y="800356"/>
                </a:cubicBezTo>
                <a:cubicBezTo>
                  <a:pt x="8470729" y="769426"/>
                  <a:pt x="8556102" y="744523"/>
                  <a:pt x="8642502" y="723473"/>
                </a:cubicBezTo>
                <a:lnTo>
                  <a:pt x="8655782" y="720746"/>
                </a:lnTo>
                <a:lnTo>
                  <a:pt x="8652892" y="715079"/>
                </a:lnTo>
                <a:cubicBezTo>
                  <a:pt x="8651129" y="712754"/>
                  <a:pt x="8649031" y="710710"/>
                  <a:pt x="8647600" y="710301"/>
                </a:cubicBezTo>
                <a:cubicBezTo>
                  <a:pt x="8643102" y="709280"/>
                  <a:pt x="8639217" y="707031"/>
                  <a:pt x="8636152" y="703557"/>
                </a:cubicBezTo>
                <a:cubicBezTo>
                  <a:pt x="8631855" y="699061"/>
                  <a:pt x="8628176" y="694360"/>
                  <a:pt x="8624086" y="689660"/>
                </a:cubicBezTo>
                <a:cubicBezTo>
                  <a:pt x="8622859" y="688433"/>
                  <a:pt x="8623472" y="687615"/>
                  <a:pt x="8624289" y="686593"/>
                </a:cubicBezTo>
                <a:cubicBezTo>
                  <a:pt x="8627970" y="682097"/>
                  <a:pt x="8627970" y="682097"/>
                  <a:pt x="8623472" y="679031"/>
                </a:cubicBezTo>
                <a:cubicBezTo>
                  <a:pt x="8619382" y="675966"/>
                  <a:pt x="8619178" y="673923"/>
                  <a:pt x="8622859" y="670039"/>
                </a:cubicBezTo>
                <a:cubicBezTo>
                  <a:pt x="8624496" y="668404"/>
                  <a:pt x="8626131" y="666565"/>
                  <a:pt x="8625520" y="663703"/>
                </a:cubicBezTo>
                <a:cubicBezTo>
                  <a:pt x="8623676" y="656550"/>
                  <a:pt x="8626333" y="650623"/>
                  <a:pt x="8631040" y="645309"/>
                </a:cubicBezTo>
                <a:cubicBezTo>
                  <a:pt x="8634103" y="641835"/>
                  <a:pt x="8637786" y="638565"/>
                  <a:pt x="8640035" y="634477"/>
                </a:cubicBezTo>
                <a:cubicBezTo>
                  <a:pt x="8640444" y="633660"/>
                  <a:pt x="8641058" y="632842"/>
                  <a:pt x="8642079" y="633046"/>
                </a:cubicBezTo>
                <a:cubicBezTo>
                  <a:pt x="8647192" y="634682"/>
                  <a:pt x="8649851" y="631412"/>
                  <a:pt x="8652713" y="628141"/>
                </a:cubicBezTo>
                <a:cubicBezTo>
                  <a:pt x="8653530" y="627120"/>
                  <a:pt x="8654553" y="625893"/>
                  <a:pt x="8656393" y="626302"/>
                </a:cubicBezTo>
                <a:cubicBezTo>
                  <a:pt x="8661506" y="627529"/>
                  <a:pt x="8666822" y="626915"/>
                  <a:pt x="8671936" y="627324"/>
                </a:cubicBezTo>
                <a:cubicBezTo>
                  <a:pt x="8676228" y="627529"/>
                  <a:pt x="8680526" y="627937"/>
                  <a:pt x="8684410" y="630594"/>
                </a:cubicBezTo>
                <a:cubicBezTo>
                  <a:pt x="8686044" y="631820"/>
                  <a:pt x="8687272" y="631412"/>
                  <a:pt x="8688500" y="629981"/>
                </a:cubicBezTo>
                <a:cubicBezTo>
                  <a:pt x="8689114" y="628959"/>
                  <a:pt x="8689727" y="628141"/>
                  <a:pt x="8690544" y="627324"/>
                </a:cubicBezTo>
                <a:cubicBezTo>
                  <a:pt x="8691364" y="626507"/>
                  <a:pt x="8692794" y="625689"/>
                  <a:pt x="8693816" y="626507"/>
                </a:cubicBezTo>
                <a:cubicBezTo>
                  <a:pt x="8695042" y="627324"/>
                  <a:pt x="8694634" y="628959"/>
                  <a:pt x="8694021" y="630185"/>
                </a:cubicBezTo>
                <a:cubicBezTo>
                  <a:pt x="8693816" y="630799"/>
                  <a:pt x="8693406" y="631208"/>
                  <a:pt x="8692999" y="631820"/>
                </a:cubicBezTo>
                <a:cubicBezTo>
                  <a:pt x="8689727" y="636521"/>
                  <a:pt x="8690954" y="639586"/>
                  <a:pt x="8696476" y="640199"/>
                </a:cubicBezTo>
                <a:cubicBezTo>
                  <a:pt x="8697496" y="640404"/>
                  <a:pt x="8698520" y="640404"/>
                  <a:pt x="8699338" y="640608"/>
                </a:cubicBezTo>
                <a:cubicBezTo>
                  <a:pt x="8700770" y="641017"/>
                  <a:pt x="8702406" y="640608"/>
                  <a:pt x="8702815" y="642857"/>
                </a:cubicBezTo>
                <a:cubicBezTo>
                  <a:pt x="8703224" y="644491"/>
                  <a:pt x="8702406" y="645309"/>
                  <a:pt x="8701178" y="646127"/>
                </a:cubicBezTo>
                <a:cubicBezTo>
                  <a:pt x="8698928" y="647761"/>
                  <a:pt x="8699133" y="649192"/>
                  <a:pt x="8701383" y="651031"/>
                </a:cubicBezTo>
                <a:cubicBezTo>
                  <a:pt x="8704245" y="653280"/>
                  <a:pt x="8706902" y="656141"/>
                  <a:pt x="8706698" y="660229"/>
                </a:cubicBezTo>
                <a:cubicBezTo>
                  <a:pt x="8706494" y="663499"/>
                  <a:pt x="8707312" y="665134"/>
                  <a:pt x="8710994" y="664316"/>
                </a:cubicBezTo>
                <a:cubicBezTo>
                  <a:pt x="8711812" y="664112"/>
                  <a:pt x="8712834" y="664316"/>
                  <a:pt x="8713242" y="665543"/>
                </a:cubicBezTo>
                <a:cubicBezTo>
                  <a:pt x="8713652" y="666565"/>
                  <a:pt x="8712630" y="667177"/>
                  <a:pt x="8712016" y="667791"/>
                </a:cubicBezTo>
                <a:cubicBezTo>
                  <a:pt x="8710586" y="669222"/>
                  <a:pt x="8708948" y="670652"/>
                  <a:pt x="8707926" y="672287"/>
                </a:cubicBezTo>
                <a:cubicBezTo>
                  <a:pt x="8704655" y="676579"/>
                  <a:pt x="8704860" y="679031"/>
                  <a:pt x="8707926" y="683528"/>
                </a:cubicBezTo>
                <a:cubicBezTo>
                  <a:pt x="8710380" y="687002"/>
                  <a:pt x="8712220" y="690681"/>
                  <a:pt x="8712426" y="695177"/>
                </a:cubicBezTo>
                <a:cubicBezTo>
                  <a:pt x="8712630" y="698447"/>
                  <a:pt x="8710994" y="698856"/>
                  <a:pt x="8708336" y="697834"/>
                </a:cubicBezTo>
                <a:cubicBezTo>
                  <a:pt x="8706494" y="697222"/>
                  <a:pt x="8705472" y="695382"/>
                  <a:pt x="8704040" y="694360"/>
                </a:cubicBezTo>
                <a:cubicBezTo>
                  <a:pt x="8702406" y="693134"/>
                  <a:pt x="8700156" y="691499"/>
                  <a:pt x="8698520" y="693134"/>
                </a:cubicBezTo>
                <a:cubicBezTo>
                  <a:pt x="8696678" y="695177"/>
                  <a:pt x="8697702" y="697631"/>
                  <a:pt x="8699543" y="699469"/>
                </a:cubicBezTo>
                <a:cubicBezTo>
                  <a:pt x="8700361" y="700287"/>
                  <a:pt x="8701588" y="701105"/>
                  <a:pt x="8702406" y="702126"/>
                </a:cubicBezTo>
                <a:cubicBezTo>
                  <a:pt x="8703428" y="703148"/>
                  <a:pt x="8704245" y="704375"/>
                  <a:pt x="8703020" y="705805"/>
                </a:cubicBezTo>
                <a:cubicBezTo>
                  <a:pt x="8701998" y="707031"/>
                  <a:pt x="8700770" y="706418"/>
                  <a:pt x="8699543" y="705397"/>
                </a:cubicBezTo>
                <a:cubicBezTo>
                  <a:pt x="8698316" y="704579"/>
                  <a:pt x="8697088" y="703557"/>
                  <a:pt x="8695861" y="702944"/>
                </a:cubicBezTo>
                <a:cubicBezTo>
                  <a:pt x="8694021" y="701717"/>
                  <a:pt x="8691977" y="702330"/>
                  <a:pt x="8690544" y="703557"/>
                </a:cubicBezTo>
                <a:cubicBezTo>
                  <a:pt x="8689114" y="704784"/>
                  <a:pt x="8689932" y="706622"/>
                  <a:pt x="8690544" y="708053"/>
                </a:cubicBezTo>
                <a:lnTo>
                  <a:pt x="8695871" y="712514"/>
                </a:lnTo>
                <a:lnTo>
                  <a:pt x="8833254" y="684302"/>
                </a:lnTo>
                <a:lnTo>
                  <a:pt x="8834152" y="681882"/>
                </a:lnTo>
                <a:cubicBezTo>
                  <a:pt x="8832220" y="674936"/>
                  <a:pt x="8834538" y="669534"/>
                  <a:pt x="8839562" y="664903"/>
                </a:cubicBezTo>
                <a:cubicBezTo>
                  <a:pt x="8841492" y="662974"/>
                  <a:pt x="8843426" y="661430"/>
                  <a:pt x="8844197" y="658730"/>
                </a:cubicBezTo>
                <a:cubicBezTo>
                  <a:pt x="8844971" y="654485"/>
                  <a:pt x="8847289" y="652169"/>
                  <a:pt x="8851540" y="652555"/>
                </a:cubicBezTo>
                <a:cubicBezTo>
                  <a:pt x="8854629" y="652555"/>
                  <a:pt x="8856948" y="650626"/>
                  <a:pt x="8858108" y="649082"/>
                </a:cubicBezTo>
                <a:cubicBezTo>
                  <a:pt x="8864676" y="639821"/>
                  <a:pt x="8874334" y="644838"/>
                  <a:pt x="8882448" y="643680"/>
                </a:cubicBezTo>
                <a:cubicBezTo>
                  <a:pt x="8885927" y="643294"/>
                  <a:pt x="8893267" y="641365"/>
                  <a:pt x="8894812" y="644066"/>
                </a:cubicBezTo>
                <a:cubicBezTo>
                  <a:pt x="8899448" y="651783"/>
                  <a:pt x="8911426" y="648696"/>
                  <a:pt x="8914130" y="659115"/>
                </a:cubicBezTo>
                <a:lnTo>
                  <a:pt x="8915251" y="668076"/>
                </a:lnTo>
                <a:lnTo>
                  <a:pt x="9085203" y="642648"/>
                </a:lnTo>
                <a:cubicBezTo>
                  <a:pt x="9097801" y="641352"/>
                  <a:pt x="9110955" y="640339"/>
                  <a:pt x="9124174" y="640237"/>
                </a:cubicBezTo>
                <a:lnTo>
                  <a:pt x="9136268" y="641172"/>
                </a:lnTo>
                <a:lnTo>
                  <a:pt x="9136283" y="641088"/>
                </a:lnTo>
                <a:cubicBezTo>
                  <a:pt x="9137356" y="640820"/>
                  <a:pt x="9137625" y="639212"/>
                  <a:pt x="9136550" y="638409"/>
                </a:cubicBezTo>
                <a:cubicBezTo>
                  <a:pt x="9133062" y="635460"/>
                  <a:pt x="9136819" y="634120"/>
                  <a:pt x="9137356" y="631976"/>
                </a:cubicBezTo>
                <a:cubicBezTo>
                  <a:pt x="9139235" y="624739"/>
                  <a:pt x="9147554" y="626883"/>
                  <a:pt x="9150774" y="621523"/>
                </a:cubicBezTo>
                <a:cubicBezTo>
                  <a:pt x="9151847" y="619647"/>
                  <a:pt x="9156946" y="620987"/>
                  <a:pt x="9159363" y="621255"/>
                </a:cubicBezTo>
                <a:cubicBezTo>
                  <a:pt x="9162178" y="621657"/>
                  <a:pt x="9165265" y="620987"/>
                  <a:pt x="9168217" y="621020"/>
                </a:cubicBezTo>
                <a:lnTo>
                  <a:pt x="9168219" y="621020"/>
                </a:lnTo>
                <a:cubicBezTo>
                  <a:pt x="9171171" y="621054"/>
                  <a:pt x="9173989" y="621790"/>
                  <a:pt x="9176268" y="625007"/>
                </a:cubicBezTo>
                <a:cubicBezTo>
                  <a:pt x="9177074" y="626079"/>
                  <a:pt x="9178684" y="627419"/>
                  <a:pt x="9180830" y="627419"/>
                </a:cubicBezTo>
                <a:cubicBezTo>
                  <a:pt x="9183784" y="627152"/>
                  <a:pt x="9185393" y="628760"/>
                  <a:pt x="9185932" y="631707"/>
                </a:cubicBezTo>
                <a:cubicBezTo>
                  <a:pt x="9186467" y="633584"/>
                  <a:pt x="9187809" y="634656"/>
                  <a:pt x="9189150" y="635996"/>
                </a:cubicBezTo>
                <a:lnTo>
                  <a:pt x="9191804" y="644325"/>
                </a:lnTo>
                <a:lnTo>
                  <a:pt x="9216932" y="645251"/>
                </a:lnTo>
                <a:cubicBezTo>
                  <a:pt x="9234573" y="643017"/>
                  <a:pt x="9251959" y="637844"/>
                  <a:pt x="9268811" y="629588"/>
                </a:cubicBezTo>
                <a:cubicBezTo>
                  <a:pt x="9287913" y="619673"/>
                  <a:pt x="9304697" y="619808"/>
                  <a:pt x="9319660" y="637272"/>
                </a:cubicBezTo>
                <a:cubicBezTo>
                  <a:pt x="9337399" y="657555"/>
                  <a:pt x="9359184" y="661648"/>
                  <a:pt x="9384428" y="653459"/>
                </a:cubicBezTo>
                <a:cubicBezTo>
                  <a:pt x="9423132" y="640906"/>
                  <a:pt x="9462838" y="642905"/>
                  <a:pt x="9502498" y="650498"/>
                </a:cubicBezTo>
                <a:cubicBezTo>
                  <a:pt x="9537132" y="656932"/>
                  <a:pt x="9571903" y="663786"/>
                  <a:pt x="9606748" y="670152"/>
                </a:cubicBezTo>
                <a:lnTo>
                  <a:pt x="9612232" y="671028"/>
                </a:lnTo>
                <a:lnTo>
                  <a:pt x="9613534" y="664016"/>
                </a:lnTo>
                <a:cubicBezTo>
                  <a:pt x="9614688" y="663727"/>
                  <a:pt x="9614976" y="661999"/>
                  <a:pt x="9613823" y="661135"/>
                </a:cubicBezTo>
                <a:cubicBezTo>
                  <a:pt x="9610074" y="657967"/>
                  <a:pt x="9614110" y="656527"/>
                  <a:pt x="9614688" y="654223"/>
                </a:cubicBezTo>
                <a:cubicBezTo>
                  <a:pt x="9616707" y="646446"/>
                  <a:pt x="9625646" y="648750"/>
                  <a:pt x="9629108" y="642990"/>
                </a:cubicBezTo>
                <a:cubicBezTo>
                  <a:pt x="9630261" y="640974"/>
                  <a:pt x="9635740" y="642413"/>
                  <a:pt x="9638335" y="642702"/>
                </a:cubicBezTo>
                <a:cubicBezTo>
                  <a:pt x="9644391" y="643566"/>
                  <a:pt x="9651602" y="639821"/>
                  <a:pt x="9656506" y="646734"/>
                </a:cubicBezTo>
                <a:cubicBezTo>
                  <a:pt x="9657370" y="647886"/>
                  <a:pt x="9659101" y="649326"/>
                  <a:pt x="9661408" y="649326"/>
                </a:cubicBezTo>
                <a:cubicBezTo>
                  <a:pt x="9664581" y="649039"/>
                  <a:pt x="9666310" y="650767"/>
                  <a:pt x="9666888" y="653935"/>
                </a:cubicBezTo>
                <a:cubicBezTo>
                  <a:pt x="9667464" y="655951"/>
                  <a:pt x="9668906" y="657103"/>
                  <a:pt x="9670348" y="658543"/>
                </a:cubicBezTo>
                <a:cubicBezTo>
                  <a:pt x="9674097" y="661999"/>
                  <a:pt x="9675828" y="666032"/>
                  <a:pt x="9674385" y="671216"/>
                </a:cubicBezTo>
                <a:cubicBezTo>
                  <a:pt x="9673520" y="674097"/>
                  <a:pt x="9674385" y="677265"/>
                  <a:pt x="9677270" y="678993"/>
                </a:cubicBezTo>
                <a:lnTo>
                  <a:pt x="9677270" y="681415"/>
                </a:lnTo>
                <a:lnTo>
                  <a:pt x="9711442" y="686872"/>
                </a:lnTo>
                <a:lnTo>
                  <a:pt x="9824543" y="708328"/>
                </a:lnTo>
                <a:lnTo>
                  <a:pt x="9827713" y="698989"/>
                </a:lnTo>
                <a:cubicBezTo>
                  <a:pt x="9833694" y="672065"/>
                  <a:pt x="9824723" y="648134"/>
                  <a:pt x="9815752" y="624202"/>
                </a:cubicBezTo>
                <a:cubicBezTo>
                  <a:pt x="9808276" y="606255"/>
                  <a:pt x="9804538" y="589054"/>
                  <a:pt x="9804912" y="572226"/>
                </a:cubicBezTo>
                <a:lnTo>
                  <a:pt x="9813791" y="540299"/>
                </a:lnTo>
                <a:lnTo>
                  <a:pt x="9809715" y="537720"/>
                </a:lnTo>
                <a:cubicBezTo>
                  <a:pt x="9806544" y="535704"/>
                  <a:pt x="9804813" y="530231"/>
                  <a:pt x="9803372" y="525911"/>
                </a:cubicBezTo>
                <a:cubicBezTo>
                  <a:pt x="9802794" y="524184"/>
                  <a:pt x="9803082" y="522455"/>
                  <a:pt x="9801352" y="521015"/>
                </a:cubicBezTo>
                <a:cubicBezTo>
                  <a:pt x="9799621" y="519575"/>
                  <a:pt x="9799911" y="517847"/>
                  <a:pt x="9801066" y="516119"/>
                </a:cubicBezTo>
                <a:cubicBezTo>
                  <a:pt x="9801642" y="514967"/>
                  <a:pt x="9802794" y="513527"/>
                  <a:pt x="9801928" y="512375"/>
                </a:cubicBezTo>
                <a:cubicBezTo>
                  <a:pt x="9799045" y="508918"/>
                  <a:pt x="9798756" y="506326"/>
                  <a:pt x="9803372" y="504597"/>
                </a:cubicBezTo>
                <a:cubicBezTo>
                  <a:pt x="9804527" y="504310"/>
                  <a:pt x="9804813" y="502581"/>
                  <a:pt x="9803659" y="501718"/>
                </a:cubicBezTo>
                <a:cubicBezTo>
                  <a:pt x="9799911" y="498549"/>
                  <a:pt x="9803948" y="497109"/>
                  <a:pt x="9804527" y="494805"/>
                </a:cubicBezTo>
                <a:cubicBezTo>
                  <a:pt x="9806544" y="487028"/>
                  <a:pt x="9815483" y="489332"/>
                  <a:pt x="9818944" y="483572"/>
                </a:cubicBezTo>
                <a:cubicBezTo>
                  <a:pt x="9820098" y="481556"/>
                  <a:pt x="9825577" y="482996"/>
                  <a:pt x="9828174" y="483283"/>
                </a:cubicBezTo>
                <a:cubicBezTo>
                  <a:pt x="9834229" y="484148"/>
                  <a:pt x="9841439" y="480404"/>
                  <a:pt x="9846342" y="487316"/>
                </a:cubicBezTo>
                <a:cubicBezTo>
                  <a:pt x="9847209" y="488469"/>
                  <a:pt x="9848938" y="489908"/>
                  <a:pt x="9851245" y="489908"/>
                </a:cubicBezTo>
                <a:cubicBezTo>
                  <a:pt x="9854418" y="489621"/>
                  <a:pt x="9856147" y="491348"/>
                  <a:pt x="9856724" y="494516"/>
                </a:cubicBezTo>
                <a:cubicBezTo>
                  <a:pt x="9857302" y="496533"/>
                  <a:pt x="9858744" y="497685"/>
                  <a:pt x="9860184" y="499126"/>
                </a:cubicBezTo>
                <a:cubicBezTo>
                  <a:pt x="9863934" y="502581"/>
                  <a:pt x="9865665" y="506614"/>
                  <a:pt x="9864224" y="511798"/>
                </a:cubicBezTo>
                <a:cubicBezTo>
                  <a:pt x="9863357" y="514678"/>
                  <a:pt x="9864224" y="517847"/>
                  <a:pt x="9867106" y="519575"/>
                </a:cubicBezTo>
                <a:cubicBezTo>
                  <a:pt x="9867106" y="520727"/>
                  <a:pt x="9867106" y="521879"/>
                  <a:pt x="9867106" y="523031"/>
                </a:cubicBezTo>
                <a:cubicBezTo>
                  <a:pt x="9864512" y="524471"/>
                  <a:pt x="9863357" y="526200"/>
                  <a:pt x="9863647" y="529944"/>
                </a:cubicBezTo>
                <a:cubicBezTo>
                  <a:pt x="9863934" y="535128"/>
                  <a:pt x="9861628" y="539161"/>
                  <a:pt x="9855860" y="540312"/>
                </a:cubicBezTo>
                <a:lnTo>
                  <a:pt x="9854626" y="542774"/>
                </a:lnTo>
                <a:lnTo>
                  <a:pt x="9854626" y="588306"/>
                </a:lnTo>
                <a:cubicBezTo>
                  <a:pt x="9854626" y="606255"/>
                  <a:pt x="9851636" y="624202"/>
                  <a:pt x="9857618" y="639160"/>
                </a:cubicBezTo>
                <a:cubicBezTo>
                  <a:pt x="9863599" y="670570"/>
                  <a:pt x="9875561" y="690014"/>
                  <a:pt x="9893130" y="698241"/>
                </a:cubicBezTo>
                <a:lnTo>
                  <a:pt x="9893504" y="698290"/>
                </a:lnTo>
                <a:lnTo>
                  <a:pt x="9896644" y="696735"/>
                </a:lnTo>
                <a:cubicBezTo>
                  <a:pt x="9900895" y="696687"/>
                  <a:pt x="9905339" y="697652"/>
                  <a:pt x="9909397" y="697073"/>
                </a:cubicBezTo>
                <a:cubicBezTo>
                  <a:pt x="9912874" y="696687"/>
                  <a:pt x="9920218" y="694758"/>
                  <a:pt x="9921764" y="697459"/>
                </a:cubicBezTo>
                <a:lnTo>
                  <a:pt x="9927482" y="701044"/>
                </a:lnTo>
                <a:lnTo>
                  <a:pt x="9962283" y="690014"/>
                </a:lnTo>
                <a:cubicBezTo>
                  <a:pt x="10001159" y="666083"/>
                  <a:pt x="10010130" y="669074"/>
                  <a:pt x="10037044" y="698989"/>
                </a:cubicBezTo>
                <a:cubicBezTo>
                  <a:pt x="10066949" y="734886"/>
                  <a:pt x="10087881" y="734886"/>
                  <a:pt x="10114796" y="695998"/>
                </a:cubicBezTo>
                <a:cubicBezTo>
                  <a:pt x="10117787" y="690014"/>
                  <a:pt x="10120777" y="681040"/>
                  <a:pt x="10123768" y="675058"/>
                </a:cubicBezTo>
                <a:cubicBezTo>
                  <a:pt x="10144700" y="630186"/>
                  <a:pt x="10177594" y="630186"/>
                  <a:pt x="10216470" y="663092"/>
                </a:cubicBezTo>
                <a:cubicBezTo>
                  <a:pt x="10225442" y="675058"/>
                  <a:pt x="10234414" y="687023"/>
                  <a:pt x="10243384" y="701981"/>
                </a:cubicBezTo>
                <a:cubicBezTo>
                  <a:pt x="10279270" y="749844"/>
                  <a:pt x="10309174" y="800698"/>
                  <a:pt x="10330107" y="857536"/>
                </a:cubicBezTo>
                <a:cubicBezTo>
                  <a:pt x="10333846" y="868006"/>
                  <a:pt x="10338144" y="876980"/>
                  <a:pt x="10343144" y="884365"/>
                </a:cubicBezTo>
                <a:lnTo>
                  <a:pt x="10358962" y="900231"/>
                </a:lnTo>
                <a:lnTo>
                  <a:pt x="10368416" y="904253"/>
                </a:lnTo>
                <a:lnTo>
                  <a:pt x="10382674" y="908858"/>
                </a:lnTo>
                <a:cubicBezTo>
                  <a:pt x="10391038" y="909511"/>
                  <a:pt x="10400382" y="908390"/>
                  <a:pt x="10410849" y="905399"/>
                </a:cubicBezTo>
                <a:cubicBezTo>
                  <a:pt x="10416830" y="905399"/>
                  <a:pt x="10422811" y="905399"/>
                  <a:pt x="10428792" y="905399"/>
                </a:cubicBezTo>
                <a:cubicBezTo>
                  <a:pt x="10445239" y="908390"/>
                  <a:pt x="10456454" y="912878"/>
                  <a:pt x="10462061" y="920355"/>
                </a:cubicBezTo>
                <a:lnTo>
                  <a:pt x="10461792" y="943976"/>
                </a:lnTo>
                <a:lnTo>
                  <a:pt x="10463990" y="944911"/>
                </a:lnTo>
                <a:lnTo>
                  <a:pt x="10501548" y="964264"/>
                </a:lnTo>
                <a:lnTo>
                  <a:pt x="10507371" y="939192"/>
                </a:lnTo>
                <a:cubicBezTo>
                  <a:pt x="10508182" y="919702"/>
                  <a:pt x="10513060" y="900211"/>
                  <a:pt x="10518746" y="880720"/>
                </a:cubicBezTo>
                <a:cubicBezTo>
                  <a:pt x="10521996" y="871787"/>
                  <a:pt x="10526871" y="866102"/>
                  <a:pt x="10536623" y="863665"/>
                </a:cubicBezTo>
                <a:cubicBezTo>
                  <a:pt x="10569934" y="853920"/>
                  <a:pt x="10603247" y="851485"/>
                  <a:pt x="10634124" y="872599"/>
                </a:cubicBezTo>
                <a:cubicBezTo>
                  <a:pt x="10645498" y="880720"/>
                  <a:pt x="10652810" y="889654"/>
                  <a:pt x="10651186" y="905084"/>
                </a:cubicBezTo>
                <a:cubicBezTo>
                  <a:pt x="10647936" y="927822"/>
                  <a:pt x="10659310" y="948125"/>
                  <a:pt x="10670686" y="967616"/>
                </a:cubicBezTo>
                <a:cubicBezTo>
                  <a:pt x="10673125" y="973301"/>
                  <a:pt x="10677998" y="974112"/>
                  <a:pt x="10683686" y="974924"/>
                </a:cubicBezTo>
                <a:cubicBezTo>
                  <a:pt x="10703187" y="977361"/>
                  <a:pt x="10722687" y="978986"/>
                  <a:pt x="10742187" y="978173"/>
                </a:cubicBezTo>
                <a:cubicBezTo>
                  <a:pt x="10754376" y="978173"/>
                  <a:pt x="10762500" y="982234"/>
                  <a:pt x="10769814" y="991167"/>
                </a:cubicBezTo>
                <a:cubicBezTo>
                  <a:pt x="10777127" y="999288"/>
                  <a:pt x="10783626" y="1008221"/>
                  <a:pt x="10794189" y="1013094"/>
                </a:cubicBezTo>
                <a:cubicBezTo>
                  <a:pt x="10805563" y="1017966"/>
                  <a:pt x="10815317" y="1019591"/>
                  <a:pt x="10827506" y="1011469"/>
                </a:cubicBezTo>
                <a:cubicBezTo>
                  <a:pt x="10842131" y="1000912"/>
                  <a:pt x="10855130" y="1005784"/>
                  <a:pt x="10860818" y="1023651"/>
                </a:cubicBezTo>
                <a:cubicBezTo>
                  <a:pt x="10871380" y="1054511"/>
                  <a:pt x="10886006" y="1057760"/>
                  <a:pt x="10911193" y="1035021"/>
                </a:cubicBezTo>
                <a:cubicBezTo>
                  <a:pt x="10925006" y="1023651"/>
                  <a:pt x="10933944" y="1008221"/>
                  <a:pt x="10946132" y="995227"/>
                </a:cubicBezTo>
                <a:cubicBezTo>
                  <a:pt x="10955882" y="985482"/>
                  <a:pt x="10965632" y="976549"/>
                  <a:pt x="10984320" y="974112"/>
                </a:cubicBezTo>
                <a:cubicBezTo>
                  <a:pt x="10968882" y="999288"/>
                  <a:pt x="10956694" y="1021215"/>
                  <a:pt x="10942069" y="1043954"/>
                </a:cubicBezTo>
                <a:cubicBezTo>
                  <a:pt x="10927445" y="1067505"/>
                  <a:pt x="10946945" y="1114607"/>
                  <a:pt x="10975382" y="1112171"/>
                </a:cubicBezTo>
                <a:cubicBezTo>
                  <a:pt x="11008696" y="1109735"/>
                  <a:pt x="11019258" y="1127601"/>
                  <a:pt x="11025758" y="1154400"/>
                </a:cubicBezTo>
                <a:cubicBezTo>
                  <a:pt x="11027382" y="1158461"/>
                  <a:pt x="11028196" y="1162522"/>
                  <a:pt x="11029820" y="1166582"/>
                </a:cubicBezTo>
                <a:cubicBezTo>
                  <a:pt x="11034695" y="1184449"/>
                  <a:pt x="11036321" y="1185260"/>
                  <a:pt x="11052572" y="1176327"/>
                </a:cubicBezTo>
                <a:cubicBezTo>
                  <a:pt x="11066384" y="1168207"/>
                  <a:pt x="11076946" y="1156837"/>
                  <a:pt x="11086698" y="1143843"/>
                </a:cubicBezTo>
                <a:cubicBezTo>
                  <a:pt x="11092384" y="1135722"/>
                  <a:pt x="11097259" y="1132473"/>
                  <a:pt x="11107822" y="1136535"/>
                </a:cubicBezTo>
                <a:cubicBezTo>
                  <a:pt x="11116759" y="1139783"/>
                  <a:pt x="11126510" y="1140595"/>
                  <a:pt x="11136260" y="1141407"/>
                </a:cubicBezTo>
                <a:cubicBezTo>
                  <a:pt x="11142760" y="1142219"/>
                  <a:pt x="11148449" y="1138970"/>
                  <a:pt x="11150072" y="1132473"/>
                </a:cubicBezTo>
                <a:cubicBezTo>
                  <a:pt x="11151698" y="1125165"/>
                  <a:pt x="11149260" y="1120292"/>
                  <a:pt x="11142760" y="1117043"/>
                </a:cubicBezTo>
                <a:cubicBezTo>
                  <a:pt x="11137885" y="1114607"/>
                  <a:pt x="11133010" y="1112983"/>
                  <a:pt x="11128134" y="1110547"/>
                </a:cubicBezTo>
                <a:cubicBezTo>
                  <a:pt x="11120009" y="1106486"/>
                  <a:pt x="11116759" y="1100801"/>
                  <a:pt x="11118385" y="1091056"/>
                </a:cubicBezTo>
                <a:cubicBezTo>
                  <a:pt x="11123259" y="1061820"/>
                  <a:pt x="11112696" y="1041518"/>
                  <a:pt x="11086698" y="1028524"/>
                </a:cubicBezTo>
                <a:cubicBezTo>
                  <a:pt x="11082635" y="1026088"/>
                  <a:pt x="11073696" y="1026899"/>
                  <a:pt x="11075321" y="1019591"/>
                </a:cubicBezTo>
                <a:cubicBezTo>
                  <a:pt x="11076134" y="1012281"/>
                  <a:pt x="11083447" y="1010658"/>
                  <a:pt x="11090760" y="1009846"/>
                </a:cubicBezTo>
                <a:cubicBezTo>
                  <a:pt x="11091572" y="1009846"/>
                  <a:pt x="11092384" y="1009846"/>
                  <a:pt x="11093196" y="1009846"/>
                </a:cubicBezTo>
                <a:cubicBezTo>
                  <a:pt x="11112696" y="1006597"/>
                  <a:pt x="11118385" y="997664"/>
                  <a:pt x="11108634" y="982234"/>
                </a:cubicBezTo>
                <a:cubicBezTo>
                  <a:pt x="11099697" y="967616"/>
                  <a:pt x="11102135" y="956246"/>
                  <a:pt x="11110260" y="944064"/>
                </a:cubicBezTo>
                <a:cubicBezTo>
                  <a:pt x="11120821" y="927822"/>
                  <a:pt x="11128949" y="910769"/>
                  <a:pt x="11124072" y="890465"/>
                </a:cubicBezTo>
                <a:cubicBezTo>
                  <a:pt x="11121635" y="881532"/>
                  <a:pt x="11130572" y="877472"/>
                  <a:pt x="11136260" y="875847"/>
                </a:cubicBezTo>
                <a:cubicBezTo>
                  <a:pt x="11157385" y="868539"/>
                  <a:pt x="11167135" y="854733"/>
                  <a:pt x="11169572" y="833618"/>
                </a:cubicBezTo>
                <a:cubicBezTo>
                  <a:pt x="11171198" y="820625"/>
                  <a:pt x="11176074" y="818188"/>
                  <a:pt x="11189073" y="826309"/>
                </a:cubicBezTo>
                <a:cubicBezTo>
                  <a:pt x="11216698" y="843363"/>
                  <a:pt x="11257324" y="831182"/>
                  <a:pt x="11269512" y="802758"/>
                </a:cubicBezTo>
                <a:cubicBezTo>
                  <a:pt x="11271950" y="797073"/>
                  <a:pt x="11275200" y="789764"/>
                  <a:pt x="11269512" y="784891"/>
                </a:cubicBezTo>
                <a:cubicBezTo>
                  <a:pt x="11263825" y="780018"/>
                  <a:pt x="11255700" y="777583"/>
                  <a:pt x="11248387" y="782455"/>
                </a:cubicBezTo>
                <a:cubicBezTo>
                  <a:pt x="11243511" y="784891"/>
                  <a:pt x="11238636" y="788952"/>
                  <a:pt x="11233763" y="792200"/>
                </a:cubicBezTo>
                <a:cubicBezTo>
                  <a:pt x="11228886" y="796261"/>
                  <a:pt x="11224011" y="798697"/>
                  <a:pt x="11219949" y="793825"/>
                </a:cubicBezTo>
                <a:cubicBezTo>
                  <a:pt x="11215074" y="788140"/>
                  <a:pt x="11218324" y="783267"/>
                  <a:pt x="11222388" y="779206"/>
                </a:cubicBezTo>
                <a:cubicBezTo>
                  <a:pt x="11225638" y="775146"/>
                  <a:pt x="11230512" y="771898"/>
                  <a:pt x="11233763" y="768649"/>
                </a:cubicBezTo>
                <a:cubicBezTo>
                  <a:pt x="11241074" y="761340"/>
                  <a:pt x="11245138" y="751595"/>
                  <a:pt x="11237824" y="743474"/>
                </a:cubicBezTo>
                <a:cubicBezTo>
                  <a:pt x="11231324" y="736976"/>
                  <a:pt x="11222388" y="743474"/>
                  <a:pt x="11215886" y="748346"/>
                </a:cubicBezTo>
                <a:cubicBezTo>
                  <a:pt x="11210199" y="752408"/>
                  <a:pt x="11206136" y="759716"/>
                  <a:pt x="11198824" y="762153"/>
                </a:cubicBezTo>
                <a:cubicBezTo>
                  <a:pt x="11188261" y="766213"/>
                  <a:pt x="11181761" y="764588"/>
                  <a:pt x="11182573" y="751595"/>
                </a:cubicBezTo>
                <a:cubicBezTo>
                  <a:pt x="11183385" y="733728"/>
                  <a:pt x="11190699" y="719111"/>
                  <a:pt x="11200449" y="705304"/>
                </a:cubicBezTo>
                <a:cubicBezTo>
                  <a:pt x="11212636" y="687439"/>
                  <a:pt x="11213448" y="677693"/>
                  <a:pt x="11200449" y="660639"/>
                </a:cubicBezTo>
                <a:cubicBezTo>
                  <a:pt x="11196386" y="654142"/>
                  <a:pt x="11189886" y="648457"/>
                  <a:pt x="11184198" y="642772"/>
                </a:cubicBezTo>
                <a:cubicBezTo>
                  <a:pt x="11181761" y="640336"/>
                  <a:pt x="11177698" y="637900"/>
                  <a:pt x="11179324" y="633839"/>
                </a:cubicBezTo>
                <a:cubicBezTo>
                  <a:pt x="11180947" y="628967"/>
                  <a:pt x="11185011" y="628154"/>
                  <a:pt x="11188261" y="628967"/>
                </a:cubicBezTo>
                <a:cubicBezTo>
                  <a:pt x="11202885" y="632215"/>
                  <a:pt x="11206136" y="625719"/>
                  <a:pt x="11205323" y="612724"/>
                </a:cubicBezTo>
                <a:cubicBezTo>
                  <a:pt x="11204511" y="596482"/>
                  <a:pt x="11215074" y="585112"/>
                  <a:pt x="11226449" y="576179"/>
                </a:cubicBezTo>
                <a:cubicBezTo>
                  <a:pt x="11235386" y="568870"/>
                  <a:pt x="11236199" y="563185"/>
                  <a:pt x="11227261" y="556688"/>
                </a:cubicBezTo>
                <a:cubicBezTo>
                  <a:pt x="11222388" y="553440"/>
                  <a:pt x="11219136" y="550192"/>
                  <a:pt x="11220761" y="543695"/>
                </a:cubicBezTo>
                <a:cubicBezTo>
                  <a:pt x="11222388" y="534762"/>
                  <a:pt x="11228886" y="536385"/>
                  <a:pt x="11234574" y="534762"/>
                </a:cubicBezTo>
                <a:cubicBezTo>
                  <a:pt x="11237824" y="533950"/>
                  <a:pt x="11241888" y="533950"/>
                  <a:pt x="11245949" y="533137"/>
                </a:cubicBezTo>
                <a:cubicBezTo>
                  <a:pt x="11267887" y="530700"/>
                  <a:pt x="11272763" y="518520"/>
                  <a:pt x="11259762" y="499841"/>
                </a:cubicBezTo>
                <a:cubicBezTo>
                  <a:pt x="11258137" y="497405"/>
                  <a:pt x="11256512" y="495780"/>
                  <a:pt x="11255700" y="493343"/>
                </a:cubicBezTo>
                <a:cubicBezTo>
                  <a:pt x="11253263" y="488471"/>
                  <a:pt x="11251636" y="481975"/>
                  <a:pt x="11256512" y="478726"/>
                </a:cubicBezTo>
                <a:cubicBezTo>
                  <a:pt x="11260574" y="475478"/>
                  <a:pt x="11266262" y="478726"/>
                  <a:pt x="11269512" y="481975"/>
                </a:cubicBezTo>
                <a:cubicBezTo>
                  <a:pt x="11272763" y="485223"/>
                  <a:pt x="11275200" y="488471"/>
                  <a:pt x="11277637" y="492532"/>
                </a:cubicBezTo>
                <a:cubicBezTo>
                  <a:pt x="11282513" y="498217"/>
                  <a:pt x="11287387" y="499841"/>
                  <a:pt x="11293888" y="494968"/>
                </a:cubicBezTo>
                <a:cubicBezTo>
                  <a:pt x="11309325" y="484411"/>
                  <a:pt x="11326389" y="482786"/>
                  <a:pt x="11343451" y="481975"/>
                </a:cubicBezTo>
                <a:cubicBezTo>
                  <a:pt x="11363763" y="480350"/>
                  <a:pt x="11384889" y="482786"/>
                  <a:pt x="11405201" y="477913"/>
                </a:cubicBezTo>
                <a:cubicBezTo>
                  <a:pt x="11412514" y="476290"/>
                  <a:pt x="11416578" y="481163"/>
                  <a:pt x="11419828" y="485223"/>
                </a:cubicBezTo>
                <a:cubicBezTo>
                  <a:pt x="11431203" y="498217"/>
                  <a:pt x="11441765" y="511210"/>
                  <a:pt x="11462078" y="504713"/>
                </a:cubicBezTo>
                <a:cubicBezTo>
                  <a:pt x="11466142" y="503901"/>
                  <a:pt x="11468578" y="507150"/>
                  <a:pt x="11470203" y="510398"/>
                </a:cubicBezTo>
                <a:cubicBezTo>
                  <a:pt x="11479140" y="526640"/>
                  <a:pt x="11493766" y="539634"/>
                  <a:pt x="11505953" y="553440"/>
                </a:cubicBezTo>
                <a:cubicBezTo>
                  <a:pt x="11524641" y="574555"/>
                  <a:pt x="11535204" y="598107"/>
                  <a:pt x="11527892" y="626530"/>
                </a:cubicBezTo>
                <a:cubicBezTo>
                  <a:pt x="11525454" y="637900"/>
                  <a:pt x="11531954" y="645209"/>
                  <a:pt x="11538454" y="651706"/>
                </a:cubicBezTo>
                <a:cubicBezTo>
                  <a:pt x="11553079" y="667136"/>
                  <a:pt x="11552267" y="675257"/>
                  <a:pt x="11536017" y="687439"/>
                </a:cubicBezTo>
                <a:cubicBezTo>
                  <a:pt x="11518142" y="699620"/>
                  <a:pt x="11518142" y="699620"/>
                  <a:pt x="11532766" y="717486"/>
                </a:cubicBezTo>
                <a:cubicBezTo>
                  <a:pt x="11536017" y="721546"/>
                  <a:pt x="11538454" y="724796"/>
                  <a:pt x="11533579" y="729668"/>
                </a:cubicBezTo>
                <a:cubicBezTo>
                  <a:pt x="11517328" y="748346"/>
                  <a:pt x="11502704" y="767025"/>
                  <a:pt x="11485642" y="784891"/>
                </a:cubicBezTo>
                <a:cubicBezTo>
                  <a:pt x="11473453" y="798697"/>
                  <a:pt x="11458015" y="807630"/>
                  <a:pt x="11440140" y="811691"/>
                </a:cubicBezTo>
                <a:cubicBezTo>
                  <a:pt x="11428765" y="814940"/>
                  <a:pt x="11406827" y="844175"/>
                  <a:pt x="11406015" y="856357"/>
                </a:cubicBezTo>
                <a:cubicBezTo>
                  <a:pt x="11406015" y="860417"/>
                  <a:pt x="11406015" y="863665"/>
                  <a:pt x="11410890" y="865290"/>
                </a:cubicBezTo>
                <a:cubicBezTo>
                  <a:pt x="11436078" y="876660"/>
                  <a:pt x="11448265" y="898587"/>
                  <a:pt x="11458828" y="922137"/>
                </a:cubicBezTo>
                <a:cubicBezTo>
                  <a:pt x="11461266" y="927010"/>
                  <a:pt x="11462890" y="931071"/>
                  <a:pt x="11465328" y="935132"/>
                </a:cubicBezTo>
                <a:cubicBezTo>
                  <a:pt x="11473453" y="948125"/>
                  <a:pt x="11477517" y="959494"/>
                  <a:pt x="11471828" y="975737"/>
                </a:cubicBezTo>
                <a:lnTo>
                  <a:pt x="11481872" y="1017329"/>
                </a:lnTo>
                <a:lnTo>
                  <a:pt x="11491053" y="1017615"/>
                </a:lnTo>
                <a:cubicBezTo>
                  <a:pt x="11495689" y="1025332"/>
                  <a:pt x="11507666" y="1022245"/>
                  <a:pt x="11510371" y="1032664"/>
                </a:cubicBezTo>
                <a:cubicBezTo>
                  <a:pt x="11511144" y="1035751"/>
                  <a:pt x="11516553" y="1037681"/>
                  <a:pt x="11511530" y="1041926"/>
                </a:cubicBezTo>
                <a:cubicBezTo>
                  <a:pt x="11509985" y="1043083"/>
                  <a:pt x="11510371" y="1045398"/>
                  <a:pt x="11511917" y="1045784"/>
                </a:cubicBezTo>
                <a:cubicBezTo>
                  <a:pt x="11518099" y="1048099"/>
                  <a:pt x="11517712" y="1051572"/>
                  <a:pt x="11513848" y="1056202"/>
                </a:cubicBezTo>
                <a:cubicBezTo>
                  <a:pt x="11512689" y="1057746"/>
                  <a:pt x="11514234" y="1059675"/>
                  <a:pt x="11515007" y="1061219"/>
                </a:cubicBezTo>
                <a:cubicBezTo>
                  <a:pt x="11516553" y="1063535"/>
                  <a:pt x="11516939" y="1065850"/>
                  <a:pt x="11514621" y="1067780"/>
                </a:cubicBezTo>
                <a:cubicBezTo>
                  <a:pt x="11512303" y="1069708"/>
                  <a:pt x="11512689" y="1072024"/>
                  <a:pt x="11511917" y="1074339"/>
                </a:cubicBezTo>
                <a:cubicBezTo>
                  <a:pt x="11509985" y="1080127"/>
                  <a:pt x="11507666" y="1087459"/>
                  <a:pt x="11503417" y="1090160"/>
                </a:cubicBezTo>
                <a:cubicBezTo>
                  <a:pt x="11494145" y="1095948"/>
                  <a:pt x="11485257" y="1102123"/>
                  <a:pt x="11475984" y="1107524"/>
                </a:cubicBezTo>
                <a:cubicBezTo>
                  <a:pt x="11475212" y="1107524"/>
                  <a:pt x="11473666" y="1107524"/>
                  <a:pt x="11473280" y="1106753"/>
                </a:cubicBezTo>
                <a:cubicBezTo>
                  <a:pt x="11469416" y="1103279"/>
                  <a:pt x="11465940" y="1100193"/>
                  <a:pt x="11460917" y="1105209"/>
                </a:cubicBezTo>
                <a:cubicBezTo>
                  <a:pt x="11459371" y="1107138"/>
                  <a:pt x="11458212" y="1105209"/>
                  <a:pt x="11457826" y="1103665"/>
                </a:cubicBezTo>
                <a:cubicBezTo>
                  <a:pt x="11457245" y="1100386"/>
                  <a:pt x="11456182" y="1098746"/>
                  <a:pt x="11454686" y="1098408"/>
                </a:cubicBezTo>
                <a:lnTo>
                  <a:pt x="11451372" y="1099882"/>
                </a:lnTo>
                <a:lnTo>
                  <a:pt x="11439328" y="1147092"/>
                </a:lnTo>
                <a:cubicBezTo>
                  <a:pt x="11438514" y="1152777"/>
                  <a:pt x="11436890" y="1155213"/>
                  <a:pt x="11431203" y="1153588"/>
                </a:cubicBezTo>
                <a:cubicBezTo>
                  <a:pt x="11408453" y="1148715"/>
                  <a:pt x="11393826" y="1160897"/>
                  <a:pt x="11381639" y="1177140"/>
                </a:cubicBezTo>
                <a:cubicBezTo>
                  <a:pt x="11375952" y="1184449"/>
                  <a:pt x="11371076" y="1188509"/>
                  <a:pt x="11360513" y="1183637"/>
                </a:cubicBezTo>
                <a:cubicBezTo>
                  <a:pt x="11347513" y="1176327"/>
                  <a:pt x="11335326" y="1182824"/>
                  <a:pt x="11324763" y="1191757"/>
                </a:cubicBezTo>
                <a:cubicBezTo>
                  <a:pt x="11315826" y="1199067"/>
                  <a:pt x="11306887" y="1208000"/>
                  <a:pt x="11297950" y="1215309"/>
                </a:cubicBezTo>
                <a:cubicBezTo>
                  <a:pt x="11289013" y="1221805"/>
                  <a:pt x="11280887" y="1222617"/>
                  <a:pt x="11278450" y="1208812"/>
                </a:cubicBezTo>
                <a:cubicBezTo>
                  <a:pt x="11278450" y="1205564"/>
                  <a:pt x="11277637" y="1202315"/>
                  <a:pt x="11276013" y="1199067"/>
                </a:cubicBezTo>
                <a:cubicBezTo>
                  <a:pt x="11274386" y="1195006"/>
                  <a:pt x="11274386" y="1188509"/>
                  <a:pt x="11268700" y="1187697"/>
                </a:cubicBezTo>
                <a:cubicBezTo>
                  <a:pt x="11263825" y="1187697"/>
                  <a:pt x="11260574" y="1191757"/>
                  <a:pt x="11258137" y="1195006"/>
                </a:cubicBezTo>
                <a:cubicBezTo>
                  <a:pt x="11245949" y="1208812"/>
                  <a:pt x="11241074" y="1208000"/>
                  <a:pt x="11233763" y="1190945"/>
                </a:cubicBezTo>
                <a:cubicBezTo>
                  <a:pt x="11232136" y="1186885"/>
                  <a:pt x="11231324" y="1183637"/>
                  <a:pt x="11228886" y="1180388"/>
                </a:cubicBezTo>
                <a:cubicBezTo>
                  <a:pt x="11225638" y="1175515"/>
                  <a:pt x="11222388" y="1171455"/>
                  <a:pt x="11214263" y="1174703"/>
                </a:cubicBezTo>
                <a:cubicBezTo>
                  <a:pt x="11206949" y="1178764"/>
                  <a:pt x="11206949" y="1182012"/>
                  <a:pt x="11208574" y="1188509"/>
                </a:cubicBezTo>
                <a:cubicBezTo>
                  <a:pt x="11216698" y="1225054"/>
                  <a:pt x="11207761" y="1256726"/>
                  <a:pt x="11185823" y="1286774"/>
                </a:cubicBezTo>
                <a:cubicBezTo>
                  <a:pt x="11172822" y="1304641"/>
                  <a:pt x="11155760" y="1316010"/>
                  <a:pt x="11133822" y="1319258"/>
                </a:cubicBezTo>
                <a:cubicBezTo>
                  <a:pt x="11124072" y="1320883"/>
                  <a:pt x="11122447" y="1324131"/>
                  <a:pt x="11125698" y="1333064"/>
                </a:cubicBezTo>
                <a:cubicBezTo>
                  <a:pt x="11129760" y="1343621"/>
                  <a:pt x="11133010" y="1355803"/>
                  <a:pt x="11140324" y="1364736"/>
                </a:cubicBezTo>
                <a:lnTo>
                  <a:pt x="11139266" y="1369228"/>
                </a:lnTo>
                <a:lnTo>
                  <a:pt x="11297806" y="1320298"/>
                </a:lnTo>
                <a:cubicBezTo>
                  <a:pt x="11346667" y="1306668"/>
                  <a:pt x="11395972" y="1298990"/>
                  <a:pt x="11446716" y="1297193"/>
                </a:cubicBezTo>
                <a:cubicBezTo>
                  <a:pt x="11450759" y="1297888"/>
                  <a:pt x="11454727" y="1297592"/>
                  <a:pt x="11458695" y="1297294"/>
                </a:cubicBezTo>
                <a:cubicBezTo>
                  <a:pt x="11464722" y="1297842"/>
                  <a:pt x="11469756" y="1298463"/>
                  <a:pt x="11471267" y="1305334"/>
                </a:cubicBezTo>
                <a:cubicBezTo>
                  <a:pt x="11472853" y="1313196"/>
                  <a:pt x="11467049" y="1315626"/>
                  <a:pt x="11461171" y="1317063"/>
                </a:cubicBezTo>
                <a:cubicBezTo>
                  <a:pt x="11447431" y="1320086"/>
                  <a:pt x="11433616" y="1322116"/>
                  <a:pt x="11419876" y="1325139"/>
                </a:cubicBezTo>
                <a:cubicBezTo>
                  <a:pt x="11414990" y="1326502"/>
                  <a:pt x="11410177" y="1328857"/>
                  <a:pt x="11405440" y="1332204"/>
                </a:cubicBezTo>
                <a:cubicBezTo>
                  <a:pt x="11422823" y="1337888"/>
                  <a:pt x="11439614" y="1335635"/>
                  <a:pt x="11456257" y="1331398"/>
                </a:cubicBezTo>
                <a:cubicBezTo>
                  <a:pt x="11537559" y="1311352"/>
                  <a:pt x="11620298" y="1297185"/>
                  <a:pt x="11703928" y="1294923"/>
                </a:cubicBezTo>
                <a:cubicBezTo>
                  <a:pt x="11808389" y="1291103"/>
                  <a:pt x="11908828" y="1313524"/>
                  <a:pt x="12009562" y="1339913"/>
                </a:cubicBezTo>
                <a:lnTo>
                  <a:pt x="12145400" y="1382661"/>
                </a:lnTo>
                <a:lnTo>
                  <a:pt x="12141852" y="1377822"/>
                </a:lnTo>
                <a:cubicBezTo>
                  <a:pt x="12137860" y="1376315"/>
                  <a:pt x="12136786" y="1373220"/>
                  <a:pt x="12137943" y="1369063"/>
                </a:cubicBezTo>
                <a:cubicBezTo>
                  <a:pt x="12138426" y="1366296"/>
                  <a:pt x="12137362" y="1364064"/>
                  <a:pt x="12136466" y="1361485"/>
                </a:cubicBezTo>
                <a:cubicBezTo>
                  <a:pt x="12133968" y="1355127"/>
                  <a:pt x="12134240" y="1349254"/>
                  <a:pt x="12139010" y="1343848"/>
                </a:cubicBezTo>
                <a:cubicBezTo>
                  <a:pt x="12141736" y="1340883"/>
                  <a:pt x="12142546" y="1336557"/>
                  <a:pt x="12140082" y="1332787"/>
                </a:cubicBezTo>
                <a:cubicBezTo>
                  <a:pt x="12140754" y="1331399"/>
                  <a:pt x="12141428" y="1330011"/>
                  <a:pt x="12142101" y="1328622"/>
                </a:cubicBezTo>
                <a:cubicBezTo>
                  <a:pt x="12146074" y="1328403"/>
                  <a:pt x="12148474" y="1326995"/>
                  <a:pt x="12150316" y="1322313"/>
                </a:cubicBezTo>
                <a:cubicBezTo>
                  <a:pt x="12153001" y="1315896"/>
                  <a:pt x="12158138" y="1312384"/>
                  <a:pt x="12165766" y="1314368"/>
                </a:cubicBezTo>
                <a:cubicBezTo>
                  <a:pt x="12169062" y="1315538"/>
                  <a:pt x="12169546" y="1312771"/>
                  <a:pt x="12170557" y="1310688"/>
                </a:cubicBezTo>
                <a:cubicBezTo>
                  <a:pt x="12172241" y="1307216"/>
                  <a:pt x="12173968" y="1307197"/>
                  <a:pt x="12175571" y="1310976"/>
                </a:cubicBezTo>
                <a:cubicBezTo>
                  <a:pt x="12178057" y="1316471"/>
                  <a:pt x="12180839" y="1317820"/>
                  <a:pt x="12184744" y="1312425"/>
                </a:cubicBezTo>
                <a:cubicBezTo>
                  <a:pt x="12185765" y="1311205"/>
                  <a:pt x="12187650" y="1309974"/>
                  <a:pt x="12188199" y="1312384"/>
                </a:cubicBezTo>
                <a:lnTo>
                  <a:pt x="12192528" y="1316854"/>
                </a:lnTo>
                <a:lnTo>
                  <a:pt x="12192528" y="1502417"/>
                </a:lnTo>
                <a:lnTo>
                  <a:pt x="12172292" y="1494365"/>
                </a:lnTo>
                <a:cubicBezTo>
                  <a:pt x="12133996" y="1481008"/>
                  <a:pt x="12095051" y="1469281"/>
                  <a:pt x="12055557" y="1459253"/>
                </a:cubicBezTo>
                <a:lnTo>
                  <a:pt x="12041903" y="1456628"/>
                </a:lnTo>
                <a:lnTo>
                  <a:pt x="12041538" y="1462401"/>
                </a:lnTo>
                <a:cubicBezTo>
                  <a:pt x="12041767" y="1466401"/>
                  <a:pt x="12041645" y="1470229"/>
                  <a:pt x="12042045" y="1473880"/>
                </a:cubicBezTo>
                <a:lnTo>
                  <a:pt x="12045528" y="1483851"/>
                </a:lnTo>
                <a:lnTo>
                  <a:pt x="12181815" y="1525576"/>
                </a:lnTo>
                <a:lnTo>
                  <a:pt x="12192528" y="1530531"/>
                </a:lnTo>
                <a:lnTo>
                  <a:pt x="12192528" y="1654878"/>
                </a:lnTo>
                <a:lnTo>
                  <a:pt x="12189630" y="1653690"/>
                </a:lnTo>
                <a:cubicBezTo>
                  <a:pt x="12185270" y="1651613"/>
                  <a:pt x="12182105" y="1649447"/>
                  <a:pt x="12176969" y="1645025"/>
                </a:cubicBezTo>
                <a:cubicBezTo>
                  <a:pt x="12176969" y="1645025"/>
                  <a:pt x="12174400" y="1642814"/>
                  <a:pt x="12174400" y="1642814"/>
                </a:cubicBezTo>
                <a:cubicBezTo>
                  <a:pt x="12174400" y="1642814"/>
                  <a:pt x="12174400" y="1642814"/>
                  <a:pt x="12172010" y="1642993"/>
                </a:cubicBezTo>
                <a:cubicBezTo>
                  <a:pt x="12172010" y="1642993"/>
                  <a:pt x="12172189" y="1645382"/>
                  <a:pt x="12172189" y="1645382"/>
                </a:cubicBezTo>
                <a:cubicBezTo>
                  <a:pt x="12172189" y="1645382"/>
                  <a:pt x="12169798" y="1645561"/>
                  <a:pt x="12167232" y="1643350"/>
                </a:cubicBezTo>
                <a:cubicBezTo>
                  <a:pt x="12167232" y="1643350"/>
                  <a:pt x="12167232" y="1643350"/>
                  <a:pt x="12169620" y="1643171"/>
                </a:cubicBezTo>
                <a:cubicBezTo>
                  <a:pt x="12169620" y="1643171"/>
                  <a:pt x="12169620" y="1643171"/>
                  <a:pt x="12169442" y="1640781"/>
                </a:cubicBezTo>
                <a:cubicBezTo>
                  <a:pt x="12167053" y="1640960"/>
                  <a:pt x="12167053" y="1640960"/>
                  <a:pt x="12164664" y="1641139"/>
                </a:cubicBezTo>
                <a:cubicBezTo>
                  <a:pt x="12162096" y="1638928"/>
                  <a:pt x="12162096" y="1638928"/>
                  <a:pt x="12162096" y="1638928"/>
                </a:cubicBezTo>
                <a:cubicBezTo>
                  <a:pt x="12159527" y="1636718"/>
                  <a:pt x="12147224" y="1632831"/>
                  <a:pt x="12154927" y="1639464"/>
                </a:cubicBezTo>
                <a:cubicBezTo>
                  <a:pt x="12152359" y="1637253"/>
                  <a:pt x="12152359" y="1637253"/>
                  <a:pt x="12149969" y="1637432"/>
                </a:cubicBezTo>
                <a:cubicBezTo>
                  <a:pt x="12149969" y="1637432"/>
                  <a:pt x="12150149" y="1639821"/>
                  <a:pt x="12152538" y="1639642"/>
                </a:cubicBezTo>
                <a:cubicBezTo>
                  <a:pt x="12152538" y="1639642"/>
                  <a:pt x="12152717" y="1642032"/>
                  <a:pt x="12155105" y="1641854"/>
                </a:cubicBezTo>
                <a:cubicBezTo>
                  <a:pt x="12152717" y="1642032"/>
                  <a:pt x="12150327" y="1642211"/>
                  <a:pt x="12150327" y="1642211"/>
                </a:cubicBezTo>
                <a:cubicBezTo>
                  <a:pt x="12147759" y="1640001"/>
                  <a:pt x="12142802" y="1637968"/>
                  <a:pt x="12135455" y="1636114"/>
                </a:cubicBezTo>
                <a:cubicBezTo>
                  <a:pt x="12125540" y="1632051"/>
                  <a:pt x="12115625" y="1627985"/>
                  <a:pt x="12108279" y="1626133"/>
                </a:cubicBezTo>
                <a:cubicBezTo>
                  <a:pt x="12105888" y="1626311"/>
                  <a:pt x="12105711" y="1623922"/>
                  <a:pt x="12105711" y="1623922"/>
                </a:cubicBezTo>
                <a:cubicBezTo>
                  <a:pt x="12105711" y="1623922"/>
                  <a:pt x="12103321" y="1624101"/>
                  <a:pt x="12103321" y="1624101"/>
                </a:cubicBezTo>
                <a:cubicBezTo>
                  <a:pt x="12098542" y="1624458"/>
                  <a:pt x="12093586" y="1622426"/>
                  <a:pt x="12091016" y="1620214"/>
                </a:cubicBezTo>
                <a:cubicBezTo>
                  <a:pt x="12088628" y="1620393"/>
                  <a:pt x="12083670" y="1618361"/>
                  <a:pt x="12081281" y="1618540"/>
                </a:cubicBezTo>
                <a:cubicBezTo>
                  <a:pt x="12076323" y="1616508"/>
                  <a:pt x="12068797" y="1612265"/>
                  <a:pt x="12063841" y="1610233"/>
                </a:cubicBezTo>
                <a:cubicBezTo>
                  <a:pt x="12063662" y="1607843"/>
                  <a:pt x="12063662" y="1607843"/>
                  <a:pt x="12063662" y="1607843"/>
                </a:cubicBezTo>
                <a:cubicBezTo>
                  <a:pt x="12061272" y="1608022"/>
                  <a:pt x="12061272" y="1608022"/>
                  <a:pt x="12058883" y="1608200"/>
                </a:cubicBezTo>
                <a:cubicBezTo>
                  <a:pt x="12056314" y="1605990"/>
                  <a:pt x="12056494" y="1608380"/>
                  <a:pt x="12056494" y="1608380"/>
                </a:cubicBezTo>
                <a:cubicBezTo>
                  <a:pt x="12059062" y="1610589"/>
                  <a:pt x="12059062" y="1610589"/>
                  <a:pt x="12059062" y="1610589"/>
                </a:cubicBezTo>
                <a:cubicBezTo>
                  <a:pt x="12054103" y="1608558"/>
                  <a:pt x="12046399" y="1601925"/>
                  <a:pt x="12041800" y="1604673"/>
                </a:cubicBezTo>
                <a:cubicBezTo>
                  <a:pt x="12041620" y="1602283"/>
                  <a:pt x="12041620" y="1602283"/>
                  <a:pt x="12039231" y="1602462"/>
                </a:cubicBezTo>
                <a:cubicBezTo>
                  <a:pt x="12036664" y="1600250"/>
                  <a:pt x="12036842" y="1602640"/>
                  <a:pt x="12036842" y="1602640"/>
                </a:cubicBezTo>
                <a:cubicBezTo>
                  <a:pt x="12029317" y="1598396"/>
                  <a:pt x="12022505" y="1603712"/>
                  <a:pt x="12019759" y="1599111"/>
                </a:cubicBezTo>
                <a:cubicBezTo>
                  <a:pt x="12022149" y="1598933"/>
                  <a:pt x="12022149" y="1598933"/>
                  <a:pt x="12022149" y="1598933"/>
                </a:cubicBezTo>
                <a:cubicBezTo>
                  <a:pt x="12027106" y="1600965"/>
                  <a:pt x="12029495" y="1600787"/>
                  <a:pt x="12029317" y="1598396"/>
                </a:cubicBezTo>
                <a:cubicBezTo>
                  <a:pt x="12029317" y="1598396"/>
                  <a:pt x="12026748" y="1596186"/>
                  <a:pt x="12024359" y="1596365"/>
                </a:cubicBezTo>
                <a:cubicBezTo>
                  <a:pt x="12021792" y="1594155"/>
                  <a:pt x="12021792" y="1594155"/>
                  <a:pt x="12021792" y="1594155"/>
                </a:cubicBezTo>
                <a:cubicBezTo>
                  <a:pt x="12021434" y="1589376"/>
                  <a:pt x="12028780" y="1591229"/>
                  <a:pt x="12031528" y="1595829"/>
                </a:cubicBezTo>
                <a:cubicBezTo>
                  <a:pt x="12028780" y="1591229"/>
                  <a:pt x="12040908" y="1592726"/>
                  <a:pt x="12033559" y="1590872"/>
                </a:cubicBezTo>
                <a:cubicBezTo>
                  <a:pt x="12029139" y="1596009"/>
                  <a:pt x="12025677" y="1581850"/>
                  <a:pt x="12016298" y="1584954"/>
                </a:cubicBezTo>
                <a:cubicBezTo>
                  <a:pt x="12013730" y="1582743"/>
                  <a:pt x="12013730" y="1582743"/>
                  <a:pt x="12013730" y="1582743"/>
                </a:cubicBezTo>
                <a:cubicBezTo>
                  <a:pt x="12013730" y="1582743"/>
                  <a:pt x="12011341" y="1582922"/>
                  <a:pt x="12011341" y="1582922"/>
                </a:cubicBezTo>
                <a:cubicBezTo>
                  <a:pt x="12008772" y="1580712"/>
                  <a:pt x="12008951" y="1583101"/>
                  <a:pt x="12008951" y="1583101"/>
                </a:cubicBezTo>
                <a:cubicBezTo>
                  <a:pt x="12011341" y="1582922"/>
                  <a:pt x="12011519" y="1585311"/>
                  <a:pt x="12011519" y="1585311"/>
                </a:cubicBezTo>
                <a:cubicBezTo>
                  <a:pt x="12009130" y="1585491"/>
                  <a:pt x="12004172" y="1583457"/>
                  <a:pt x="12004351" y="1585847"/>
                </a:cubicBezTo>
                <a:cubicBezTo>
                  <a:pt x="12006919" y="1588059"/>
                  <a:pt x="12001961" y="1586026"/>
                  <a:pt x="12002139" y="1588415"/>
                </a:cubicBezTo>
                <a:cubicBezTo>
                  <a:pt x="12007099" y="1590447"/>
                  <a:pt x="12009487" y="1590269"/>
                  <a:pt x="12014444" y="1592300"/>
                </a:cubicBezTo>
                <a:cubicBezTo>
                  <a:pt x="12012055" y="1592480"/>
                  <a:pt x="12012055" y="1592480"/>
                  <a:pt x="12012055" y="1592480"/>
                </a:cubicBezTo>
                <a:cubicBezTo>
                  <a:pt x="12009665" y="1592658"/>
                  <a:pt x="12007275" y="1592837"/>
                  <a:pt x="12007456" y="1595226"/>
                </a:cubicBezTo>
                <a:lnTo>
                  <a:pt x="12011728" y="1596978"/>
                </a:lnTo>
                <a:lnTo>
                  <a:pt x="12007291" y="1597041"/>
                </a:lnTo>
                <a:cubicBezTo>
                  <a:pt x="12003916" y="1596092"/>
                  <a:pt x="12000197" y="1594568"/>
                  <a:pt x="11995331" y="1593730"/>
                </a:cubicBezTo>
                <a:cubicBezTo>
                  <a:pt x="12010380" y="1602216"/>
                  <a:pt x="11993119" y="1596298"/>
                  <a:pt x="11988697" y="1601434"/>
                </a:cubicBezTo>
                <a:cubicBezTo>
                  <a:pt x="11986129" y="1599224"/>
                  <a:pt x="11990908" y="1598866"/>
                  <a:pt x="11990908" y="1598866"/>
                </a:cubicBezTo>
                <a:cubicBezTo>
                  <a:pt x="11990730" y="1596477"/>
                  <a:pt x="11990730" y="1596477"/>
                  <a:pt x="11990730" y="1596477"/>
                </a:cubicBezTo>
                <a:cubicBezTo>
                  <a:pt x="11993119" y="1596298"/>
                  <a:pt x="11993119" y="1596298"/>
                  <a:pt x="11990551" y="1594088"/>
                </a:cubicBezTo>
                <a:cubicBezTo>
                  <a:pt x="11990551" y="1594088"/>
                  <a:pt x="11988160" y="1594266"/>
                  <a:pt x="11985771" y="1594444"/>
                </a:cubicBezTo>
                <a:cubicBezTo>
                  <a:pt x="11983384" y="1594622"/>
                  <a:pt x="11983384" y="1594622"/>
                  <a:pt x="11983384" y="1594622"/>
                </a:cubicBezTo>
                <a:cubicBezTo>
                  <a:pt x="11980814" y="1592413"/>
                  <a:pt x="11983024" y="1589845"/>
                  <a:pt x="11978246" y="1590202"/>
                </a:cubicBezTo>
                <a:cubicBezTo>
                  <a:pt x="11980635" y="1590023"/>
                  <a:pt x="11980635" y="1590023"/>
                  <a:pt x="11983024" y="1589845"/>
                </a:cubicBezTo>
                <a:cubicBezTo>
                  <a:pt x="11985414" y="1589666"/>
                  <a:pt x="11985235" y="1587276"/>
                  <a:pt x="11982847" y="1587455"/>
                </a:cubicBezTo>
                <a:cubicBezTo>
                  <a:pt x="11982668" y="1585065"/>
                  <a:pt x="11980279" y="1585244"/>
                  <a:pt x="11977889" y="1585423"/>
                </a:cubicBezTo>
                <a:cubicBezTo>
                  <a:pt x="11975499" y="1585601"/>
                  <a:pt x="11975499" y="1585601"/>
                  <a:pt x="11973110" y="1585780"/>
                </a:cubicBezTo>
                <a:cubicBezTo>
                  <a:pt x="11968332" y="1586138"/>
                  <a:pt x="11963730" y="1588884"/>
                  <a:pt x="11968688" y="1590916"/>
                </a:cubicBezTo>
                <a:cubicBezTo>
                  <a:pt x="11966300" y="1591096"/>
                  <a:pt x="11966300" y="1591096"/>
                  <a:pt x="11966478" y="1593484"/>
                </a:cubicBezTo>
                <a:cubicBezTo>
                  <a:pt x="11966478" y="1593484"/>
                  <a:pt x="11966478" y="1593484"/>
                  <a:pt x="11969047" y="1595695"/>
                </a:cubicBezTo>
                <a:cubicBezTo>
                  <a:pt x="11966656" y="1595873"/>
                  <a:pt x="11961699" y="1593842"/>
                  <a:pt x="11956920" y="1594199"/>
                </a:cubicBezTo>
                <a:cubicBezTo>
                  <a:pt x="11961699" y="1593842"/>
                  <a:pt x="11966656" y="1595873"/>
                  <a:pt x="11964088" y="1593664"/>
                </a:cubicBezTo>
                <a:cubicBezTo>
                  <a:pt x="11961342" y="1589063"/>
                  <a:pt x="11956920" y="1594199"/>
                  <a:pt x="11954174" y="1589599"/>
                </a:cubicBezTo>
                <a:cubicBezTo>
                  <a:pt x="11953994" y="1587209"/>
                  <a:pt x="11953994" y="1587209"/>
                  <a:pt x="11953994" y="1587209"/>
                </a:cubicBezTo>
                <a:cubicBezTo>
                  <a:pt x="11953994" y="1587209"/>
                  <a:pt x="11953994" y="1587209"/>
                  <a:pt x="11951606" y="1587387"/>
                </a:cubicBezTo>
                <a:cubicBezTo>
                  <a:pt x="11951606" y="1587387"/>
                  <a:pt x="11951606" y="1587387"/>
                  <a:pt x="11949216" y="1587567"/>
                </a:cubicBezTo>
                <a:cubicBezTo>
                  <a:pt x="11949395" y="1589957"/>
                  <a:pt x="11949395" y="1589957"/>
                  <a:pt x="11949395" y="1589957"/>
                </a:cubicBezTo>
                <a:cubicBezTo>
                  <a:pt x="11946826" y="1587745"/>
                  <a:pt x="11946826" y="1587745"/>
                  <a:pt x="11944259" y="1585534"/>
                </a:cubicBezTo>
                <a:lnTo>
                  <a:pt x="11934701" y="1586249"/>
                </a:lnTo>
                <a:lnTo>
                  <a:pt x="11926526" y="1585359"/>
                </a:lnTo>
                <a:cubicBezTo>
                  <a:pt x="11925009" y="1585171"/>
                  <a:pt x="11923770" y="1584664"/>
                  <a:pt x="11920008" y="1582542"/>
                </a:cubicBezTo>
                <a:cubicBezTo>
                  <a:pt x="11922397" y="1582364"/>
                  <a:pt x="11922218" y="1579974"/>
                  <a:pt x="11922218" y="1579974"/>
                </a:cubicBezTo>
                <a:cubicBezTo>
                  <a:pt x="11922218" y="1579974"/>
                  <a:pt x="11919829" y="1580152"/>
                  <a:pt x="11919829" y="1580152"/>
                </a:cubicBezTo>
                <a:cubicBezTo>
                  <a:pt x="11919651" y="1577764"/>
                  <a:pt x="11919651" y="1577764"/>
                  <a:pt x="11919651" y="1577764"/>
                </a:cubicBezTo>
                <a:cubicBezTo>
                  <a:pt x="11934344" y="1581471"/>
                  <a:pt x="11922040" y="1577585"/>
                  <a:pt x="11921861" y="1575196"/>
                </a:cubicBezTo>
                <a:cubicBezTo>
                  <a:pt x="11929208" y="1577049"/>
                  <a:pt x="11936555" y="1578902"/>
                  <a:pt x="11943723" y="1578366"/>
                </a:cubicBezTo>
                <a:cubicBezTo>
                  <a:pt x="11943901" y="1580756"/>
                  <a:pt x="11943901" y="1580756"/>
                  <a:pt x="11943901" y="1580756"/>
                </a:cubicBezTo>
                <a:cubicBezTo>
                  <a:pt x="11948858" y="1582788"/>
                  <a:pt x="11951248" y="1582609"/>
                  <a:pt x="11953637" y="1582431"/>
                </a:cubicBezTo>
                <a:cubicBezTo>
                  <a:pt x="11948680" y="1580398"/>
                  <a:pt x="11946291" y="1580578"/>
                  <a:pt x="11946112" y="1578188"/>
                </a:cubicBezTo>
                <a:cubicBezTo>
                  <a:pt x="11953458" y="1580041"/>
                  <a:pt x="11953279" y="1577651"/>
                  <a:pt x="11958237" y="1579684"/>
                </a:cubicBezTo>
                <a:cubicBezTo>
                  <a:pt x="11958237" y="1579684"/>
                  <a:pt x="11960629" y="1579505"/>
                  <a:pt x="11960807" y="1581895"/>
                </a:cubicBezTo>
                <a:cubicBezTo>
                  <a:pt x="11963195" y="1581716"/>
                  <a:pt x="11963195" y="1581716"/>
                  <a:pt x="11963195" y="1581716"/>
                </a:cubicBezTo>
                <a:cubicBezTo>
                  <a:pt x="11965586" y="1581537"/>
                  <a:pt x="11967974" y="1581359"/>
                  <a:pt x="11965405" y="1579148"/>
                </a:cubicBezTo>
                <a:cubicBezTo>
                  <a:pt x="11962837" y="1576937"/>
                  <a:pt x="11962837" y="1576937"/>
                  <a:pt x="11962837" y="1576937"/>
                </a:cubicBezTo>
                <a:cubicBezTo>
                  <a:pt x="11962659" y="1574548"/>
                  <a:pt x="11960269" y="1574727"/>
                  <a:pt x="11957881" y="1574905"/>
                </a:cubicBezTo>
                <a:cubicBezTo>
                  <a:pt x="11955491" y="1575084"/>
                  <a:pt x="11955491" y="1575084"/>
                  <a:pt x="11955491" y="1575084"/>
                </a:cubicBezTo>
                <a:cubicBezTo>
                  <a:pt x="11955670" y="1577473"/>
                  <a:pt x="11955670" y="1577473"/>
                  <a:pt x="11955670" y="1577473"/>
                </a:cubicBezTo>
                <a:cubicBezTo>
                  <a:pt x="11948502" y="1578008"/>
                  <a:pt x="11931240" y="1572091"/>
                  <a:pt x="11921682" y="1572806"/>
                </a:cubicBezTo>
                <a:cubicBezTo>
                  <a:pt x="11919114" y="1570595"/>
                  <a:pt x="11919114" y="1570595"/>
                  <a:pt x="11919114" y="1570595"/>
                </a:cubicBezTo>
                <a:cubicBezTo>
                  <a:pt x="11919114" y="1570595"/>
                  <a:pt x="11919114" y="1570595"/>
                  <a:pt x="11916724" y="1570775"/>
                </a:cubicBezTo>
                <a:cubicBezTo>
                  <a:pt x="11916724" y="1570775"/>
                  <a:pt x="11914336" y="1570953"/>
                  <a:pt x="11914336" y="1570953"/>
                </a:cubicBezTo>
                <a:cubicBezTo>
                  <a:pt x="11909557" y="1571310"/>
                  <a:pt x="11902210" y="1569456"/>
                  <a:pt x="11899642" y="1567246"/>
                </a:cubicBezTo>
                <a:cubicBezTo>
                  <a:pt x="11899820" y="1569635"/>
                  <a:pt x="11899820" y="1569635"/>
                  <a:pt x="11899820" y="1569635"/>
                </a:cubicBezTo>
                <a:cubicBezTo>
                  <a:pt x="11897253" y="1567424"/>
                  <a:pt x="11897253" y="1567424"/>
                  <a:pt x="11897253" y="1567424"/>
                </a:cubicBezTo>
                <a:cubicBezTo>
                  <a:pt x="11897253" y="1567424"/>
                  <a:pt x="11894685" y="1565213"/>
                  <a:pt x="11892295" y="1565391"/>
                </a:cubicBezTo>
                <a:cubicBezTo>
                  <a:pt x="11892295" y="1565391"/>
                  <a:pt x="11889906" y="1565571"/>
                  <a:pt x="11890083" y="1567961"/>
                </a:cubicBezTo>
                <a:cubicBezTo>
                  <a:pt x="11866012" y="1567357"/>
                  <a:pt x="11853529" y="1561082"/>
                  <a:pt x="11836982" y="1564722"/>
                </a:cubicBezTo>
                <a:cubicBezTo>
                  <a:pt x="11836803" y="1562333"/>
                  <a:pt x="11834416" y="1562511"/>
                  <a:pt x="11832026" y="1562690"/>
                </a:cubicBezTo>
                <a:cubicBezTo>
                  <a:pt x="11832026" y="1562690"/>
                  <a:pt x="11829635" y="1562868"/>
                  <a:pt x="11829635" y="1562868"/>
                </a:cubicBezTo>
                <a:cubicBezTo>
                  <a:pt x="11829813" y="1565258"/>
                  <a:pt x="11829813" y="1565258"/>
                  <a:pt x="11829813" y="1565258"/>
                </a:cubicBezTo>
                <a:cubicBezTo>
                  <a:pt x="11827068" y="1560658"/>
                  <a:pt x="11819899" y="1561194"/>
                  <a:pt x="11815120" y="1561551"/>
                </a:cubicBezTo>
                <a:cubicBezTo>
                  <a:pt x="11815120" y="1561551"/>
                  <a:pt x="11812730" y="1561730"/>
                  <a:pt x="11812730" y="1561730"/>
                </a:cubicBezTo>
                <a:cubicBezTo>
                  <a:pt x="11810163" y="1559519"/>
                  <a:pt x="11810163" y="1559519"/>
                  <a:pt x="11807953" y="1562088"/>
                </a:cubicBezTo>
                <a:cubicBezTo>
                  <a:pt x="11805563" y="1562266"/>
                  <a:pt x="11805563" y="1562266"/>
                  <a:pt x="11805563" y="1562266"/>
                </a:cubicBezTo>
                <a:cubicBezTo>
                  <a:pt x="11805563" y="1562266"/>
                  <a:pt x="11805385" y="1559876"/>
                  <a:pt x="11802995" y="1560055"/>
                </a:cubicBezTo>
                <a:cubicBezTo>
                  <a:pt x="11802995" y="1560055"/>
                  <a:pt x="11802995" y="1560055"/>
                  <a:pt x="11800605" y="1560235"/>
                </a:cubicBezTo>
                <a:cubicBezTo>
                  <a:pt x="11796005" y="1562981"/>
                  <a:pt x="11785913" y="1556526"/>
                  <a:pt x="11786270" y="1561305"/>
                </a:cubicBezTo>
                <a:cubicBezTo>
                  <a:pt x="11786270" y="1561305"/>
                  <a:pt x="11786270" y="1561305"/>
                  <a:pt x="11783880" y="1561484"/>
                </a:cubicBezTo>
                <a:cubicBezTo>
                  <a:pt x="11781491" y="1561662"/>
                  <a:pt x="11779101" y="1561842"/>
                  <a:pt x="11779101" y="1561842"/>
                </a:cubicBezTo>
                <a:cubicBezTo>
                  <a:pt x="11779101" y="1561842"/>
                  <a:pt x="11776711" y="1562020"/>
                  <a:pt x="11776711" y="1562020"/>
                </a:cubicBezTo>
                <a:cubicBezTo>
                  <a:pt x="11773965" y="1557420"/>
                  <a:pt x="11764764" y="1562913"/>
                  <a:pt x="11759986" y="1563271"/>
                </a:cubicBezTo>
                <a:cubicBezTo>
                  <a:pt x="11752817" y="1563806"/>
                  <a:pt x="11757240" y="1558670"/>
                  <a:pt x="11750071" y="1559207"/>
                </a:cubicBezTo>
                <a:cubicBezTo>
                  <a:pt x="11750071" y="1559207"/>
                  <a:pt x="11747681" y="1559384"/>
                  <a:pt x="11747503" y="1556995"/>
                </a:cubicBezTo>
                <a:cubicBezTo>
                  <a:pt x="11747503" y="1556995"/>
                  <a:pt x="11745114" y="1557175"/>
                  <a:pt x="11745114" y="1557175"/>
                </a:cubicBezTo>
                <a:cubicBezTo>
                  <a:pt x="11742726" y="1557353"/>
                  <a:pt x="11742726" y="1557353"/>
                  <a:pt x="11745293" y="1559563"/>
                </a:cubicBezTo>
                <a:cubicBezTo>
                  <a:pt x="11745293" y="1559563"/>
                  <a:pt x="11745293" y="1559563"/>
                  <a:pt x="11747681" y="1559384"/>
                </a:cubicBezTo>
                <a:cubicBezTo>
                  <a:pt x="11743082" y="1562131"/>
                  <a:pt x="11738124" y="1560099"/>
                  <a:pt x="11738304" y="1562489"/>
                </a:cubicBezTo>
                <a:cubicBezTo>
                  <a:pt x="11730957" y="1560636"/>
                  <a:pt x="11738124" y="1560099"/>
                  <a:pt x="11737946" y="1557710"/>
                </a:cubicBezTo>
                <a:lnTo>
                  <a:pt x="11740023" y="1555298"/>
                </a:lnTo>
                <a:lnTo>
                  <a:pt x="11753411" y="1555164"/>
                </a:lnTo>
                <a:cubicBezTo>
                  <a:pt x="11766989" y="1554487"/>
                  <a:pt x="11775400" y="1552507"/>
                  <a:pt x="11787943" y="1551570"/>
                </a:cubicBezTo>
                <a:cubicBezTo>
                  <a:pt x="11787943" y="1551570"/>
                  <a:pt x="11788121" y="1553958"/>
                  <a:pt x="11790511" y="1553780"/>
                </a:cubicBezTo>
                <a:cubicBezTo>
                  <a:pt x="11790511" y="1553780"/>
                  <a:pt x="11792903" y="1553602"/>
                  <a:pt x="11792903" y="1553602"/>
                </a:cubicBezTo>
                <a:cubicBezTo>
                  <a:pt x="11800070" y="1553065"/>
                  <a:pt x="11802458" y="1552887"/>
                  <a:pt x="11804670" y="1550319"/>
                </a:cubicBezTo>
                <a:cubicBezTo>
                  <a:pt x="11795112" y="1551033"/>
                  <a:pt x="11795112" y="1551033"/>
                  <a:pt x="11795112" y="1551033"/>
                </a:cubicBezTo>
                <a:cubicBezTo>
                  <a:pt x="11795112" y="1551033"/>
                  <a:pt x="11797500" y="1550855"/>
                  <a:pt x="11797322" y="1548465"/>
                </a:cubicBezTo>
                <a:cubicBezTo>
                  <a:pt x="11797322" y="1548465"/>
                  <a:pt x="11794933" y="1548644"/>
                  <a:pt x="11794933" y="1548644"/>
                </a:cubicBezTo>
                <a:cubicBezTo>
                  <a:pt x="11792544" y="1548822"/>
                  <a:pt x="11792544" y="1548822"/>
                  <a:pt x="11792544" y="1548822"/>
                </a:cubicBezTo>
                <a:cubicBezTo>
                  <a:pt x="11790155" y="1549000"/>
                  <a:pt x="11790155" y="1549000"/>
                  <a:pt x="11790155" y="1549000"/>
                </a:cubicBezTo>
                <a:cubicBezTo>
                  <a:pt x="11785019" y="1544581"/>
                  <a:pt x="11782272" y="1539979"/>
                  <a:pt x="11765367" y="1538841"/>
                </a:cubicBezTo>
                <a:cubicBezTo>
                  <a:pt x="11752706" y="1530176"/>
                  <a:pt x="11728276" y="1524794"/>
                  <a:pt x="11711194" y="1521266"/>
                </a:cubicBezTo>
                <a:cubicBezTo>
                  <a:pt x="11708805" y="1521445"/>
                  <a:pt x="11708625" y="1519056"/>
                  <a:pt x="11708625" y="1519056"/>
                </a:cubicBezTo>
                <a:cubicBezTo>
                  <a:pt x="11708625" y="1519056"/>
                  <a:pt x="11708447" y="1516666"/>
                  <a:pt x="11706058" y="1516845"/>
                </a:cubicBezTo>
                <a:cubicBezTo>
                  <a:pt x="11706058" y="1516845"/>
                  <a:pt x="11708447" y="1516666"/>
                  <a:pt x="11708268" y="1514276"/>
                </a:cubicBezTo>
                <a:cubicBezTo>
                  <a:pt x="11703489" y="1514633"/>
                  <a:pt x="11701100" y="1514813"/>
                  <a:pt x="11701100" y="1514813"/>
                </a:cubicBezTo>
                <a:cubicBezTo>
                  <a:pt x="11686406" y="1511104"/>
                  <a:pt x="11667113" y="1510146"/>
                  <a:pt x="11654987" y="1508649"/>
                </a:cubicBezTo>
                <a:cubicBezTo>
                  <a:pt x="11652419" y="1506439"/>
                  <a:pt x="11657198" y="1506081"/>
                  <a:pt x="11659587" y="1505903"/>
                </a:cubicBezTo>
                <a:cubicBezTo>
                  <a:pt x="11652240" y="1504049"/>
                  <a:pt x="11623211" y="1501414"/>
                  <a:pt x="11629842" y="1493709"/>
                </a:cubicBezTo>
                <a:cubicBezTo>
                  <a:pt x="11634621" y="1493352"/>
                  <a:pt x="11634621" y="1493352"/>
                  <a:pt x="11634621" y="1493352"/>
                </a:cubicBezTo>
                <a:cubicBezTo>
                  <a:pt x="11637011" y="1493173"/>
                  <a:pt x="11637011" y="1493173"/>
                  <a:pt x="11637011" y="1493173"/>
                </a:cubicBezTo>
                <a:cubicBezTo>
                  <a:pt x="11637011" y="1493173"/>
                  <a:pt x="11636832" y="1490784"/>
                  <a:pt x="11634444" y="1490964"/>
                </a:cubicBezTo>
                <a:cubicBezTo>
                  <a:pt x="11629664" y="1491320"/>
                  <a:pt x="11629664" y="1491320"/>
                  <a:pt x="11629664" y="1491320"/>
                </a:cubicBezTo>
                <a:cubicBezTo>
                  <a:pt x="11639043" y="1488216"/>
                  <a:pt x="11653559" y="1489534"/>
                  <a:pt x="11667895" y="1488462"/>
                </a:cubicBezTo>
                <a:cubicBezTo>
                  <a:pt x="11678948" y="1475621"/>
                  <a:pt x="11637614" y="1469101"/>
                  <a:pt x="11603984" y="1469213"/>
                </a:cubicBezTo>
                <a:cubicBezTo>
                  <a:pt x="11601416" y="1467001"/>
                  <a:pt x="11603626" y="1464433"/>
                  <a:pt x="11596100" y="1460191"/>
                </a:cubicBezTo>
                <a:cubicBezTo>
                  <a:pt x="11603448" y="1462044"/>
                  <a:pt x="11603269" y="1459656"/>
                  <a:pt x="11603090" y="1457266"/>
                </a:cubicBezTo>
                <a:cubicBezTo>
                  <a:pt x="11622206" y="1455837"/>
                  <a:pt x="11641498" y="1456797"/>
                  <a:pt x="11660615" y="1455368"/>
                </a:cubicBezTo>
                <a:cubicBezTo>
                  <a:pt x="11672562" y="1454475"/>
                  <a:pt x="11660257" y="1450588"/>
                  <a:pt x="11669457" y="1445095"/>
                </a:cubicBezTo>
                <a:cubicBezTo>
                  <a:pt x="11681583" y="1446591"/>
                  <a:pt x="11686183" y="1443844"/>
                  <a:pt x="11700698" y="1445162"/>
                </a:cubicBezTo>
                <a:cubicBezTo>
                  <a:pt x="11700520" y="1442773"/>
                  <a:pt x="11695561" y="1440740"/>
                  <a:pt x="11686004" y="1441455"/>
                </a:cubicBezTo>
                <a:cubicBezTo>
                  <a:pt x="11690784" y="1441098"/>
                  <a:pt x="11695383" y="1438352"/>
                  <a:pt x="11705119" y="1440026"/>
                </a:cubicBezTo>
                <a:cubicBezTo>
                  <a:pt x="11700163" y="1437994"/>
                  <a:pt x="11702373" y="1435426"/>
                  <a:pt x="11695026" y="1433573"/>
                </a:cubicBezTo>
                <a:cubicBezTo>
                  <a:pt x="11736003" y="1435315"/>
                  <a:pt x="11776979" y="1437056"/>
                  <a:pt x="11818135" y="1441187"/>
                </a:cubicBezTo>
                <a:cubicBezTo>
                  <a:pt x="11822915" y="1440830"/>
                  <a:pt x="11827693" y="1440474"/>
                  <a:pt x="11830260" y="1442684"/>
                </a:cubicBezTo>
                <a:lnTo>
                  <a:pt x="12005870" y="1472296"/>
                </a:lnTo>
                <a:lnTo>
                  <a:pt x="12004793" y="1467472"/>
                </a:lnTo>
                <a:cubicBezTo>
                  <a:pt x="12002673" y="1465580"/>
                  <a:pt x="12001775" y="1463849"/>
                  <a:pt x="12001048" y="1461769"/>
                </a:cubicBezTo>
                <a:lnTo>
                  <a:pt x="12002499" y="1449052"/>
                </a:lnTo>
                <a:lnTo>
                  <a:pt x="11894890" y="1428363"/>
                </a:lnTo>
                <a:cubicBezTo>
                  <a:pt x="11840518" y="1421193"/>
                  <a:pt x="11785408" y="1417204"/>
                  <a:pt x="11729796" y="1416557"/>
                </a:cubicBezTo>
                <a:cubicBezTo>
                  <a:pt x="11698554" y="1416490"/>
                  <a:pt x="11669703" y="1416244"/>
                  <a:pt x="11638642" y="1418566"/>
                </a:cubicBezTo>
                <a:cubicBezTo>
                  <a:pt x="11638642" y="1418566"/>
                  <a:pt x="11638462" y="1416176"/>
                  <a:pt x="11636073" y="1416356"/>
                </a:cubicBezTo>
                <a:cubicBezTo>
                  <a:pt x="11628904" y="1416891"/>
                  <a:pt x="11628904" y="1416891"/>
                  <a:pt x="11628904" y="1416891"/>
                </a:cubicBezTo>
                <a:cubicBezTo>
                  <a:pt x="11628904" y="1416891"/>
                  <a:pt x="11626516" y="1417070"/>
                  <a:pt x="11626695" y="1419459"/>
                </a:cubicBezTo>
                <a:lnTo>
                  <a:pt x="11559791" y="1424462"/>
                </a:lnTo>
                <a:cubicBezTo>
                  <a:pt x="11507403" y="1430781"/>
                  <a:pt x="11457584" y="1439311"/>
                  <a:pt x="11405552" y="1450408"/>
                </a:cubicBezTo>
                <a:cubicBezTo>
                  <a:pt x="11363587" y="1459553"/>
                  <a:pt x="11322354" y="1470445"/>
                  <a:pt x="11281960" y="1483039"/>
                </a:cubicBezTo>
                <a:lnTo>
                  <a:pt x="11235063" y="1499986"/>
                </a:lnTo>
                <a:lnTo>
                  <a:pt x="11239348" y="1504926"/>
                </a:lnTo>
                <a:lnTo>
                  <a:pt x="11386016" y="1464785"/>
                </a:lnTo>
                <a:cubicBezTo>
                  <a:pt x="11439119" y="1453456"/>
                  <a:pt x="11493452" y="1445039"/>
                  <a:pt x="11548916" y="1439691"/>
                </a:cubicBezTo>
                <a:cubicBezTo>
                  <a:pt x="11549094" y="1442081"/>
                  <a:pt x="11549094" y="1442081"/>
                  <a:pt x="11549274" y="1444469"/>
                </a:cubicBezTo>
                <a:cubicBezTo>
                  <a:pt x="11516000" y="1449361"/>
                  <a:pt x="11502736" y="1464769"/>
                  <a:pt x="11481946" y="1475934"/>
                </a:cubicBezTo>
                <a:cubicBezTo>
                  <a:pt x="11481946" y="1475934"/>
                  <a:pt x="11486904" y="1477966"/>
                  <a:pt x="11491682" y="1477609"/>
                </a:cubicBezTo>
                <a:cubicBezTo>
                  <a:pt x="11482482" y="1483102"/>
                  <a:pt x="11463188" y="1482142"/>
                  <a:pt x="11449030" y="1485604"/>
                </a:cubicBezTo>
                <a:cubicBezTo>
                  <a:pt x="11437441" y="1491275"/>
                  <a:pt x="11418862" y="1499873"/>
                  <a:pt x="11418862" y="1499873"/>
                </a:cubicBezTo>
                <a:cubicBezTo>
                  <a:pt x="11421609" y="1504473"/>
                  <a:pt x="11431166" y="1503758"/>
                  <a:pt x="11443113" y="1502865"/>
                </a:cubicBezTo>
                <a:cubicBezTo>
                  <a:pt x="11443292" y="1505255"/>
                  <a:pt x="11440902" y="1505433"/>
                  <a:pt x="11440902" y="1505433"/>
                </a:cubicBezTo>
                <a:cubicBezTo>
                  <a:pt x="11438513" y="1505612"/>
                  <a:pt x="11438513" y="1505612"/>
                  <a:pt x="11438513" y="1505612"/>
                </a:cubicBezTo>
                <a:cubicBezTo>
                  <a:pt x="11438513" y="1505612"/>
                  <a:pt x="11436122" y="1505790"/>
                  <a:pt x="11436122" y="1505790"/>
                </a:cubicBezTo>
                <a:cubicBezTo>
                  <a:pt x="11436122" y="1505790"/>
                  <a:pt x="11433734" y="1505970"/>
                  <a:pt x="11431345" y="1506148"/>
                </a:cubicBezTo>
                <a:cubicBezTo>
                  <a:pt x="11431523" y="1508538"/>
                  <a:pt x="11431523" y="1508538"/>
                  <a:pt x="11433912" y="1508358"/>
                </a:cubicBezTo>
                <a:cubicBezTo>
                  <a:pt x="11433912" y="1508358"/>
                  <a:pt x="11436303" y="1508179"/>
                  <a:pt x="11436303" y="1508179"/>
                </a:cubicBezTo>
                <a:cubicBezTo>
                  <a:pt x="11438692" y="1508001"/>
                  <a:pt x="11438692" y="1508001"/>
                  <a:pt x="11438692" y="1508001"/>
                </a:cubicBezTo>
                <a:cubicBezTo>
                  <a:pt x="11424712" y="1513851"/>
                  <a:pt x="11443828" y="1512422"/>
                  <a:pt x="11446038" y="1509855"/>
                </a:cubicBezTo>
                <a:cubicBezTo>
                  <a:pt x="11448427" y="1509676"/>
                  <a:pt x="11448248" y="1507286"/>
                  <a:pt x="11448248" y="1507286"/>
                </a:cubicBezTo>
                <a:cubicBezTo>
                  <a:pt x="11448248" y="1507286"/>
                  <a:pt x="11445861" y="1507465"/>
                  <a:pt x="11445861" y="1507465"/>
                </a:cubicBezTo>
                <a:cubicBezTo>
                  <a:pt x="11443292" y="1505255"/>
                  <a:pt x="11443292" y="1505255"/>
                  <a:pt x="11443292" y="1505255"/>
                </a:cubicBezTo>
                <a:cubicBezTo>
                  <a:pt x="11443292" y="1505255"/>
                  <a:pt x="11448070" y="1504897"/>
                  <a:pt x="11450459" y="1504719"/>
                </a:cubicBezTo>
                <a:cubicBezTo>
                  <a:pt x="11452849" y="1504540"/>
                  <a:pt x="11452849" y="1504540"/>
                  <a:pt x="11452849" y="1504540"/>
                </a:cubicBezTo>
                <a:cubicBezTo>
                  <a:pt x="11469574" y="1503290"/>
                  <a:pt x="11481879" y="1507175"/>
                  <a:pt x="11472858" y="1515058"/>
                </a:cubicBezTo>
                <a:cubicBezTo>
                  <a:pt x="11460911" y="1515951"/>
                  <a:pt x="11461089" y="1518341"/>
                  <a:pt x="11444363" y="1519591"/>
                </a:cubicBezTo>
                <a:cubicBezTo>
                  <a:pt x="11442331" y="1524548"/>
                  <a:pt x="11451888" y="1523834"/>
                  <a:pt x="11454635" y="1528433"/>
                </a:cubicBezTo>
                <a:cubicBezTo>
                  <a:pt x="11433667" y="1537210"/>
                  <a:pt x="11398183" y="1544669"/>
                  <a:pt x="11399077" y="1556614"/>
                </a:cubicBezTo>
                <a:cubicBezTo>
                  <a:pt x="11399077" y="1556614"/>
                  <a:pt x="11396686" y="1556794"/>
                  <a:pt x="11396686" y="1556794"/>
                </a:cubicBezTo>
                <a:cubicBezTo>
                  <a:pt x="11396686" y="1556794"/>
                  <a:pt x="11391909" y="1557151"/>
                  <a:pt x="11391909" y="1557151"/>
                </a:cubicBezTo>
                <a:cubicBezTo>
                  <a:pt x="11389698" y="1559718"/>
                  <a:pt x="11387308" y="1559897"/>
                  <a:pt x="11389698" y="1559718"/>
                </a:cubicBezTo>
                <a:cubicBezTo>
                  <a:pt x="11385098" y="1562465"/>
                  <a:pt x="11377929" y="1563001"/>
                  <a:pt x="11363950" y="1568852"/>
                </a:cubicBezTo>
                <a:cubicBezTo>
                  <a:pt x="11359350" y="1571598"/>
                  <a:pt x="11356960" y="1571778"/>
                  <a:pt x="11354572" y="1571956"/>
                </a:cubicBezTo>
                <a:cubicBezTo>
                  <a:pt x="11354572" y="1571956"/>
                  <a:pt x="11352361" y="1574524"/>
                  <a:pt x="11352361" y="1574524"/>
                </a:cubicBezTo>
                <a:cubicBezTo>
                  <a:pt x="11349972" y="1574703"/>
                  <a:pt x="11349972" y="1574703"/>
                  <a:pt x="11349972" y="1574703"/>
                </a:cubicBezTo>
                <a:cubicBezTo>
                  <a:pt x="11347581" y="1574881"/>
                  <a:pt x="11350150" y="1577092"/>
                  <a:pt x="11350150" y="1577092"/>
                </a:cubicBezTo>
                <a:cubicBezTo>
                  <a:pt x="11347760" y="1577271"/>
                  <a:pt x="11347760" y="1577271"/>
                  <a:pt x="11347760" y="1577271"/>
                </a:cubicBezTo>
                <a:cubicBezTo>
                  <a:pt x="11347938" y="1579660"/>
                  <a:pt x="11338382" y="1580374"/>
                  <a:pt x="11338560" y="1582765"/>
                </a:cubicBezTo>
                <a:cubicBezTo>
                  <a:pt x="11350328" y="1579481"/>
                  <a:pt x="11340950" y="1582585"/>
                  <a:pt x="11345908" y="1584618"/>
                </a:cubicBezTo>
                <a:cubicBezTo>
                  <a:pt x="11331750" y="1588079"/>
                  <a:pt x="11350864" y="1586650"/>
                  <a:pt x="11341485" y="1589754"/>
                </a:cubicBezTo>
                <a:cubicBezTo>
                  <a:pt x="11327328" y="1593215"/>
                  <a:pt x="11327507" y="1595605"/>
                  <a:pt x="11320159" y="1593751"/>
                </a:cubicBezTo>
                <a:lnTo>
                  <a:pt x="11317664" y="1595200"/>
                </a:lnTo>
                <a:lnTo>
                  <a:pt x="11333078" y="1612970"/>
                </a:lnTo>
                <a:lnTo>
                  <a:pt x="11388303" y="1598219"/>
                </a:lnTo>
                <a:cubicBezTo>
                  <a:pt x="11407754" y="1593299"/>
                  <a:pt x="11427337" y="1589307"/>
                  <a:pt x="11447717" y="1588132"/>
                </a:cubicBezTo>
                <a:cubicBezTo>
                  <a:pt x="11451639" y="1587981"/>
                  <a:pt x="11455486" y="1585870"/>
                  <a:pt x="11458791" y="1590064"/>
                </a:cubicBezTo>
                <a:cubicBezTo>
                  <a:pt x="11460132" y="1594333"/>
                  <a:pt x="11456632" y="1595253"/>
                  <a:pt x="11454672" y="1595329"/>
                </a:cubicBezTo>
                <a:cubicBezTo>
                  <a:pt x="11422483" y="1600983"/>
                  <a:pt x="11390848" y="1608211"/>
                  <a:pt x="11359640" y="1616676"/>
                </a:cubicBezTo>
                <a:lnTo>
                  <a:pt x="11341256" y="1622396"/>
                </a:lnTo>
                <a:lnTo>
                  <a:pt x="11347775" y="1629910"/>
                </a:lnTo>
                <a:lnTo>
                  <a:pt x="11365669" y="1623987"/>
                </a:lnTo>
                <a:cubicBezTo>
                  <a:pt x="11370448" y="1623630"/>
                  <a:pt x="11375049" y="1620883"/>
                  <a:pt x="11382038" y="1617958"/>
                </a:cubicBezTo>
                <a:cubicBezTo>
                  <a:pt x="11389384" y="1619811"/>
                  <a:pt x="11389206" y="1617421"/>
                  <a:pt x="11389028" y="1615033"/>
                </a:cubicBezTo>
                <a:cubicBezTo>
                  <a:pt x="11391417" y="1614853"/>
                  <a:pt x="11391417" y="1614853"/>
                  <a:pt x="11391417" y="1614853"/>
                </a:cubicBezTo>
                <a:cubicBezTo>
                  <a:pt x="11393806" y="1614675"/>
                  <a:pt x="11396374" y="1616886"/>
                  <a:pt x="11398764" y="1616708"/>
                </a:cubicBezTo>
                <a:cubicBezTo>
                  <a:pt x="11398764" y="1616708"/>
                  <a:pt x="11401153" y="1616528"/>
                  <a:pt x="11401153" y="1616528"/>
                </a:cubicBezTo>
                <a:cubicBezTo>
                  <a:pt x="11403542" y="1616350"/>
                  <a:pt x="11403542" y="1616350"/>
                  <a:pt x="11405753" y="1613782"/>
                </a:cubicBezTo>
                <a:cubicBezTo>
                  <a:pt x="11405753" y="1613782"/>
                  <a:pt x="11405753" y="1613782"/>
                  <a:pt x="11405575" y="1611392"/>
                </a:cubicBezTo>
                <a:cubicBezTo>
                  <a:pt x="11417521" y="1610500"/>
                  <a:pt x="11417521" y="1610500"/>
                  <a:pt x="11417521" y="1610500"/>
                </a:cubicBezTo>
                <a:cubicBezTo>
                  <a:pt x="11417521" y="1610500"/>
                  <a:pt x="11419733" y="1607932"/>
                  <a:pt x="11419733" y="1607932"/>
                </a:cubicBezTo>
                <a:cubicBezTo>
                  <a:pt x="11419733" y="1607932"/>
                  <a:pt x="11417343" y="1608111"/>
                  <a:pt x="11417343" y="1608111"/>
                </a:cubicBezTo>
                <a:cubicBezTo>
                  <a:pt x="11405575" y="1611392"/>
                  <a:pt x="11405575" y="1611392"/>
                  <a:pt x="11405575" y="1611392"/>
                </a:cubicBezTo>
                <a:cubicBezTo>
                  <a:pt x="11405575" y="1611392"/>
                  <a:pt x="11405396" y="1609004"/>
                  <a:pt x="11405396" y="1609004"/>
                </a:cubicBezTo>
                <a:cubicBezTo>
                  <a:pt x="11407786" y="1608825"/>
                  <a:pt x="11410174" y="1608647"/>
                  <a:pt x="11410174" y="1608647"/>
                </a:cubicBezTo>
                <a:cubicBezTo>
                  <a:pt x="11412564" y="1608468"/>
                  <a:pt x="11412564" y="1608468"/>
                  <a:pt x="11412564" y="1608468"/>
                </a:cubicBezTo>
                <a:cubicBezTo>
                  <a:pt x="11414953" y="1608289"/>
                  <a:pt x="11417164" y="1605721"/>
                  <a:pt x="11419553" y="1605542"/>
                </a:cubicBezTo>
                <a:cubicBezTo>
                  <a:pt x="11421943" y="1605364"/>
                  <a:pt x="11424333" y="1605185"/>
                  <a:pt x="11429110" y="1604828"/>
                </a:cubicBezTo>
                <a:cubicBezTo>
                  <a:pt x="11426722" y="1605006"/>
                  <a:pt x="11426900" y="1607397"/>
                  <a:pt x="11426900" y="1607397"/>
                </a:cubicBezTo>
                <a:cubicBezTo>
                  <a:pt x="11426900" y="1607397"/>
                  <a:pt x="11429290" y="1607218"/>
                  <a:pt x="11431680" y="1607038"/>
                </a:cubicBezTo>
                <a:cubicBezTo>
                  <a:pt x="11431680" y="1607038"/>
                  <a:pt x="11434068" y="1606860"/>
                  <a:pt x="11436458" y="1606682"/>
                </a:cubicBezTo>
                <a:cubicBezTo>
                  <a:pt x="11438669" y="1604113"/>
                  <a:pt x="11441058" y="1603935"/>
                  <a:pt x="11443448" y="1603755"/>
                </a:cubicBezTo>
                <a:cubicBezTo>
                  <a:pt x="11445837" y="1603577"/>
                  <a:pt x="11445837" y="1603577"/>
                  <a:pt x="11448226" y="1603399"/>
                </a:cubicBezTo>
                <a:cubicBezTo>
                  <a:pt x="11450437" y="1600831"/>
                  <a:pt x="11450437" y="1600831"/>
                  <a:pt x="11450437" y="1600831"/>
                </a:cubicBezTo>
                <a:cubicBezTo>
                  <a:pt x="11452827" y="1600652"/>
                  <a:pt x="11455038" y="1598084"/>
                  <a:pt x="11457426" y="1597904"/>
                </a:cubicBezTo>
                <a:cubicBezTo>
                  <a:pt x="11459815" y="1597726"/>
                  <a:pt x="11462206" y="1597548"/>
                  <a:pt x="11462206" y="1597548"/>
                </a:cubicBezTo>
                <a:cubicBezTo>
                  <a:pt x="11462384" y="1599937"/>
                  <a:pt x="11462384" y="1599937"/>
                  <a:pt x="11464774" y="1599758"/>
                </a:cubicBezTo>
                <a:cubicBezTo>
                  <a:pt x="11464774" y="1599758"/>
                  <a:pt x="11467163" y="1599580"/>
                  <a:pt x="11466984" y="1597190"/>
                </a:cubicBezTo>
                <a:cubicBezTo>
                  <a:pt x="11466984" y="1597190"/>
                  <a:pt x="11469374" y="1597012"/>
                  <a:pt x="11471942" y="1599223"/>
                </a:cubicBezTo>
                <a:cubicBezTo>
                  <a:pt x="11476542" y="1596475"/>
                  <a:pt x="11476542" y="1596475"/>
                  <a:pt x="11476542" y="1596475"/>
                </a:cubicBezTo>
                <a:cubicBezTo>
                  <a:pt x="11476542" y="1596475"/>
                  <a:pt x="11474153" y="1596655"/>
                  <a:pt x="11473974" y="1594265"/>
                </a:cubicBezTo>
                <a:cubicBezTo>
                  <a:pt x="11476365" y="1594087"/>
                  <a:pt x="11478752" y="1593909"/>
                  <a:pt x="11481142" y="1593729"/>
                </a:cubicBezTo>
                <a:cubicBezTo>
                  <a:pt x="11483532" y="1593551"/>
                  <a:pt x="11483532" y="1593551"/>
                  <a:pt x="11483532" y="1593551"/>
                </a:cubicBezTo>
                <a:cubicBezTo>
                  <a:pt x="11488131" y="1590804"/>
                  <a:pt x="11490521" y="1590626"/>
                  <a:pt x="11492910" y="1590446"/>
                </a:cubicBezTo>
                <a:cubicBezTo>
                  <a:pt x="11497689" y="1590089"/>
                  <a:pt x="11500078" y="1589911"/>
                  <a:pt x="11502468" y="1589732"/>
                </a:cubicBezTo>
                <a:cubicBezTo>
                  <a:pt x="11504858" y="1589553"/>
                  <a:pt x="11504858" y="1589553"/>
                  <a:pt x="11509636" y="1589196"/>
                </a:cubicBezTo>
                <a:cubicBezTo>
                  <a:pt x="11512204" y="1591407"/>
                  <a:pt x="11519193" y="1588482"/>
                  <a:pt x="11523972" y="1588124"/>
                </a:cubicBezTo>
                <a:cubicBezTo>
                  <a:pt x="11526362" y="1587946"/>
                  <a:pt x="11528930" y="1590157"/>
                  <a:pt x="11531320" y="1589978"/>
                </a:cubicBezTo>
                <a:cubicBezTo>
                  <a:pt x="11531320" y="1589978"/>
                  <a:pt x="11529109" y="1592545"/>
                  <a:pt x="11529109" y="1592545"/>
                </a:cubicBezTo>
                <a:cubicBezTo>
                  <a:pt x="11526719" y="1592725"/>
                  <a:pt x="11526897" y="1595114"/>
                  <a:pt x="11526897" y="1595114"/>
                </a:cubicBezTo>
                <a:cubicBezTo>
                  <a:pt x="11526897" y="1595114"/>
                  <a:pt x="11526897" y="1595114"/>
                  <a:pt x="11529287" y="1594935"/>
                </a:cubicBezTo>
                <a:cubicBezTo>
                  <a:pt x="11531676" y="1594757"/>
                  <a:pt x="11531676" y="1594757"/>
                  <a:pt x="11531676" y="1594757"/>
                </a:cubicBezTo>
                <a:cubicBezTo>
                  <a:pt x="11534067" y="1594578"/>
                  <a:pt x="11534067" y="1594578"/>
                  <a:pt x="11533889" y="1592188"/>
                </a:cubicBezTo>
                <a:cubicBezTo>
                  <a:pt x="11533889" y="1592188"/>
                  <a:pt x="11536098" y="1589621"/>
                  <a:pt x="11536098" y="1589621"/>
                </a:cubicBezTo>
                <a:cubicBezTo>
                  <a:pt x="11535920" y="1587231"/>
                  <a:pt x="11535920" y="1587231"/>
                  <a:pt x="11535920" y="1587231"/>
                </a:cubicBezTo>
                <a:cubicBezTo>
                  <a:pt x="11533530" y="1587409"/>
                  <a:pt x="11528572" y="1585377"/>
                  <a:pt x="11523794" y="1585734"/>
                </a:cubicBezTo>
                <a:cubicBezTo>
                  <a:pt x="11521405" y="1585914"/>
                  <a:pt x="11521405" y="1585914"/>
                  <a:pt x="11521405" y="1585914"/>
                </a:cubicBezTo>
                <a:cubicBezTo>
                  <a:pt x="11519015" y="1586092"/>
                  <a:pt x="11514415" y="1588839"/>
                  <a:pt x="11511847" y="1586628"/>
                </a:cubicBezTo>
                <a:cubicBezTo>
                  <a:pt x="11509457" y="1586807"/>
                  <a:pt x="11509457" y="1586807"/>
                  <a:pt x="11507068" y="1586985"/>
                </a:cubicBezTo>
                <a:cubicBezTo>
                  <a:pt x="11509279" y="1584418"/>
                  <a:pt x="11514057" y="1584061"/>
                  <a:pt x="11518837" y="1583703"/>
                </a:cubicBezTo>
                <a:cubicBezTo>
                  <a:pt x="11523616" y="1583346"/>
                  <a:pt x="11528394" y="1582988"/>
                  <a:pt x="11532994" y="1580242"/>
                </a:cubicBezTo>
                <a:cubicBezTo>
                  <a:pt x="11535383" y="1580063"/>
                  <a:pt x="11535562" y="1582453"/>
                  <a:pt x="11537952" y="1582274"/>
                </a:cubicBezTo>
                <a:cubicBezTo>
                  <a:pt x="11542730" y="1581917"/>
                  <a:pt x="11542730" y="1581917"/>
                  <a:pt x="11542730" y="1581917"/>
                </a:cubicBezTo>
                <a:cubicBezTo>
                  <a:pt x="11547508" y="1581559"/>
                  <a:pt x="11549899" y="1581381"/>
                  <a:pt x="11554677" y="1581024"/>
                </a:cubicBezTo>
                <a:cubicBezTo>
                  <a:pt x="11552466" y="1583591"/>
                  <a:pt x="11552466" y="1583591"/>
                  <a:pt x="11552466" y="1583591"/>
                </a:cubicBezTo>
                <a:cubicBezTo>
                  <a:pt x="11550077" y="1583770"/>
                  <a:pt x="11550077" y="1583770"/>
                  <a:pt x="11552645" y="1585980"/>
                </a:cubicBezTo>
                <a:cubicBezTo>
                  <a:pt x="11552645" y="1585980"/>
                  <a:pt x="11552645" y="1585980"/>
                  <a:pt x="11555034" y="1585802"/>
                </a:cubicBezTo>
                <a:cubicBezTo>
                  <a:pt x="11555034" y="1585802"/>
                  <a:pt x="11557424" y="1585623"/>
                  <a:pt x="11557424" y="1585623"/>
                </a:cubicBezTo>
                <a:cubicBezTo>
                  <a:pt x="11559634" y="1583055"/>
                  <a:pt x="11559634" y="1583055"/>
                  <a:pt x="11559634" y="1583055"/>
                </a:cubicBezTo>
                <a:cubicBezTo>
                  <a:pt x="11559634" y="1583055"/>
                  <a:pt x="11562024" y="1582877"/>
                  <a:pt x="11562024" y="1582877"/>
                </a:cubicBezTo>
                <a:cubicBezTo>
                  <a:pt x="11562024" y="1582877"/>
                  <a:pt x="11562024" y="1582877"/>
                  <a:pt x="11564413" y="1582697"/>
                </a:cubicBezTo>
                <a:cubicBezTo>
                  <a:pt x="11566803" y="1582519"/>
                  <a:pt x="11571403" y="1579773"/>
                  <a:pt x="11573792" y="1579595"/>
                </a:cubicBezTo>
                <a:cubicBezTo>
                  <a:pt x="11580960" y="1579058"/>
                  <a:pt x="11583171" y="1576490"/>
                  <a:pt x="11585740" y="1578702"/>
                </a:cubicBezTo>
                <a:cubicBezTo>
                  <a:pt x="11585918" y="1581090"/>
                  <a:pt x="11588308" y="1580911"/>
                  <a:pt x="11588308" y="1580911"/>
                </a:cubicBezTo>
                <a:cubicBezTo>
                  <a:pt x="11588308" y="1580911"/>
                  <a:pt x="11588486" y="1583301"/>
                  <a:pt x="11586097" y="1583480"/>
                </a:cubicBezTo>
                <a:cubicBezTo>
                  <a:pt x="11576539" y="1584194"/>
                  <a:pt x="11566982" y="1584909"/>
                  <a:pt x="11557602" y="1588013"/>
                </a:cubicBezTo>
                <a:cubicBezTo>
                  <a:pt x="11555212" y="1588192"/>
                  <a:pt x="11555212" y="1588192"/>
                  <a:pt x="11555212" y="1588192"/>
                </a:cubicBezTo>
                <a:cubicBezTo>
                  <a:pt x="11555392" y="1590581"/>
                  <a:pt x="11557781" y="1590401"/>
                  <a:pt x="11557781" y="1590401"/>
                </a:cubicBezTo>
                <a:cubicBezTo>
                  <a:pt x="11567160" y="1587299"/>
                  <a:pt x="11576718" y="1586584"/>
                  <a:pt x="11586276" y="1585869"/>
                </a:cubicBezTo>
                <a:cubicBezTo>
                  <a:pt x="11586454" y="1588258"/>
                  <a:pt x="11586632" y="1590647"/>
                  <a:pt x="11591591" y="1592680"/>
                </a:cubicBezTo>
                <a:cubicBezTo>
                  <a:pt x="11603537" y="1591787"/>
                  <a:pt x="11606283" y="1596387"/>
                  <a:pt x="11618231" y="1595494"/>
                </a:cubicBezTo>
                <a:cubicBezTo>
                  <a:pt x="11650186" y="1605119"/>
                  <a:pt x="11688773" y="1607038"/>
                  <a:pt x="11715235" y="1607464"/>
                </a:cubicBezTo>
                <a:cubicBezTo>
                  <a:pt x="11717625" y="1607284"/>
                  <a:pt x="11717625" y="1607284"/>
                  <a:pt x="11717625" y="1607284"/>
                </a:cubicBezTo>
                <a:cubicBezTo>
                  <a:pt x="11717625" y="1607284"/>
                  <a:pt x="11720015" y="1607106"/>
                  <a:pt x="11720015" y="1607106"/>
                </a:cubicBezTo>
                <a:cubicBezTo>
                  <a:pt x="11719836" y="1604716"/>
                  <a:pt x="11719836" y="1604716"/>
                  <a:pt x="11717447" y="1604895"/>
                </a:cubicBezTo>
                <a:cubicBezTo>
                  <a:pt x="11690985" y="1604471"/>
                  <a:pt x="11654786" y="1602371"/>
                  <a:pt x="11622830" y="1592748"/>
                </a:cubicBezTo>
                <a:cubicBezTo>
                  <a:pt x="11625220" y="1592568"/>
                  <a:pt x="11625220" y="1592568"/>
                  <a:pt x="11625220" y="1592568"/>
                </a:cubicBezTo>
                <a:cubicBezTo>
                  <a:pt x="11625041" y="1590178"/>
                  <a:pt x="11622652" y="1590358"/>
                  <a:pt x="11620084" y="1588147"/>
                </a:cubicBezTo>
                <a:cubicBezTo>
                  <a:pt x="11622475" y="1587968"/>
                  <a:pt x="11624862" y="1587790"/>
                  <a:pt x="11627251" y="1587610"/>
                </a:cubicBezTo>
                <a:cubicBezTo>
                  <a:pt x="11627251" y="1587610"/>
                  <a:pt x="11627251" y="1587610"/>
                  <a:pt x="11627431" y="1590000"/>
                </a:cubicBezTo>
                <a:cubicBezTo>
                  <a:pt x="11629822" y="1589822"/>
                  <a:pt x="11629822" y="1589822"/>
                  <a:pt x="11629822" y="1589822"/>
                </a:cubicBezTo>
                <a:cubicBezTo>
                  <a:pt x="11629822" y="1589822"/>
                  <a:pt x="11629822" y="1589822"/>
                  <a:pt x="11632209" y="1589643"/>
                </a:cubicBezTo>
                <a:cubicBezTo>
                  <a:pt x="11632209" y="1589643"/>
                  <a:pt x="11632031" y="1587254"/>
                  <a:pt x="11632031" y="1587254"/>
                </a:cubicBezTo>
                <a:cubicBezTo>
                  <a:pt x="11636988" y="1589286"/>
                  <a:pt x="11641768" y="1588929"/>
                  <a:pt x="11644156" y="1588750"/>
                </a:cubicBezTo>
                <a:cubicBezTo>
                  <a:pt x="11646546" y="1588571"/>
                  <a:pt x="11646546" y="1588571"/>
                  <a:pt x="11648936" y="1588392"/>
                </a:cubicBezTo>
                <a:cubicBezTo>
                  <a:pt x="11651324" y="1588214"/>
                  <a:pt x="11653714" y="1588036"/>
                  <a:pt x="11656104" y="1587856"/>
                </a:cubicBezTo>
                <a:lnTo>
                  <a:pt x="11658493" y="1587678"/>
                </a:lnTo>
                <a:cubicBezTo>
                  <a:pt x="11658672" y="1590068"/>
                  <a:pt x="11658672" y="1590068"/>
                  <a:pt x="11661061" y="1589889"/>
                </a:cubicBezTo>
                <a:cubicBezTo>
                  <a:pt x="11663451" y="1589711"/>
                  <a:pt x="11663451" y="1589711"/>
                  <a:pt x="11665839" y="1589531"/>
                </a:cubicBezTo>
                <a:cubicBezTo>
                  <a:pt x="11665839" y="1589531"/>
                  <a:pt x="11668051" y="1586963"/>
                  <a:pt x="11668051" y="1586963"/>
                </a:cubicBezTo>
                <a:cubicBezTo>
                  <a:pt x="11686987" y="1583145"/>
                  <a:pt x="11706102" y="1581716"/>
                  <a:pt x="11725396" y="1582676"/>
                </a:cubicBezTo>
                <a:cubicBezTo>
                  <a:pt x="11735131" y="1584351"/>
                  <a:pt x="11742300" y="1583815"/>
                  <a:pt x="11752037" y="1585490"/>
                </a:cubicBezTo>
                <a:cubicBezTo>
                  <a:pt x="11752037" y="1585490"/>
                  <a:pt x="11751856" y="1583101"/>
                  <a:pt x="11749470" y="1583279"/>
                </a:cubicBezTo>
                <a:cubicBezTo>
                  <a:pt x="11766371" y="1584417"/>
                  <a:pt x="11780709" y="1583346"/>
                  <a:pt x="11797614" y="1584485"/>
                </a:cubicBezTo>
                <a:cubicBezTo>
                  <a:pt x="11800003" y="1584307"/>
                  <a:pt x="11800003" y="1584307"/>
                  <a:pt x="11799824" y="1581917"/>
                </a:cubicBezTo>
                <a:cubicBezTo>
                  <a:pt x="11804602" y="1581559"/>
                  <a:pt x="11807171" y="1583770"/>
                  <a:pt x="11811950" y="1583413"/>
                </a:cubicBezTo>
                <a:cubicBezTo>
                  <a:pt x="11809561" y="1583592"/>
                  <a:pt x="11812129" y="1585802"/>
                  <a:pt x="11814519" y="1585624"/>
                </a:cubicBezTo>
                <a:cubicBezTo>
                  <a:pt x="11814337" y="1583234"/>
                  <a:pt x="11816727" y="1583056"/>
                  <a:pt x="11819118" y="1582877"/>
                </a:cubicBezTo>
                <a:cubicBezTo>
                  <a:pt x="11823896" y="1582520"/>
                  <a:pt x="11828854" y="1584553"/>
                  <a:pt x="11833634" y="1584195"/>
                </a:cubicBezTo>
                <a:cubicBezTo>
                  <a:pt x="11833634" y="1584195"/>
                  <a:pt x="11836023" y="1584017"/>
                  <a:pt x="11836023" y="1584017"/>
                </a:cubicBezTo>
                <a:cubicBezTo>
                  <a:pt x="11838412" y="1583838"/>
                  <a:pt x="11840980" y="1586048"/>
                  <a:pt x="11843368" y="1585869"/>
                </a:cubicBezTo>
                <a:cubicBezTo>
                  <a:pt x="11845758" y="1585691"/>
                  <a:pt x="11845758" y="1585691"/>
                  <a:pt x="11845758" y="1585691"/>
                </a:cubicBezTo>
                <a:cubicBezTo>
                  <a:pt x="11845758" y="1585691"/>
                  <a:pt x="11848148" y="1585511"/>
                  <a:pt x="11848148" y="1585511"/>
                </a:cubicBezTo>
                <a:cubicBezTo>
                  <a:pt x="11862662" y="1586830"/>
                  <a:pt x="11877356" y="1590537"/>
                  <a:pt x="11889481" y="1592033"/>
                </a:cubicBezTo>
                <a:cubicBezTo>
                  <a:pt x="11889481" y="1592033"/>
                  <a:pt x="11894081" y="1589286"/>
                  <a:pt x="11896649" y="1591497"/>
                </a:cubicBezTo>
                <a:cubicBezTo>
                  <a:pt x="11896649" y="1591497"/>
                  <a:pt x="11899040" y="1591318"/>
                  <a:pt x="11899040" y="1591318"/>
                </a:cubicBezTo>
                <a:cubicBezTo>
                  <a:pt x="11896649" y="1591497"/>
                  <a:pt x="11903819" y="1590961"/>
                  <a:pt x="11908596" y="1590603"/>
                </a:cubicBezTo>
                <a:cubicBezTo>
                  <a:pt x="11918333" y="1592279"/>
                  <a:pt x="11928247" y="1596342"/>
                  <a:pt x="11935594" y="1598196"/>
                </a:cubicBezTo>
                <a:cubicBezTo>
                  <a:pt x="11977107" y="1607106"/>
                  <a:pt x="12008884" y="1614341"/>
                  <a:pt x="12038271" y="1621756"/>
                </a:cubicBezTo>
                <a:cubicBezTo>
                  <a:pt x="12040662" y="1621577"/>
                  <a:pt x="12040662" y="1621577"/>
                  <a:pt x="12040662" y="1621577"/>
                </a:cubicBezTo>
                <a:cubicBezTo>
                  <a:pt x="12043230" y="1623788"/>
                  <a:pt x="12043230" y="1623788"/>
                  <a:pt x="12043230" y="1623788"/>
                </a:cubicBezTo>
                <a:cubicBezTo>
                  <a:pt x="12054429" y="1628958"/>
                  <a:pt x="12065030" y="1634171"/>
                  <a:pt x="12076227" y="1639341"/>
                </a:cubicBezTo>
                <a:lnTo>
                  <a:pt x="12108878" y="1652983"/>
                </a:lnTo>
                <a:lnTo>
                  <a:pt x="12108167" y="1652759"/>
                </a:lnTo>
                <a:cubicBezTo>
                  <a:pt x="12105098" y="1651899"/>
                  <a:pt x="12102344" y="1651204"/>
                  <a:pt x="12100508" y="1650742"/>
                </a:cubicBezTo>
                <a:cubicBezTo>
                  <a:pt x="12098118" y="1650920"/>
                  <a:pt x="12095550" y="1648709"/>
                  <a:pt x="12095550" y="1648709"/>
                </a:cubicBezTo>
                <a:cubicBezTo>
                  <a:pt x="12085634" y="1644645"/>
                  <a:pt x="12080498" y="1640224"/>
                  <a:pt x="12078288" y="1642791"/>
                </a:cubicBezTo>
                <a:cubicBezTo>
                  <a:pt x="12075542" y="1638191"/>
                  <a:pt x="12060847" y="1634484"/>
                  <a:pt x="12048722" y="1632987"/>
                </a:cubicBezTo>
                <a:cubicBezTo>
                  <a:pt x="12046332" y="1633167"/>
                  <a:pt x="12043943" y="1633345"/>
                  <a:pt x="12043764" y="1630956"/>
                </a:cubicBezTo>
                <a:cubicBezTo>
                  <a:pt x="12043764" y="1630956"/>
                  <a:pt x="12041196" y="1628746"/>
                  <a:pt x="12038808" y="1628924"/>
                </a:cubicBezTo>
                <a:cubicBezTo>
                  <a:pt x="12036418" y="1629102"/>
                  <a:pt x="12034028" y="1629281"/>
                  <a:pt x="12036596" y="1631492"/>
                </a:cubicBezTo>
                <a:cubicBezTo>
                  <a:pt x="12036775" y="1633881"/>
                  <a:pt x="12041733" y="1635913"/>
                  <a:pt x="12046691" y="1637945"/>
                </a:cubicBezTo>
                <a:cubicBezTo>
                  <a:pt x="12049080" y="1637767"/>
                  <a:pt x="12049080" y="1637767"/>
                  <a:pt x="12049080" y="1637767"/>
                </a:cubicBezTo>
                <a:cubicBezTo>
                  <a:pt x="12068909" y="1645895"/>
                  <a:pt x="12076435" y="1650138"/>
                  <a:pt x="12093517" y="1653667"/>
                </a:cubicBezTo>
                <a:cubicBezTo>
                  <a:pt x="12093517" y="1653667"/>
                  <a:pt x="12095908" y="1653488"/>
                  <a:pt x="12095908" y="1653488"/>
                </a:cubicBezTo>
                <a:cubicBezTo>
                  <a:pt x="12098476" y="1655698"/>
                  <a:pt x="12106000" y="1659941"/>
                  <a:pt x="12108568" y="1662152"/>
                </a:cubicBezTo>
                <a:cubicBezTo>
                  <a:pt x="12113169" y="1659406"/>
                  <a:pt x="12113526" y="1664184"/>
                  <a:pt x="12123441" y="1668249"/>
                </a:cubicBezTo>
                <a:cubicBezTo>
                  <a:pt x="12132072" y="1671207"/>
                  <a:pt x="12142540" y="1674630"/>
                  <a:pt x="12153074" y="1678948"/>
                </a:cubicBezTo>
                <a:lnTo>
                  <a:pt x="12178245" y="1692420"/>
                </a:lnTo>
                <a:lnTo>
                  <a:pt x="12175762" y="1693170"/>
                </a:lnTo>
                <a:lnTo>
                  <a:pt x="12192528" y="1701733"/>
                </a:lnTo>
                <a:lnTo>
                  <a:pt x="12192528" y="1875532"/>
                </a:lnTo>
                <a:lnTo>
                  <a:pt x="12155044" y="1856672"/>
                </a:lnTo>
                <a:cubicBezTo>
                  <a:pt x="12144715" y="1849597"/>
                  <a:pt x="12132436" y="1842669"/>
                  <a:pt x="12122398" y="1839496"/>
                </a:cubicBezTo>
                <a:cubicBezTo>
                  <a:pt x="12122398" y="1839496"/>
                  <a:pt x="12122251" y="1837546"/>
                  <a:pt x="12120302" y="1837691"/>
                </a:cubicBezTo>
                <a:cubicBezTo>
                  <a:pt x="12118207" y="1835885"/>
                  <a:pt x="12118207" y="1835885"/>
                  <a:pt x="12116257" y="1836031"/>
                </a:cubicBezTo>
                <a:lnTo>
                  <a:pt x="12106796" y="1831249"/>
                </a:lnTo>
                <a:lnTo>
                  <a:pt x="12109476" y="1836130"/>
                </a:lnTo>
                <a:lnTo>
                  <a:pt x="12116404" y="1837982"/>
                </a:lnTo>
                <a:cubicBezTo>
                  <a:pt x="12114455" y="1838128"/>
                  <a:pt x="12114455" y="1838128"/>
                  <a:pt x="12114455" y="1838128"/>
                </a:cubicBezTo>
                <a:cubicBezTo>
                  <a:pt x="12114455" y="1838128"/>
                  <a:pt x="12116551" y="1839933"/>
                  <a:pt x="12118499" y="1839787"/>
                </a:cubicBezTo>
                <a:cubicBezTo>
                  <a:pt x="12118645" y="1841738"/>
                  <a:pt x="12120595" y="1841592"/>
                  <a:pt x="12120595" y="1841592"/>
                </a:cubicBezTo>
                <a:lnTo>
                  <a:pt x="12165737" y="1871806"/>
                </a:lnTo>
                <a:lnTo>
                  <a:pt x="12164154" y="1873647"/>
                </a:lnTo>
                <a:cubicBezTo>
                  <a:pt x="12164154" y="1873647"/>
                  <a:pt x="12166103" y="1873501"/>
                  <a:pt x="12166103" y="1873501"/>
                </a:cubicBezTo>
                <a:cubicBezTo>
                  <a:pt x="12166103" y="1873501"/>
                  <a:pt x="12166103" y="1873501"/>
                  <a:pt x="12168053" y="1873355"/>
                </a:cubicBezTo>
                <a:cubicBezTo>
                  <a:pt x="12168199" y="1875306"/>
                  <a:pt x="12170148" y="1875161"/>
                  <a:pt x="12170148" y="1875161"/>
                </a:cubicBezTo>
                <a:cubicBezTo>
                  <a:pt x="12168343" y="1877256"/>
                  <a:pt x="12174483" y="1880722"/>
                  <a:pt x="12180624" y="1884185"/>
                </a:cubicBezTo>
                <a:cubicBezTo>
                  <a:pt x="12182426" y="1882090"/>
                  <a:pt x="12178383" y="1880430"/>
                  <a:pt x="12178383" y="1880430"/>
                </a:cubicBezTo>
                <a:cubicBezTo>
                  <a:pt x="12180331" y="1880285"/>
                  <a:pt x="12180331" y="1880285"/>
                  <a:pt x="12180331" y="1880285"/>
                </a:cubicBezTo>
                <a:cubicBezTo>
                  <a:pt x="12182281" y="1880138"/>
                  <a:pt x="12182281" y="1880138"/>
                  <a:pt x="12182281" y="1880138"/>
                </a:cubicBezTo>
                <a:cubicBezTo>
                  <a:pt x="12182281" y="1880138"/>
                  <a:pt x="12180184" y="1878333"/>
                  <a:pt x="12180184" y="1878333"/>
                </a:cubicBezTo>
                <a:cubicBezTo>
                  <a:pt x="12183254" y="1880066"/>
                  <a:pt x="12184753" y="1880444"/>
                  <a:pt x="12186513" y="1881048"/>
                </a:cubicBezTo>
                <a:lnTo>
                  <a:pt x="12192528" y="1884146"/>
                </a:lnTo>
                <a:lnTo>
                  <a:pt x="12192528" y="1885258"/>
                </a:lnTo>
                <a:lnTo>
                  <a:pt x="12192465" y="1885262"/>
                </a:lnTo>
                <a:cubicBezTo>
                  <a:pt x="12192465" y="1885262"/>
                  <a:pt x="12192465" y="1885262"/>
                  <a:pt x="12190369" y="1883457"/>
                </a:cubicBezTo>
                <a:cubicBezTo>
                  <a:pt x="12188421" y="1883603"/>
                  <a:pt x="12188421" y="1883603"/>
                  <a:pt x="12188421" y="1883603"/>
                </a:cubicBezTo>
                <a:lnTo>
                  <a:pt x="12192528" y="1887143"/>
                </a:lnTo>
                <a:lnTo>
                  <a:pt x="12192528" y="1958759"/>
                </a:lnTo>
                <a:lnTo>
                  <a:pt x="12158038" y="1934428"/>
                </a:lnTo>
                <a:cubicBezTo>
                  <a:pt x="12117895" y="1910105"/>
                  <a:pt x="12075607" y="1888318"/>
                  <a:pt x="12031094" y="1869163"/>
                </a:cubicBezTo>
                <a:lnTo>
                  <a:pt x="11963817" y="1845439"/>
                </a:lnTo>
                <a:lnTo>
                  <a:pt x="11890564" y="1829006"/>
                </a:lnTo>
                <a:cubicBezTo>
                  <a:pt x="11864194" y="1823832"/>
                  <a:pt x="11837618" y="1819648"/>
                  <a:pt x="11810821" y="1817337"/>
                </a:cubicBezTo>
                <a:cubicBezTo>
                  <a:pt x="11803709" y="1816235"/>
                  <a:pt x="11796962" y="1814432"/>
                  <a:pt x="11790325" y="1814196"/>
                </a:cubicBezTo>
                <a:cubicBezTo>
                  <a:pt x="11783687" y="1813960"/>
                  <a:pt x="11777159" y="1815291"/>
                  <a:pt x="11770484" y="1820457"/>
                </a:cubicBezTo>
                <a:cubicBezTo>
                  <a:pt x="11762866" y="1826642"/>
                  <a:pt x="11750948" y="1823171"/>
                  <a:pt x="11740721" y="1822778"/>
                </a:cubicBezTo>
                <a:cubicBezTo>
                  <a:pt x="11686703" y="1817388"/>
                  <a:pt x="11632563" y="1819073"/>
                  <a:pt x="11578846" y="1821529"/>
                </a:cubicBezTo>
                <a:cubicBezTo>
                  <a:pt x="11574924" y="1821679"/>
                  <a:pt x="11571772" y="1821407"/>
                  <a:pt x="11569192" y="1825827"/>
                </a:cubicBezTo>
                <a:cubicBezTo>
                  <a:pt x="11571032" y="1832827"/>
                  <a:pt x="11577610" y="1830218"/>
                  <a:pt x="11581531" y="1830067"/>
                </a:cubicBezTo>
                <a:cubicBezTo>
                  <a:pt x="11664589" y="1824522"/>
                  <a:pt x="11746137" y="1830819"/>
                  <a:pt x="11827489" y="1842230"/>
                </a:cubicBezTo>
                <a:cubicBezTo>
                  <a:pt x="11830641" y="1842501"/>
                  <a:pt x="11833794" y="1842773"/>
                  <a:pt x="11836946" y="1843046"/>
                </a:cubicBezTo>
                <a:cubicBezTo>
                  <a:pt x="11841292" y="1843663"/>
                  <a:pt x="11844519" y="1845897"/>
                  <a:pt x="11842362" y="1851086"/>
                </a:cubicBezTo>
                <a:cubicBezTo>
                  <a:pt x="11841819" y="1857391"/>
                  <a:pt x="11838244" y="1856350"/>
                  <a:pt x="11833901" y="1855732"/>
                </a:cubicBezTo>
                <a:cubicBezTo>
                  <a:pt x="11817868" y="1852518"/>
                  <a:pt x="11801726" y="1850239"/>
                  <a:pt x="11785510" y="1848597"/>
                </a:cubicBezTo>
                <a:lnTo>
                  <a:pt x="11767387" y="1847364"/>
                </a:lnTo>
                <a:lnTo>
                  <a:pt x="11845289" y="1862300"/>
                </a:lnTo>
                <a:cubicBezTo>
                  <a:pt x="11970245" y="1894430"/>
                  <a:pt x="12086789" y="1949095"/>
                  <a:pt x="12189934" y="2022009"/>
                </a:cubicBezTo>
                <a:lnTo>
                  <a:pt x="12192528" y="2024036"/>
                </a:lnTo>
                <a:lnTo>
                  <a:pt x="12192528" y="3912503"/>
                </a:lnTo>
                <a:lnTo>
                  <a:pt x="8919422" y="3912503"/>
                </a:lnTo>
                <a:lnTo>
                  <a:pt x="7502493" y="3912503"/>
                </a:lnTo>
                <a:lnTo>
                  <a:pt x="7486248" y="3912503"/>
                </a:lnTo>
                <a:lnTo>
                  <a:pt x="6270700" y="3912503"/>
                </a:lnTo>
                <a:lnTo>
                  <a:pt x="2570428" y="3912503"/>
                </a:lnTo>
                <a:lnTo>
                  <a:pt x="2568147" y="3901375"/>
                </a:lnTo>
                <a:cubicBezTo>
                  <a:pt x="2570303" y="3898823"/>
                  <a:pt x="2570303" y="3898823"/>
                  <a:pt x="2570303" y="3898823"/>
                </a:cubicBezTo>
                <a:cubicBezTo>
                  <a:pt x="2570303" y="3898823"/>
                  <a:pt x="2567750" y="3896665"/>
                  <a:pt x="2567750" y="3896665"/>
                </a:cubicBezTo>
                <a:cubicBezTo>
                  <a:pt x="2569906" y="3894114"/>
                  <a:pt x="2566957" y="3887246"/>
                  <a:pt x="2566957" y="3887246"/>
                </a:cubicBezTo>
                <a:cubicBezTo>
                  <a:pt x="2566560" y="3882536"/>
                  <a:pt x="2564403" y="3885089"/>
                  <a:pt x="2564800" y="3889799"/>
                </a:cubicBezTo>
                <a:cubicBezTo>
                  <a:pt x="2562644" y="3892351"/>
                  <a:pt x="2562644" y="3892351"/>
                  <a:pt x="2565197" y="3894508"/>
                </a:cubicBezTo>
                <a:cubicBezTo>
                  <a:pt x="2559693" y="3885484"/>
                  <a:pt x="2562815" y="3866250"/>
                  <a:pt x="2555553" y="3864488"/>
                </a:cubicBezTo>
                <a:cubicBezTo>
                  <a:pt x="2556062" y="3884602"/>
                  <a:pt x="2551805" y="3897410"/>
                  <a:pt x="2548775" y="3910707"/>
                </a:cubicBezTo>
                <a:lnTo>
                  <a:pt x="2548533" y="3912503"/>
                </a:lnTo>
                <a:lnTo>
                  <a:pt x="528" y="3912503"/>
                </a:lnTo>
                <a:lnTo>
                  <a:pt x="528" y="2422816"/>
                </a:lnTo>
                <a:lnTo>
                  <a:pt x="562" y="2422797"/>
                </a:lnTo>
                <a:lnTo>
                  <a:pt x="562" y="2354170"/>
                </a:lnTo>
                <a:lnTo>
                  <a:pt x="528" y="2354165"/>
                </a:lnTo>
                <a:lnTo>
                  <a:pt x="528" y="2245643"/>
                </a:lnTo>
                <a:lnTo>
                  <a:pt x="562" y="2245615"/>
                </a:lnTo>
                <a:lnTo>
                  <a:pt x="562" y="2234827"/>
                </a:lnTo>
                <a:lnTo>
                  <a:pt x="528" y="2234823"/>
                </a:lnTo>
                <a:lnTo>
                  <a:pt x="528" y="2160151"/>
                </a:lnTo>
                <a:lnTo>
                  <a:pt x="562" y="2160070"/>
                </a:lnTo>
                <a:lnTo>
                  <a:pt x="562" y="2014682"/>
                </a:lnTo>
                <a:lnTo>
                  <a:pt x="528" y="2014748"/>
                </a:lnTo>
                <a:lnTo>
                  <a:pt x="528" y="1980386"/>
                </a:lnTo>
                <a:lnTo>
                  <a:pt x="562" y="1980516"/>
                </a:lnTo>
                <a:lnTo>
                  <a:pt x="562" y="1921057"/>
                </a:lnTo>
                <a:lnTo>
                  <a:pt x="65793" y="1885408"/>
                </a:lnTo>
                <a:lnTo>
                  <a:pt x="130401" y="1855429"/>
                </a:lnTo>
                <a:lnTo>
                  <a:pt x="147299" y="1842541"/>
                </a:lnTo>
                <a:cubicBezTo>
                  <a:pt x="155496" y="1837857"/>
                  <a:pt x="164083" y="1834346"/>
                  <a:pt x="172670" y="1832005"/>
                </a:cubicBezTo>
                <a:cubicBezTo>
                  <a:pt x="247615" y="1806244"/>
                  <a:pt x="321680" y="1773458"/>
                  <a:pt x="400135" y="1753406"/>
                </a:cubicBezTo>
                <a:lnTo>
                  <a:pt x="421747" y="1749338"/>
                </a:lnTo>
                <a:lnTo>
                  <a:pt x="454512" y="1738616"/>
                </a:lnTo>
                <a:lnTo>
                  <a:pt x="475466" y="1732990"/>
                </a:lnTo>
                <a:lnTo>
                  <a:pt x="472883" y="1730110"/>
                </a:lnTo>
                <a:cubicBezTo>
                  <a:pt x="464248" y="1724768"/>
                  <a:pt x="452538" y="1726232"/>
                  <a:pt x="444340" y="1718036"/>
                </a:cubicBezTo>
                <a:cubicBezTo>
                  <a:pt x="478690" y="1700861"/>
                  <a:pt x="514601" y="1693056"/>
                  <a:pt x="550512" y="1686811"/>
                </a:cubicBezTo>
                <a:lnTo>
                  <a:pt x="605595" y="1677864"/>
                </a:lnTo>
                <a:lnTo>
                  <a:pt x="611881" y="1672556"/>
                </a:lnTo>
                <a:cubicBezTo>
                  <a:pt x="617385" y="1670164"/>
                  <a:pt x="623228" y="1669384"/>
                  <a:pt x="629208" y="1669316"/>
                </a:cubicBezTo>
                <a:lnTo>
                  <a:pt x="654158" y="1669977"/>
                </a:lnTo>
                <a:lnTo>
                  <a:pt x="736748" y="1656562"/>
                </a:lnTo>
                <a:lnTo>
                  <a:pt x="784107" y="1651855"/>
                </a:lnTo>
                <a:lnTo>
                  <a:pt x="778563" y="1641534"/>
                </a:lnTo>
                <a:cubicBezTo>
                  <a:pt x="777948" y="1639694"/>
                  <a:pt x="778255" y="1637853"/>
                  <a:pt x="776413" y="1636320"/>
                </a:cubicBezTo>
                <a:cubicBezTo>
                  <a:pt x="774569" y="1634787"/>
                  <a:pt x="774877" y="1632945"/>
                  <a:pt x="776105" y="1631105"/>
                </a:cubicBezTo>
                <a:cubicBezTo>
                  <a:pt x="776719" y="1629878"/>
                  <a:pt x="777948" y="1628345"/>
                  <a:pt x="777027" y="1627118"/>
                </a:cubicBezTo>
                <a:lnTo>
                  <a:pt x="777210" y="1626130"/>
                </a:lnTo>
                <a:lnTo>
                  <a:pt x="752801" y="1628923"/>
                </a:lnTo>
                <a:cubicBezTo>
                  <a:pt x="604670" y="1651098"/>
                  <a:pt x="459174" y="1687982"/>
                  <a:pt x="316312" y="1733647"/>
                </a:cubicBezTo>
                <a:cubicBezTo>
                  <a:pt x="277279" y="1746137"/>
                  <a:pt x="236684" y="1758626"/>
                  <a:pt x="196090" y="1764871"/>
                </a:cubicBezTo>
                <a:cubicBezTo>
                  <a:pt x="341293" y="1701643"/>
                  <a:pt x="490400" y="1654024"/>
                  <a:pt x="643409" y="1622411"/>
                </a:cubicBezTo>
                <a:lnTo>
                  <a:pt x="789090" y="1600242"/>
                </a:lnTo>
                <a:lnTo>
                  <a:pt x="795148" y="1596443"/>
                </a:lnTo>
                <a:cubicBezTo>
                  <a:pt x="796377" y="1594296"/>
                  <a:pt x="802212" y="1595830"/>
                  <a:pt x="804975" y="1596138"/>
                </a:cubicBezTo>
                <a:cubicBezTo>
                  <a:pt x="808201" y="1596597"/>
                  <a:pt x="811731" y="1595830"/>
                  <a:pt x="815110" y="1595868"/>
                </a:cubicBezTo>
                <a:lnTo>
                  <a:pt x="815751" y="1596185"/>
                </a:lnTo>
                <a:lnTo>
                  <a:pt x="875852" y="1587040"/>
                </a:lnTo>
                <a:cubicBezTo>
                  <a:pt x="954309" y="1579282"/>
                  <a:pt x="1033742" y="1575574"/>
                  <a:pt x="1114150" y="1575965"/>
                </a:cubicBezTo>
                <a:cubicBezTo>
                  <a:pt x="1103221" y="1557230"/>
                  <a:pt x="1084484" y="1565036"/>
                  <a:pt x="1064186" y="1552546"/>
                </a:cubicBezTo>
                <a:cubicBezTo>
                  <a:pt x="1120395" y="1552546"/>
                  <a:pt x="1168796" y="1552546"/>
                  <a:pt x="1215635" y="1557230"/>
                </a:cubicBezTo>
                <a:cubicBezTo>
                  <a:pt x="1285896" y="1565036"/>
                  <a:pt x="1356155" y="1574404"/>
                  <a:pt x="1427976" y="1580649"/>
                </a:cubicBezTo>
                <a:cubicBezTo>
                  <a:pt x="1432659" y="1582209"/>
                  <a:pt x="1443590" y="1588454"/>
                  <a:pt x="1445151" y="1577525"/>
                </a:cubicBezTo>
                <a:lnTo>
                  <a:pt x="1444119" y="1575061"/>
                </a:lnTo>
                <a:lnTo>
                  <a:pt x="1439234" y="1568556"/>
                </a:lnTo>
                <a:lnTo>
                  <a:pt x="1431100" y="1566598"/>
                </a:lnTo>
                <a:cubicBezTo>
                  <a:pt x="1365524" y="1553717"/>
                  <a:pt x="1301704" y="1537325"/>
                  <a:pt x="1235689" y="1533226"/>
                </a:cubicBezTo>
                <a:lnTo>
                  <a:pt x="1229745" y="1533279"/>
                </a:lnTo>
                <a:lnTo>
                  <a:pt x="1229336" y="1534098"/>
                </a:lnTo>
                <a:cubicBezTo>
                  <a:pt x="1229336" y="1536953"/>
                  <a:pt x="1228192" y="1537524"/>
                  <a:pt x="1225906" y="1535526"/>
                </a:cubicBezTo>
                <a:cubicBezTo>
                  <a:pt x="1222476" y="1532672"/>
                  <a:pt x="1220189" y="1532672"/>
                  <a:pt x="1219332" y="1537524"/>
                </a:cubicBezTo>
                <a:cubicBezTo>
                  <a:pt x="1219047" y="1538665"/>
                  <a:pt x="1218189" y="1540092"/>
                  <a:pt x="1217045" y="1538665"/>
                </a:cubicBezTo>
                <a:cubicBezTo>
                  <a:pt x="1213331" y="1534955"/>
                  <a:pt x="1210759" y="1537238"/>
                  <a:pt x="1207900" y="1539807"/>
                </a:cubicBezTo>
                <a:cubicBezTo>
                  <a:pt x="1207614" y="1540378"/>
                  <a:pt x="1206470" y="1540378"/>
                  <a:pt x="1205899" y="1540378"/>
                </a:cubicBezTo>
                <a:lnTo>
                  <a:pt x="1195161" y="1533581"/>
                </a:lnTo>
                <a:lnTo>
                  <a:pt x="1168796" y="1533811"/>
                </a:lnTo>
                <a:cubicBezTo>
                  <a:pt x="1148499" y="1536934"/>
                  <a:pt x="1126640" y="1526006"/>
                  <a:pt x="1104782" y="1522884"/>
                </a:cubicBezTo>
                <a:cubicBezTo>
                  <a:pt x="1014225" y="1507271"/>
                  <a:pt x="925230" y="1526006"/>
                  <a:pt x="834671" y="1535372"/>
                </a:cubicBezTo>
                <a:lnTo>
                  <a:pt x="590413" y="1575123"/>
                </a:lnTo>
                <a:lnTo>
                  <a:pt x="586633" y="1580157"/>
                </a:lnTo>
                <a:cubicBezTo>
                  <a:pt x="583869" y="1580462"/>
                  <a:pt x="584483" y="1582609"/>
                  <a:pt x="584483" y="1584451"/>
                </a:cubicBezTo>
                <a:cubicBezTo>
                  <a:pt x="584483" y="1587518"/>
                  <a:pt x="583254" y="1588131"/>
                  <a:pt x="580797" y="1585983"/>
                </a:cubicBezTo>
                <a:cubicBezTo>
                  <a:pt x="577111" y="1582917"/>
                  <a:pt x="574654" y="1582917"/>
                  <a:pt x="573734" y="1588131"/>
                </a:cubicBezTo>
                <a:cubicBezTo>
                  <a:pt x="573427" y="1589358"/>
                  <a:pt x="572505" y="1590893"/>
                  <a:pt x="571276" y="1589358"/>
                </a:cubicBezTo>
                <a:cubicBezTo>
                  <a:pt x="567284" y="1585370"/>
                  <a:pt x="564520" y="1587825"/>
                  <a:pt x="561449" y="1590585"/>
                </a:cubicBezTo>
                <a:cubicBezTo>
                  <a:pt x="561141" y="1591198"/>
                  <a:pt x="559913" y="1591198"/>
                  <a:pt x="559299" y="1591198"/>
                </a:cubicBezTo>
                <a:lnTo>
                  <a:pt x="545458" y="1582437"/>
                </a:lnTo>
                <a:lnTo>
                  <a:pt x="536068" y="1583966"/>
                </a:lnTo>
                <a:lnTo>
                  <a:pt x="359357" y="1631156"/>
                </a:lnTo>
                <a:lnTo>
                  <a:pt x="355670" y="1635560"/>
                </a:lnTo>
                <a:cubicBezTo>
                  <a:pt x="352760" y="1637629"/>
                  <a:pt x="348601" y="1637215"/>
                  <a:pt x="346523" y="1640113"/>
                </a:cubicBezTo>
                <a:cubicBezTo>
                  <a:pt x="343612" y="1640113"/>
                  <a:pt x="341116" y="1640113"/>
                  <a:pt x="338206" y="1640113"/>
                </a:cubicBezTo>
                <a:cubicBezTo>
                  <a:pt x="338206" y="1638871"/>
                  <a:pt x="337789" y="1638458"/>
                  <a:pt x="336959" y="1638458"/>
                </a:cubicBezTo>
                <a:lnTo>
                  <a:pt x="335701" y="1637474"/>
                </a:lnTo>
                <a:lnTo>
                  <a:pt x="244491" y="1661832"/>
                </a:lnTo>
                <a:cubicBezTo>
                  <a:pt x="214436" y="1671199"/>
                  <a:pt x="185064" y="1682225"/>
                  <a:pt x="156106" y="1694300"/>
                </a:cubicBezTo>
                <a:lnTo>
                  <a:pt x="75309" y="1730759"/>
                </a:lnTo>
                <a:lnTo>
                  <a:pt x="77712" y="1732282"/>
                </a:lnTo>
                <a:cubicBezTo>
                  <a:pt x="78882" y="1735003"/>
                  <a:pt x="80054" y="1736559"/>
                  <a:pt x="82397" y="1737724"/>
                </a:cubicBezTo>
                <a:cubicBezTo>
                  <a:pt x="82397" y="1742389"/>
                  <a:pt x="82397" y="1747054"/>
                  <a:pt x="82397" y="1751718"/>
                </a:cubicBezTo>
                <a:cubicBezTo>
                  <a:pt x="78492" y="1753662"/>
                  <a:pt x="75369" y="1756771"/>
                  <a:pt x="73807" y="1760270"/>
                </a:cubicBezTo>
                <a:cubicBezTo>
                  <a:pt x="71854" y="1763380"/>
                  <a:pt x="70293" y="1766878"/>
                  <a:pt x="68340" y="1770377"/>
                </a:cubicBezTo>
                <a:lnTo>
                  <a:pt x="67944" y="1771344"/>
                </a:lnTo>
                <a:lnTo>
                  <a:pt x="69426" y="1780598"/>
                </a:lnTo>
                <a:cubicBezTo>
                  <a:pt x="67666" y="1785620"/>
                  <a:pt x="70430" y="1790642"/>
                  <a:pt x="72942" y="1795163"/>
                </a:cubicBezTo>
                <a:cubicBezTo>
                  <a:pt x="73949" y="1797424"/>
                  <a:pt x="74450" y="1798931"/>
                  <a:pt x="72692" y="1801191"/>
                </a:cubicBezTo>
                <a:cubicBezTo>
                  <a:pt x="65656" y="1810735"/>
                  <a:pt x="60379" y="1821284"/>
                  <a:pt x="59374" y="1833591"/>
                </a:cubicBezTo>
                <a:cubicBezTo>
                  <a:pt x="59123" y="1835348"/>
                  <a:pt x="58619" y="1836102"/>
                  <a:pt x="56861" y="1835600"/>
                </a:cubicBezTo>
                <a:cubicBezTo>
                  <a:pt x="49825" y="1834092"/>
                  <a:pt x="45302" y="1837860"/>
                  <a:pt x="41533" y="1842882"/>
                </a:cubicBezTo>
                <a:cubicBezTo>
                  <a:pt x="39774" y="1845143"/>
                  <a:pt x="38266" y="1846398"/>
                  <a:pt x="35000" y="1844892"/>
                </a:cubicBezTo>
                <a:cubicBezTo>
                  <a:pt x="30979" y="1842632"/>
                  <a:pt x="27210" y="1844641"/>
                  <a:pt x="23943" y="1847403"/>
                </a:cubicBezTo>
                <a:cubicBezTo>
                  <a:pt x="21179" y="1849664"/>
                  <a:pt x="18416" y="1852427"/>
                  <a:pt x="15651" y="1854687"/>
                </a:cubicBezTo>
                <a:cubicBezTo>
                  <a:pt x="14270" y="1855692"/>
                  <a:pt x="12950" y="1856256"/>
                  <a:pt x="11883" y="1856037"/>
                </a:cubicBezTo>
                <a:cubicBezTo>
                  <a:pt x="10814" y="1855818"/>
                  <a:pt x="9998" y="1854812"/>
                  <a:pt x="9620" y="1852677"/>
                </a:cubicBezTo>
                <a:cubicBezTo>
                  <a:pt x="9620" y="1851673"/>
                  <a:pt x="9369" y="1850669"/>
                  <a:pt x="8867" y="1849664"/>
                </a:cubicBezTo>
                <a:cubicBezTo>
                  <a:pt x="8364" y="1848408"/>
                  <a:pt x="8364" y="1846398"/>
                  <a:pt x="6605" y="1846148"/>
                </a:cubicBezTo>
                <a:cubicBezTo>
                  <a:pt x="5097" y="1846148"/>
                  <a:pt x="4093" y="1847403"/>
                  <a:pt x="3338" y="1848408"/>
                </a:cubicBezTo>
                <a:lnTo>
                  <a:pt x="562" y="1847945"/>
                </a:lnTo>
                <a:lnTo>
                  <a:pt x="562" y="1732372"/>
                </a:lnTo>
                <a:lnTo>
                  <a:pt x="6856" y="1727102"/>
                </a:lnTo>
                <a:cubicBezTo>
                  <a:pt x="7609" y="1725344"/>
                  <a:pt x="8616" y="1723083"/>
                  <a:pt x="6856" y="1721576"/>
                </a:cubicBezTo>
                <a:lnTo>
                  <a:pt x="562" y="1720849"/>
                </a:lnTo>
                <a:lnTo>
                  <a:pt x="562" y="1641326"/>
                </a:lnTo>
                <a:lnTo>
                  <a:pt x="3841" y="1633420"/>
                </a:lnTo>
                <a:cubicBezTo>
                  <a:pt x="3338" y="1632667"/>
                  <a:pt x="2836" y="1632166"/>
                  <a:pt x="2585" y="1631411"/>
                </a:cubicBezTo>
                <a:cubicBezTo>
                  <a:pt x="1830" y="1629905"/>
                  <a:pt x="1328" y="1627895"/>
                  <a:pt x="2836" y="1626890"/>
                </a:cubicBezTo>
                <a:cubicBezTo>
                  <a:pt x="4093" y="1625887"/>
                  <a:pt x="5852" y="1626890"/>
                  <a:pt x="6856" y="1627895"/>
                </a:cubicBezTo>
                <a:cubicBezTo>
                  <a:pt x="7861" y="1628900"/>
                  <a:pt x="8616" y="1629905"/>
                  <a:pt x="9369" y="1631160"/>
                </a:cubicBezTo>
                <a:cubicBezTo>
                  <a:pt x="10877" y="1632919"/>
                  <a:pt x="12385" y="1633420"/>
                  <a:pt x="14395" y="1631914"/>
                </a:cubicBezTo>
                <a:cubicBezTo>
                  <a:pt x="19170" y="1628649"/>
                  <a:pt x="24447" y="1628147"/>
                  <a:pt x="29723" y="1627895"/>
                </a:cubicBezTo>
                <a:cubicBezTo>
                  <a:pt x="36005" y="1627394"/>
                  <a:pt x="42538" y="1628147"/>
                  <a:pt x="48821" y="1626640"/>
                </a:cubicBezTo>
                <a:cubicBezTo>
                  <a:pt x="51082" y="1626137"/>
                  <a:pt x="52338" y="1627645"/>
                  <a:pt x="53344" y="1628900"/>
                </a:cubicBezTo>
                <a:cubicBezTo>
                  <a:pt x="56861" y="1632919"/>
                  <a:pt x="60128" y="1636937"/>
                  <a:pt x="66410" y="1634927"/>
                </a:cubicBezTo>
                <a:cubicBezTo>
                  <a:pt x="67666" y="1634677"/>
                  <a:pt x="68420" y="1635681"/>
                  <a:pt x="68922" y="1636686"/>
                </a:cubicBezTo>
                <a:cubicBezTo>
                  <a:pt x="71687" y="1641709"/>
                  <a:pt x="76210" y="1645727"/>
                  <a:pt x="79980" y="1649997"/>
                </a:cubicBezTo>
                <a:cubicBezTo>
                  <a:pt x="85759" y="1656527"/>
                  <a:pt x="89025" y="1663810"/>
                  <a:pt x="86763" y="1672601"/>
                </a:cubicBezTo>
                <a:cubicBezTo>
                  <a:pt x="86009" y="1676117"/>
                  <a:pt x="88020" y="1678378"/>
                  <a:pt x="90031" y="1680387"/>
                </a:cubicBezTo>
                <a:cubicBezTo>
                  <a:pt x="94554" y="1685159"/>
                  <a:pt x="94302" y="1687670"/>
                  <a:pt x="89276" y="1691438"/>
                </a:cubicBezTo>
                <a:cubicBezTo>
                  <a:pt x="83749" y="1695205"/>
                  <a:pt x="83749" y="1695205"/>
                  <a:pt x="88271" y="1700730"/>
                </a:cubicBezTo>
                <a:lnTo>
                  <a:pt x="88282" y="1700881"/>
                </a:lnTo>
                <a:lnTo>
                  <a:pt x="191406" y="1652464"/>
                </a:lnTo>
                <a:lnTo>
                  <a:pt x="323467" y="1609882"/>
                </a:lnTo>
                <a:lnTo>
                  <a:pt x="327394" y="1598715"/>
                </a:lnTo>
                <a:cubicBezTo>
                  <a:pt x="329057" y="1597059"/>
                  <a:pt x="330720" y="1595817"/>
                  <a:pt x="333631" y="1594990"/>
                </a:cubicBezTo>
                <a:lnTo>
                  <a:pt x="339777" y="1587261"/>
                </a:lnTo>
                <a:lnTo>
                  <a:pt x="338724" y="1585497"/>
                </a:lnTo>
                <a:cubicBezTo>
                  <a:pt x="337227" y="1585160"/>
                  <a:pt x="335295" y="1586124"/>
                  <a:pt x="332976" y="1588054"/>
                </a:cubicBezTo>
                <a:cubicBezTo>
                  <a:pt x="329886" y="1590754"/>
                  <a:pt x="328340" y="1589984"/>
                  <a:pt x="328340" y="1586124"/>
                </a:cubicBezTo>
                <a:cubicBezTo>
                  <a:pt x="328340" y="1583809"/>
                  <a:pt x="329113" y="1581108"/>
                  <a:pt x="325635" y="1580722"/>
                </a:cubicBezTo>
                <a:cubicBezTo>
                  <a:pt x="317908" y="1579178"/>
                  <a:pt x="314818" y="1573776"/>
                  <a:pt x="315204" y="1566830"/>
                </a:cubicBezTo>
                <a:cubicBezTo>
                  <a:pt x="315590" y="1561814"/>
                  <a:pt x="314045" y="1559499"/>
                  <a:pt x="310567" y="1557569"/>
                </a:cubicBezTo>
                <a:cubicBezTo>
                  <a:pt x="310567" y="1556025"/>
                  <a:pt x="310567" y="1554483"/>
                  <a:pt x="310567" y="1552939"/>
                </a:cubicBezTo>
                <a:cubicBezTo>
                  <a:pt x="314431" y="1550624"/>
                  <a:pt x="315590" y="1546379"/>
                  <a:pt x="314431" y="1542521"/>
                </a:cubicBezTo>
                <a:cubicBezTo>
                  <a:pt x="312499" y="1535574"/>
                  <a:pt x="314818" y="1530172"/>
                  <a:pt x="319840" y="1525542"/>
                </a:cubicBezTo>
                <a:cubicBezTo>
                  <a:pt x="321772" y="1523612"/>
                  <a:pt x="323704" y="1522068"/>
                  <a:pt x="324476" y="1519368"/>
                </a:cubicBezTo>
                <a:cubicBezTo>
                  <a:pt x="325249" y="1515123"/>
                  <a:pt x="327567" y="1512807"/>
                  <a:pt x="331818" y="1513193"/>
                </a:cubicBezTo>
                <a:cubicBezTo>
                  <a:pt x="334908" y="1513193"/>
                  <a:pt x="337227" y="1511264"/>
                  <a:pt x="338386" y="1509720"/>
                </a:cubicBezTo>
                <a:cubicBezTo>
                  <a:pt x="341670" y="1505090"/>
                  <a:pt x="345727" y="1504029"/>
                  <a:pt x="349977" y="1503980"/>
                </a:cubicBezTo>
                <a:cubicBezTo>
                  <a:pt x="354228" y="1503932"/>
                  <a:pt x="358671" y="1504897"/>
                  <a:pt x="362727" y="1504318"/>
                </a:cubicBezTo>
                <a:cubicBezTo>
                  <a:pt x="366204" y="1503933"/>
                  <a:pt x="373545" y="1502003"/>
                  <a:pt x="375091" y="1504704"/>
                </a:cubicBezTo>
                <a:cubicBezTo>
                  <a:pt x="379728" y="1512422"/>
                  <a:pt x="391705" y="1509334"/>
                  <a:pt x="394410" y="1519753"/>
                </a:cubicBezTo>
                <a:cubicBezTo>
                  <a:pt x="395182" y="1522840"/>
                  <a:pt x="400591" y="1524770"/>
                  <a:pt x="395569" y="1529015"/>
                </a:cubicBezTo>
                <a:cubicBezTo>
                  <a:pt x="394023" y="1530172"/>
                  <a:pt x="394410" y="1532487"/>
                  <a:pt x="395955" y="1532873"/>
                </a:cubicBezTo>
                <a:cubicBezTo>
                  <a:pt x="402137" y="1535188"/>
                  <a:pt x="401751" y="1538661"/>
                  <a:pt x="397886" y="1543291"/>
                </a:cubicBezTo>
                <a:cubicBezTo>
                  <a:pt x="396728" y="1544835"/>
                  <a:pt x="398273" y="1546765"/>
                  <a:pt x="399046" y="1548308"/>
                </a:cubicBezTo>
                <a:cubicBezTo>
                  <a:pt x="400591" y="1550624"/>
                  <a:pt x="400978" y="1552939"/>
                  <a:pt x="398659" y="1554869"/>
                </a:cubicBezTo>
                <a:cubicBezTo>
                  <a:pt x="396342" y="1556797"/>
                  <a:pt x="396728" y="1559113"/>
                  <a:pt x="395955" y="1561428"/>
                </a:cubicBezTo>
                <a:cubicBezTo>
                  <a:pt x="394023" y="1567216"/>
                  <a:pt x="391705" y="1574548"/>
                  <a:pt x="387455" y="1577250"/>
                </a:cubicBezTo>
                <a:lnTo>
                  <a:pt x="380836" y="1581439"/>
                </a:lnTo>
                <a:lnTo>
                  <a:pt x="381453" y="1582156"/>
                </a:lnTo>
                <a:lnTo>
                  <a:pt x="381453" y="1591186"/>
                </a:lnTo>
                <a:lnTo>
                  <a:pt x="426240" y="1576746"/>
                </a:lnTo>
                <a:lnTo>
                  <a:pt x="528308" y="1554876"/>
                </a:lnTo>
                <a:lnTo>
                  <a:pt x="528278" y="1554390"/>
                </a:lnTo>
                <a:cubicBezTo>
                  <a:pt x="528894" y="1553163"/>
                  <a:pt x="530121" y="1551629"/>
                  <a:pt x="529200" y="1550402"/>
                </a:cubicBezTo>
                <a:cubicBezTo>
                  <a:pt x="526129" y="1546722"/>
                  <a:pt x="525822" y="1543960"/>
                  <a:pt x="530736" y="1542121"/>
                </a:cubicBezTo>
                <a:cubicBezTo>
                  <a:pt x="531965" y="1541813"/>
                  <a:pt x="532272" y="1539973"/>
                  <a:pt x="531043" y="1539053"/>
                </a:cubicBezTo>
                <a:cubicBezTo>
                  <a:pt x="527050" y="1535679"/>
                  <a:pt x="531349" y="1534146"/>
                  <a:pt x="531965" y="1531691"/>
                </a:cubicBezTo>
                <a:cubicBezTo>
                  <a:pt x="534114" y="1523410"/>
                  <a:pt x="543635" y="1525863"/>
                  <a:pt x="547321" y="1519728"/>
                </a:cubicBezTo>
                <a:cubicBezTo>
                  <a:pt x="548550" y="1517582"/>
                  <a:pt x="554385" y="1519115"/>
                  <a:pt x="557148" y="1519422"/>
                </a:cubicBezTo>
                <a:cubicBezTo>
                  <a:pt x="563599" y="1520343"/>
                  <a:pt x="571276" y="1516354"/>
                  <a:pt x="576498" y="1523716"/>
                </a:cubicBezTo>
                <a:cubicBezTo>
                  <a:pt x="577419" y="1524943"/>
                  <a:pt x="579262" y="1526477"/>
                  <a:pt x="581718" y="1526477"/>
                </a:cubicBezTo>
                <a:cubicBezTo>
                  <a:pt x="585098" y="1526170"/>
                  <a:pt x="586940" y="1528011"/>
                  <a:pt x="587553" y="1531385"/>
                </a:cubicBezTo>
                <a:cubicBezTo>
                  <a:pt x="588169" y="1533532"/>
                  <a:pt x="589705" y="1534759"/>
                  <a:pt x="591240" y="1536293"/>
                </a:cubicBezTo>
                <a:lnTo>
                  <a:pt x="592760" y="1541067"/>
                </a:lnTo>
                <a:lnTo>
                  <a:pt x="664878" y="1525615"/>
                </a:lnTo>
                <a:cubicBezTo>
                  <a:pt x="825303" y="1499856"/>
                  <a:pt x="988463" y="1490878"/>
                  <a:pt x="1154743" y="1499465"/>
                </a:cubicBezTo>
                <a:lnTo>
                  <a:pt x="1178003" y="1501806"/>
                </a:lnTo>
                <a:lnTo>
                  <a:pt x="1179320" y="1494708"/>
                </a:lnTo>
                <a:cubicBezTo>
                  <a:pt x="1180463" y="1494422"/>
                  <a:pt x="1180749" y="1492710"/>
                  <a:pt x="1179605" y="1491853"/>
                </a:cubicBezTo>
                <a:cubicBezTo>
                  <a:pt x="1175889" y="1488714"/>
                  <a:pt x="1179892" y="1487286"/>
                  <a:pt x="1180463" y="1485004"/>
                </a:cubicBezTo>
                <a:cubicBezTo>
                  <a:pt x="1181463" y="1481149"/>
                  <a:pt x="1184178" y="1479793"/>
                  <a:pt x="1187073" y="1478687"/>
                </a:cubicBezTo>
                <a:lnTo>
                  <a:pt x="1190229" y="1476707"/>
                </a:lnTo>
                <a:lnTo>
                  <a:pt x="1159428" y="1474486"/>
                </a:lnTo>
                <a:cubicBezTo>
                  <a:pt x="1009541" y="1471363"/>
                  <a:pt x="859654" y="1468241"/>
                  <a:pt x="711328" y="1491660"/>
                </a:cubicBezTo>
                <a:cubicBezTo>
                  <a:pt x="653558" y="1502588"/>
                  <a:pt x="594229" y="1494782"/>
                  <a:pt x="536460" y="1494781"/>
                </a:cubicBezTo>
                <a:cubicBezTo>
                  <a:pt x="725380" y="1460435"/>
                  <a:pt x="915860" y="1440139"/>
                  <a:pt x="1107905" y="1440139"/>
                </a:cubicBezTo>
                <a:cubicBezTo>
                  <a:pt x="1301508" y="1441701"/>
                  <a:pt x="1490429" y="1465118"/>
                  <a:pt x="1677788" y="1516639"/>
                </a:cubicBezTo>
                <a:cubicBezTo>
                  <a:pt x="1512287" y="1458874"/>
                  <a:pt x="1337419" y="1433895"/>
                  <a:pt x="1167234" y="1397987"/>
                </a:cubicBezTo>
                <a:cubicBezTo>
                  <a:pt x="1167234" y="1394864"/>
                  <a:pt x="1168796" y="1391742"/>
                  <a:pt x="1168796" y="1390180"/>
                </a:cubicBezTo>
                <a:cubicBezTo>
                  <a:pt x="1217197" y="1394864"/>
                  <a:pt x="1265599" y="1399548"/>
                  <a:pt x="1315562" y="1405792"/>
                </a:cubicBezTo>
                <a:cubicBezTo>
                  <a:pt x="1391091" y="1416037"/>
                  <a:pt x="1465577" y="1429302"/>
                  <a:pt x="1539021" y="1445523"/>
                </a:cubicBezTo>
                <a:lnTo>
                  <a:pt x="1712598" y="1491453"/>
                </a:lnTo>
                <a:lnTo>
                  <a:pt x="1708390" y="1487758"/>
                </a:lnTo>
                <a:cubicBezTo>
                  <a:pt x="1705733" y="1485509"/>
                  <a:pt x="1702665" y="1483875"/>
                  <a:pt x="1699393" y="1485714"/>
                </a:cubicBezTo>
                <a:cubicBezTo>
                  <a:pt x="1696735" y="1486940"/>
                  <a:pt x="1695509" y="1485918"/>
                  <a:pt x="1694076" y="1484079"/>
                </a:cubicBezTo>
                <a:cubicBezTo>
                  <a:pt x="1691010" y="1479992"/>
                  <a:pt x="1687329" y="1476926"/>
                  <a:pt x="1681604" y="1478152"/>
                </a:cubicBezTo>
                <a:cubicBezTo>
                  <a:pt x="1680173" y="1478561"/>
                  <a:pt x="1679763" y="1477947"/>
                  <a:pt x="1679558" y="1476517"/>
                </a:cubicBezTo>
                <a:cubicBezTo>
                  <a:pt x="1678740" y="1466502"/>
                  <a:pt x="1674446" y="1457918"/>
                  <a:pt x="1668721" y="1450152"/>
                </a:cubicBezTo>
                <a:cubicBezTo>
                  <a:pt x="1667290" y="1448313"/>
                  <a:pt x="1667699" y="1447086"/>
                  <a:pt x="1668516" y="1445247"/>
                </a:cubicBezTo>
                <a:cubicBezTo>
                  <a:pt x="1670561" y="1441569"/>
                  <a:pt x="1672811" y="1437481"/>
                  <a:pt x="1671380" y="1433394"/>
                </a:cubicBezTo>
                <a:cubicBezTo>
                  <a:pt x="1669948" y="1429306"/>
                  <a:pt x="1670971" y="1426444"/>
                  <a:pt x="1673015" y="1423174"/>
                </a:cubicBezTo>
                <a:cubicBezTo>
                  <a:pt x="1673628" y="1422153"/>
                  <a:pt x="1674037" y="1421131"/>
                  <a:pt x="1674651" y="1419904"/>
                </a:cubicBezTo>
                <a:cubicBezTo>
                  <a:pt x="1677309" y="1413978"/>
                  <a:pt x="1680377" y="1408459"/>
                  <a:pt x="1686716" y="1405598"/>
                </a:cubicBezTo>
                <a:cubicBezTo>
                  <a:pt x="1687942" y="1405189"/>
                  <a:pt x="1687942" y="1404371"/>
                  <a:pt x="1687942" y="1403349"/>
                </a:cubicBezTo>
                <a:cubicBezTo>
                  <a:pt x="1687738" y="1400284"/>
                  <a:pt x="1682217" y="1392926"/>
                  <a:pt x="1679354" y="1392108"/>
                </a:cubicBezTo>
                <a:cubicBezTo>
                  <a:pt x="1674855" y="1391087"/>
                  <a:pt x="1670971" y="1388839"/>
                  <a:pt x="1667903" y="1385364"/>
                </a:cubicBezTo>
                <a:cubicBezTo>
                  <a:pt x="1663609" y="1380868"/>
                  <a:pt x="1659928" y="1376167"/>
                  <a:pt x="1655838" y="1371467"/>
                </a:cubicBezTo>
                <a:cubicBezTo>
                  <a:pt x="1654612" y="1370240"/>
                  <a:pt x="1655225" y="1369423"/>
                  <a:pt x="1656043" y="1368400"/>
                </a:cubicBezTo>
                <a:cubicBezTo>
                  <a:pt x="1659724" y="1363904"/>
                  <a:pt x="1659724" y="1363904"/>
                  <a:pt x="1655225" y="1360839"/>
                </a:cubicBezTo>
                <a:cubicBezTo>
                  <a:pt x="1651135" y="1357773"/>
                  <a:pt x="1650931" y="1355730"/>
                  <a:pt x="1654612" y="1351847"/>
                </a:cubicBezTo>
                <a:cubicBezTo>
                  <a:pt x="1656248" y="1350211"/>
                  <a:pt x="1657884" y="1348372"/>
                  <a:pt x="1657270" y="1345510"/>
                </a:cubicBezTo>
                <a:cubicBezTo>
                  <a:pt x="1655429" y="1338357"/>
                  <a:pt x="1658088" y="1332431"/>
                  <a:pt x="1662791" y="1327116"/>
                </a:cubicBezTo>
                <a:cubicBezTo>
                  <a:pt x="1665858" y="1323642"/>
                  <a:pt x="1669539" y="1320372"/>
                  <a:pt x="1671789" y="1316285"/>
                </a:cubicBezTo>
                <a:cubicBezTo>
                  <a:pt x="1672197" y="1315467"/>
                  <a:pt x="1672811" y="1314649"/>
                  <a:pt x="1673833" y="1314854"/>
                </a:cubicBezTo>
                <a:cubicBezTo>
                  <a:pt x="1678945" y="1316489"/>
                  <a:pt x="1681604" y="1313219"/>
                  <a:pt x="1684466" y="1309948"/>
                </a:cubicBezTo>
                <a:cubicBezTo>
                  <a:pt x="1685285" y="1308927"/>
                  <a:pt x="1686307" y="1307701"/>
                  <a:pt x="1688147" y="1308109"/>
                </a:cubicBezTo>
                <a:cubicBezTo>
                  <a:pt x="1693259" y="1309336"/>
                  <a:pt x="1698575" y="1308723"/>
                  <a:pt x="1703687" y="1309132"/>
                </a:cubicBezTo>
                <a:cubicBezTo>
                  <a:pt x="1707981" y="1309336"/>
                  <a:pt x="1712276" y="1309744"/>
                  <a:pt x="1716161" y="1312401"/>
                </a:cubicBezTo>
                <a:cubicBezTo>
                  <a:pt x="1717796" y="1313627"/>
                  <a:pt x="1719024" y="1313219"/>
                  <a:pt x="1720251" y="1311788"/>
                </a:cubicBezTo>
                <a:cubicBezTo>
                  <a:pt x="1720864" y="1310766"/>
                  <a:pt x="1721477" y="1309948"/>
                  <a:pt x="1722295" y="1309132"/>
                </a:cubicBezTo>
                <a:cubicBezTo>
                  <a:pt x="1723113" y="1308314"/>
                  <a:pt x="1724545" y="1307496"/>
                  <a:pt x="1725567" y="1308314"/>
                </a:cubicBezTo>
                <a:cubicBezTo>
                  <a:pt x="1726794" y="1309132"/>
                  <a:pt x="1726385" y="1310766"/>
                  <a:pt x="1725772" y="1311993"/>
                </a:cubicBezTo>
                <a:cubicBezTo>
                  <a:pt x="1725567" y="1312606"/>
                  <a:pt x="1725158" y="1313015"/>
                  <a:pt x="1724749" y="1313627"/>
                </a:cubicBezTo>
                <a:cubicBezTo>
                  <a:pt x="1721477" y="1318328"/>
                  <a:pt x="1722704" y="1321393"/>
                  <a:pt x="1728225" y="1322007"/>
                </a:cubicBezTo>
                <a:cubicBezTo>
                  <a:pt x="1729248" y="1322211"/>
                  <a:pt x="1730270" y="1322211"/>
                  <a:pt x="1731088" y="1322416"/>
                </a:cubicBezTo>
                <a:cubicBezTo>
                  <a:pt x="1732519" y="1322824"/>
                  <a:pt x="1734156" y="1322416"/>
                  <a:pt x="1734565" y="1324664"/>
                </a:cubicBezTo>
                <a:cubicBezTo>
                  <a:pt x="1734973" y="1326299"/>
                  <a:pt x="1734156" y="1327116"/>
                  <a:pt x="1732928" y="1327934"/>
                </a:cubicBezTo>
                <a:cubicBezTo>
                  <a:pt x="1730679" y="1329569"/>
                  <a:pt x="1730884" y="1331000"/>
                  <a:pt x="1733132" y="1332838"/>
                </a:cubicBezTo>
                <a:cubicBezTo>
                  <a:pt x="1735996" y="1335087"/>
                  <a:pt x="1738654" y="1337948"/>
                  <a:pt x="1738450" y="1342036"/>
                </a:cubicBezTo>
                <a:cubicBezTo>
                  <a:pt x="1738245" y="1345306"/>
                  <a:pt x="1739063" y="1346941"/>
                  <a:pt x="1742743" y="1346124"/>
                </a:cubicBezTo>
                <a:cubicBezTo>
                  <a:pt x="1743562" y="1345919"/>
                  <a:pt x="1744584" y="1346124"/>
                  <a:pt x="1744993" y="1347350"/>
                </a:cubicBezTo>
                <a:cubicBezTo>
                  <a:pt x="1745402" y="1348372"/>
                  <a:pt x="1744380" y="1348985"/>
                  <a:pt x="1743766" y="1349598"/>
                </a:cubicBezTo>
                <a:cubicBezTo>
                  <a:pt x="1742334" y="1351029"/>
                  <a:pt x="1740699" y="1352459"/>
                  <a:pt x="1739676" y="1354094"/>
                </a:cubicBezTo>
                <a:cubicBezTo>
                  <a:pt x="1736404" y="1358386"/>
                  <a:pt x="1736609" y="1360839"/>
                  <a:pt x="1739676" y="1365335"/>
                </a:cubicBezTo>
                <a:cubicBezTo>
                  <a:pt x="1742130" y="1368809"/>
                  <a:pt x="1743971" y="1372488"/>
                  <a:pt x="1744175" y="1376985"/>
                </a:cubicBezTo>
                <a:cubicBezTo>
                  <a:pt x="1744380" y="1380254"/>
                  <a:pt x="1742743" y="1380663"/>
                  <a:pt x="1740085" y="1379641"/>
                </a:cubicBezTo>
                <a:cubicBezTo>
                  <a:pt x="1738245" y="1379029"/>
                  <a:pt x="1737222" y="1377189"/>
                  <a:pt x="1735791" y="1376167"/>
                </a:cubicBezTo>
                <a:cubicBezTo>
                  <a:pt x="1734156" y="1374941"/>
                  <a:pt x="1731906" y="1373306"/>
                  <a:pt x="1730270" y="1374941"/>
                </a:cubicBezTo>
                <a:cubicBezTo>
                  <a:pt x="1728429" y="1376985"/>
                  <a:pt x="1729453" y="1379438"/>
                  <a:pt x="1731292" y="1381277"/>
                </a:cubicBezTo>
                <a:cubicBezTo>
                  <a:pt x="1732110" y="1382094"/>
                  <a:pt x="1733337" y="1382912"/>
                  <a:pt x="1734156" y="1383933"/>
                </a:cubicBezTo>
                <a:cubicBezTo>
                  <a:pt x="1735178" y="1384955"/>
                  <a:pt x="1735996" y="1386182"/>
                  <a:pt x="1734769" y="1387612"/>
                </a:cubicBezTo>
                <a:cubicBezTo>
                  <a:pt x="1733747" y="1388839"/>
                  <a:pt x="1732519" y="1388225"/>
                  <a:pt x="1731292" y="1387204"/>
                </a:cubicBezTo>
                <a:cubicBezTo>
                  <a:pt x="1730066" y="1386386"/>
                  <a:pt x="1728839" y="1385364"/>
                  <a:pt x="1727612" y="1384751"/>
                </a:cubicBezTo>
                <a:cubicBezTo>
                  <a:pt x="1725772" y="1383524"/>
                  <a:pt x="1723726" y="1384138"/>
                  <a:pt x="1722295" y="1385364"/>
                </a:cubicBezTo>
                <a:cubicBezTo>
                  <a:pt x="1720864" y="1386591"/>
                  <a:pt x="1721682" y="1388430"/>
                  <a:pt x="1722295" y="1389861"/>
                </a:cubicBezTo>
                <a:cubicBezTo>
                  <a:pt x="1725363" y="1397014"/>
                  <a:pt x="1735587" y="1400079"/>
                  <a:pt x="1742539" y="1395787"/>
                </a:cubicBezTo>
                <a:cubicBezTo>
                  <a:pt x="1745811" y="1393744"/>
                  <a:pt x="1747037" y="1394357"/>
                  <a:pt x="1747446" y="1397627"/>
                </a:cubicBezTo>
                <a:cubicBezTo>
                  <a:pt x="1748061" y="1402940"/>
                  <a:pt x="1750514" y="1406416"/>
                  <a:pt x="1755830" y="1408254"/>
                </a:cubicBezTo>
                <a:cubicBezTo>
                  <a:pt x="1757261" y="1408663"/>
                  <a:pt x="1759511" y="1409686"/>
                  <a:pt x="1758898" y="1411933"/>
                </a:cubicBezTo>
                <a:cubicBezTo>
                  <a:pt x="1757671" y="1417043"/>
                  <a:pt x="1759716" y="1421335"/>
                  <a:pt x="1762374" y="1425423"/>
                </a:cubicBezTo>
                <a:cubicBezTo>
                  <a:pt x="1764419" y="1428488"/>
                  <a:pt x="1765032" y="1431349"/>
                  <a:pt x="1762783" y="1435028"/>
                </a:cubicBezTo>
                <a:cubicBezTo>
                  <a:pt x="1760329" y="1438911"/>
                  <a:pt x="1761760" y="1441160"/>
                  <a:pt x="1766667" y="1441977"/>
                </a:cubicBezTo>
                <a:cubicBezTo>
                  <a:pt x="1766872" y="1441977"/>
                  <a:pt x="1767076" y="1441977"/>
                  <a:pt x="1767282" y="1441977"/>
                </a:cubicBezTo>
                <a:cubicBezTo>
                  <a:pt x="1769122" y="1442181"/>
                  <a:pt x="1770962" y="1442590"/>
                  <a:pt x="1771166" y="1444430"/>
                </a:cubicBezTo>
                <a:cubicBezTo>
                  <a:pt x="1771575" y="1446269"/>
                  <a:pt x="1769326" y="1446064"/>
                  <a:pt x="1768304" y="1446677"/>
                </a:cubicBezTo>
                <a:cubicBezTo>
                  <a:pt x="1761760" y="1449947"/>
                  <a:pt x="1759102" y="1455057"/>
                  <a:pt x="1760329" y="1462415"/>
                </a:cubicBezTo>
                <a:cubicBezTo>
                  <a:pt x="1760738" y="1464868"/>
                  <a:pt x="1759920" y="1466298"/>
                  <a:pt x="1757876" y="1467320"/>
                </a:cubicBezTo>
                <a:cubicBezTo>
                  <a:pt x="1756648" y="1467933"/>
                  <a:pt x="1755421" y="1468342"/>
                  <a:pt x="1754195" y="1468955"/>
                </a:cubicBezTo>
                <a:cubicBezTo>
                  <a:pt x="1752558" y="1469772"/>
                  <a:pt x="1751945" y="1470999"/>
                  <a:pt x="1752354" y="1472839"/>
                </a:cubicBezTo>
                <a:lnTo>
                  <a:pt x="1753269" y="1474136"/>
                </a:lnTo>
                <a:lnTo>
                  <a:pt x="1737287" y="1490031"/>
                </a:lnTo>
                <a:lnTo>
                  <a:pt x="1737631" y="1486940"/>
                </a:lnTo>
                <a:cubicBezTo>
                  <a:pt x="1738041" y="1485305"/>
                  <a:pt x="1738041" y="1484487"/>
                  <a:pt x="1736200" y="1483466"/>
                </a:cubicBezTo>
                <a:cubicBezTo>
                  <a:pt x="1734156" y="1482648"/>
                  <a:pt x="1733337" y="1483670"/>
                  <a:pt x="1732519" y="1484896"/>
                </a:cubicBezTo>
                <a:cubicBezTo>
                  <a:pt x="1731906" y="1485714"/>
                  <a:pt x="1731701" y="1486531"/>
                  <a:pt x="1731292" y="1487554"/>
                </a:cubicBezTo>
                <a:cubicBezTo>
                  <a:pt x="1729453" y="1491846"/>
                  <a:pt x="1728225" y="1492050"/>
                  <a:pt x="1725158" y="1488575"/>
                </a:cubicBezTo>
                <a:cubicBezTo>
                  <a:pt x="1724545" y="1487758"/>
                  <a:pt x="1723726" y="1486736"/>
                  <a:pt x="1722500" y="1486736"/>
                </a:cubicBezTo>
                <a:cubicBezTo>
                  <a:pt x="1721068" y="1486940"/>
                  <a:pt x="1721068" y="1488575"/>
                  <a:pt x="1720660" y="1489597"/>
                </a:cubicBezTo>
                <a:cubicBezTo>
                  <a:pt x="1720251" y="1490415"/>
                  <a:pt x="1720046" y="1491232"/>
                  <a:pt x="1720046" y="1492050"/>
                </a:cubicBezTo>
                <a:lnTo>
                  <a:pt x="1719261" y="1493216"/>
                </a:lnTo>
                <a:lnTo>
                  <a:pt x="1756221" y="1502996"/>
                </a:lnTo>
                <a:cubicBezTo>
                  <a:pt x="1898936" y="1547143"/>
                  <a:pt x="2037479" y="1602871"/>
                  <a:pt x="2171851" y="1669686"/>
                </a:cubicBezTo>
                <a:lnTo>
                  <a:pt x="2193858" y="1682084"/>
                </a:lnTo>
                <a:lnTo>
                  <a:pt x="2203401" y="1657369"/>
                </a:lnTo>
                <a:cubicBezTo>
                  <a:pt x="2212031" y="1644718"/>
                  <a:pt x="2212606" y="1637817"/>
                  <a:pt x="2203401" y="1625741"/>
                </a:cubicBezTo>
                <a:cubicBezTo>
                  <a:pt x="2200525" y="1621141"/>
                  <a:pt x="2195921" y="1617116"/>
                  <a:pt x="2191894" y="1613090"/>
                </a:cubicBezTo>
                <a:cubicBezTo>
                  <a:pt x="2190169" y="1611365"/>
                  <a:pt x="2187291" y="1609640"/>
                  <a:pt x="2188442" y="1606765"/>
                </a:cubicBezTo>
                <a:cubicBezTo>
                  <a:pt x="2189592" y="1603313"/>
                  <a:pt x="2192470" y="1602738"/>
                  <a:pt x="2194771" y="1603313"/>
                </a:cubicBezTo>
                <a:cubicBezTo>
                  <a:pt x="2205127" y="1605614"/>
                  <a:pt x="2207429" y="1601013"/>
                  <a:pt x="2206854" y="1591813"/>
                </a:cubicBezTo>
                <a:cubicBezTo>
                  <a:pt x="2206277" y="1580312"/>
                  <a:pt x="2213757" y="1572261"/>
                  <a:pt x="2221812" y="1565936"/>
                </a:cubicBezTo>
                <a:cubicBezTo>
                  <a:pt x="2228141" y="1560760"/>
                  <a:pt x="2228716" y="1556734"/>
                  <a:pt x="2222387" y="1552133"/>
                </a:cubicBezTo>
                <a:cubicBezTo>
                  <a:pt x="2218936" y="1549833"/>
                  <a:pt x="2216634" y="1547533"/>
                  <a:pt x="2217785" y="1542933"/>
                </a:cubicBezTo>
                <a:cubicBezTo>
                  <a:pt x="2218936" y="1536607"/>
                  <a:pt x="2223539" y="1537757"/>
                  <a:pt x="2227566" y="1536607"/>
                </a:cubicBezTo>
                <a:cubicBezTo>
                  <a:pt x="2229867" y="1536032"/>
                  <a:pt x="2232744" y="1536032"/>
                  <a:pt x="2235620" y="1535457"/>
                </a:cubicBezTo>
                <a:cubicBezTo>
                  <a:pt x="2251155" y="1533732"/>
                  <a:pt x="2254606" y="1525106"/>
                  <a:pt x="2245401" y="1511880"/>
                </a:cubicBezTo>
                <a:cubicBezTo>
                  <a:pt x="2244251" y="1510155"/>
                  <a:pt x="2243100" y="1509005"/>
                  <a:pt x="2242525" y="1507280"/>
                </a:cubicBezTo>
                <a:cubicBezTo>
                  <a:pt x="2240799" y="1503830"/>
                  <a:pt x="2239647" y="1499229"/>
                  <a:pt x="2243100" y="1496929"/>
                </a:cubicBezTo>
                <a:cubicBezTo>
                  <a:pt x="2245976" y="1494628"/>
                  <a:pt x="2250004" y="1496929"/>
                  <a:pt x="2252305" y="1499229"/>
                </a:cubicBezTo>
                <a:cubicBezTo>
                  <a:pt x="2254606" y="1501530"/>
                  <a:pt x="2256332" y="1503830"/>
                  <a:pt x="2258059" y="1506705"/>
                </a:cubicBezTo>
                <a:lnTo>
                  <a:pt x="2260397" y="1507055"/>
                </a:lnTo>
                <a:lnTo>
                  <a:pt x="2261117" y="1501310"/>
                </a:lnTo>
                <a:cubicBezTo>
                  <a:pt x="2263135" y="1493534"/>
                  <a:pt x="2272075" y="1495837"/>
                  <a:pt x="2275536" y="1490077"/>
                </a:cubicBezTo>
                <a:cubicBezTo>
                  <a:pt x="2276690" y="1488061"/>
                  <a:pt x="2282169" y="1489501"/>
                  <a:pt x="2284764" y="1489789"/>
                </a:cubicBezTo>
                <a:cubicBezTo>
                  <a:pt x="2290821" y="1490653"/>
                  <a:pt x="2298030" y="1486909"/>
                  <a:pt x="2302933" y="1493821"/>
                </a:cubicBezTo>
                <a:cubicBezTo>
                  <a:pt x="2303798" y="1494973"/>
                  <a:pt x="2305528" y="1496413"/>
                  <a:pt x="2307835" y="1496413"/>
                </a:cubicBezTo>
                <a:lnTo>
                  <a:pt x="2310709" y="1498832"/>
                </a:lnTo>
                <a:lnTo>
                  <a:pt x="2348388" y="1496353"/>
                </a:lnTo>
                <a:cubicBezTo>
                  <a:pt x="2353566" y="1495203"/>
                  <a:pt x="2356443" y="1498654"/>
                  <a:pt x="2358744" y="1501530"/>
                </a:cubicBezTo>
                <a:cubicBezTo>
                  <a:pt x="2366799" y="1510730"/>
                  <a:pt x="2374278" y="1519931"/>
                  <a:pt x="2388661" y="1515331"/>
                </a:cubicBezTo>
                <a:cubicBezTo>
                  <a:pt x="2391539" y="1514756"/>
                  <a:pt x="2393264" y="1517056"/>
                  <a:pt x="2394415" y="1519356"/>
                </a:cubicBezTo>
                <a:cubicBezTo>
                  <a:pt x="2400744" y="1530857"/>
                  <a:pt x="2411100" y="1540058"/>
                  <a:pt x="2419730" y="1549833"/>
                </a:cubicBezTo>
                <a:cubicBezTo>
                  <a:pt x="2432964" y="1564786"/>
                  <a:pt x="2440443" y="1581462"/>
                  <a:pt x="2435265" y="1601588"/>
                </a:cubicBezTo>
                <a:cubicBezTo>
                  <a:pt x="2433539" y="1609640"/>
                  <a:pt x="2438141" y="1614815"/>
                  <a:pt x="2442744" y="1619416"/>
                </a:cubicBezTo>
                <a:cubicBezTo>
                  <a:pt x="2453100" y="1630342"/>
                  <a:pt x="2452525" y="1636092"/>
                  <a:pt x="2441018" y="1644718"/>
                </a:cubicBezTo>
                <a:cubicBezTo>
                  <a:pt x="2428360" y="1653343"/>
                  <a:pt x="2428360" y="1653343"/>
                  <a:pt x="2438716" y="1665994"/>
                </a:cubicBezTo>
                <a:cubicBezTo>
                  <a:pt x="2441018" y="1668871"/>
                  <a:pt x="2442744" y="1671171"/>
                  <a:pt x="2439293" y="1674621"/>
                </a:cubicBezTo>
                <a:cubicBezTo>
                  <a:pt x="2427785" y="1687847"/>
                  <a:pt x="2417429" y="1701073"/>
                  <a:pt x="2405346" y="1713724"/>
                </a:cubicBezTo>
                <a:cubicBezTo>
                  <a:pt x="2396716" y="1723501"/>
                  <a:pt x="2385785" y="1729826"/>
                  <a:pt x="2373128" y="1732702"/>
                </a:cubicBezTo>
                <a:cubicBezTo>
                  <a:pt x="2365073" y="1735002"/>
                  <a:pt x="2349539" y="1755703"/>
                  <a:pt x="2348963" y="1764329"/>
                </a:cubicBezTo>
                <a:cubicBezTo>
                  <a:pt x="2348963" y="1767204"/>
                  <a:pt x="2348963" y="1769504"/>
                  <a:pt x="2352415" y="1770654"/>
                </a:cubicBezTo>
                <a:lnTo>
                  <a:pt x="2355478" y="1773134"/>
                </a:lnTo>
                <a:lnTo>
                  <a:pt x="2429009" y="1814559"/>
                </a:lnTo>
                <a:lnTo>
                  <a:pt x="2441530" y="1776982"/>
                </a:lnTo>
                <a:cubicBezTo>
                  <a:pt x="2456483" y="1729119"/>
                  <a:pt x="2492368" y="1693223"/>
                  <a:pt x="2528254" y="1660316"/>
                </a:cubicBezTo>
                <a:cubicBezTo>
                  <a:pt x="2531244" y="1654334"/>
                  <a:pt x="2543206" y="1651342"/>
                  <a:pt x="2549187" y="1654334"/>
                </a:cubicBezTo>
                <a:cubicBezTo>
                  <a:pt x="2588063" y="1657325"/>
                  <a:pt x="2629928" y="1639376"/>
                  <a:pt x="2668804" y="1654334"/>
                </a:cubicBezTo>
                <a:cubicBezTo>
                  <a:pt x="2674785" y="1615445"/>
                  <a:pt x="2638899" y="1594504"/>
                  <a:pt x="2644881" y="1555615"/>
                </a:cubicBezTo>
                <a:cubicBezTo>
                  <a:pt x="2671795" y="1576555"/>
                  <a:pt x="2692728" y="1591513"/>
                  <a:pt x="2713661" y="1609462"/>
                </a:cubicBezTo>
                <a:cubicBezTo>
                  <a:pt x="2721885" y="1616193"/>
                  <a:pt x="2730108" y="1622362"/>
                  <a:pt x="2738473" y="1627551"/>
                </a:cubicBezTo>
                <a:lnTo>
                  <a:pt x="2753930" y="1634901"/>
                </a:lnTo>
                <a:lnTo>
                  <a:pt x="2756826" y="1632145"/>
                </a:lnTo>
                <a:cubicBezTo>
                  <a:pt x="2756652" y="1628661"/>
                  <a:pt x="2758917" y="1626222"/>
                  <a:pt x="2761358" y="1624307"/>
                </a:cubicBezTo>
                <a:cubicBezTo>
                  <a:pt x="2763274" y="1622739"/>
                  <a:pt x="2763449" y="1621520"/>
                  <a:pt x="2761531" y="1620126"/>
                </a:cubicBezTo>
                <a:cubicBezTo>
                  <a:pt x="2760486" y="1619430"/>
                  <a:pt x="2759789" y="1618732"/>
                  <a:pt x="2760137" y="1617340"/>
                </a:cubicBezTo>
                <a:lnTo>
                  <a:pt x="2762472" y="1615830"/>
                </a:lnTo>
                <a:lnTo>
                  <a:pt x="2741438" y="1612164"/>
                </a:lnTo>
                <a:cubicBezTo>
                  <a:pt x="2735457" y="1615155"/>
                  <a:pt x="2732465" y="1612164"/>
                  <a:pt x="2729475" y="1606181"/>
                </a:cubicBezTo>
                <a:cubicBezTo>
                  <a:pt x="2741438" y="1591224"/>
                  <a:pt x="2762370" y="1594216"/>
                  <a:pt x="2774332" y="1582250"/>
                </a:cubicBezTo>
                <a:cubicBezTo>
                  <a:pt x="2774332" y="1579258"/>
                  <a:pt x="2774332" y="1576267"/>
                  <a:pt x="2774332" y="1570285"/>
                </a:cubicBezTo>
                <a:cubicBezTo>
                  <a:pt x="2771341" y="1507464"/>
                  <a:pt x="2759380" y="1441652"/>
                  <a:pt x="2795265" y="1378832"/>
                </a:cubicBezTo>
                <a:lnTo>
                  <a:pt x="2794669" y="1374358"/>
                </a:lnTo>
                <a:lnTo>
                  <a:pt x="2786788" y="1383378"/>
                </a:lnTo>
                <a:cubicBezTo>
                  <a:pt x="2761656" y="1416870"/>
                  <a:pt x="2735995" y="1455106"/>
                  <a:pt x="2707088" y="1499451"/>
                </a:cubicBezTo>
                <a:cubicBezTo>
                  <a:pt x="2708135" y="1476358"/>
                  <a:pt x="2725639" y="1449008"/>
                  <a:pt x="2739426" y="1420865"/>
                </a:cubicBezTo>
                <a:cubicBezTo>
                  <a:pt x="2752292" y="1406125"/>
                  <a:pt x="2767279" y="1386010"/>
                  <a:pt x="2781999" y="1364866"/>
                </a:cubicBezTo>
                <a:lnTo>
                  <a:pt x="2791485" y="1350472"/>
                </a:lnTo>
                <a:lnTo>
                  <a:pt x="2789370" y="1334601"/>
                </a:lnTo>
                <a:lnTo>
                  <a:pt x="2777442" y="1349807"/>
                </a:lnTo>
                <a:cubicBezTo>
                  <a:pt x="2763417" y="1367697"/>
                  <a:pt x="2749225" y="1384096"/>
                  <a:pt x="2733038" y="1396182"/>
                </a:cubicBezTo>
                <a:cubicBezTo>
                  <a:pt x="2720046" y="1420610"/>
                  <a:pt x="2700954" y="1455393"/>
                  <a:pt x="2690597" y="1449294"/>
                </a:cubicBezTo>
                <a:cubicBezTo>
                  <a:pt x="2704383" y="1421150"/>
                  <a:pt x="2712070" y="1403362"/>
                  <a:pt x="2734086" y="1373089"/>
                </a:cubicBezTo>
                <a:cubicBezTo>
                  <a:pt x="2734086" y="1373089"/>
                  <a:pt x="2737801" y="1373884"/>
                  <a:pt x="2736214" y="1381317"/>
                </a:cubicBezTo>
                <a:cubicBezTo>
                  <a:pt x="2736214" y="1381317"/>
                  <a:pt x="2753718" y="1353968"/>
                  <a:pt x="2751588" y="1345740"/>
                </a:cubicBezTo>
                <a:cubicBezTo>
                  <a:pt x="2760612" y="1339895"/>
                  <a:pt x="2765122" y="1336972"/>
                  <a:pt x="2768045" y="1341485"/>
                </a:cubicBezTo>
                <a:cubicBezTo>
                  <a:pt x="2771222" y="1326618"/>
                  <a:pt x="2805182" y="1295012"/>
                  <a:pt x="2817381" y="1274301"/>
                </a:cubicBezTo>
                <a:cubicBezTo>
                  <a:pt x="2822686" y="1267662"/>
                  <a:pt x="2823480" y="1263946"/>
                  <a:pt x="2828785" y="1257307"/>
                </a:cubicBezTo>
                <a:lnTo>
                  <a:pt x="2854356" y="1227686"/>
                </a:lnTo>
                <a:lnTo>
                  <a:pt x="2841467" y="1219528"/>
                </a:lnTo>
                <a:cubicBezTo>
                  <a:pt x="2838294" y="1217512"/>
                  <a:pt x="2836565" y="1212040"/>
                  <a:pt x="2835123" y="1207719"/>
                </a:cubicBezTo>
                <a:cubicBezTo>
                  <a:pt x="2834545" y="1205991"/>
                  <a:pt x="2834834" y="1204263"/>
                  <a:pt x="2833104" y="1202823"/>
                </a:cubicBezTo>
                <a:cubicBezTo>
                  <a:pt x="2831373" y="1201383"/>
                  <a:pt x="2831662" y="1199655"/>
                  <a:pt x="2832815" y="1197926"/>
                </a:cubicBezTo>
                <a:cubicBezTo>
                  <a:pt x="2833392" y="1196774"/>
                  <a:pt x="2834545" y="1195334"/>
                  <a:pt x="2833681" y="1194182"/>
                </a:cubicBezTo>
                <a:cubicBezTo>
                  <a:pt x="2830797" y="1190726"/>
                  <a:pt x="2830508" y="1188133"/>
                  <a:pt x="2835123" y="1186406"/>
                </a:cubicBezTo>
                <a:cubicBezTo>
                  <a:pt x="2836276" y="1186117"/>
                  <a:pt x="2836565" y="1184389"/>
                  <a:pt x="2835410" y="1183525"/>
                </a:cubicBezTo>
                <a:cubicBezTo>
                  <a:pt x="2831662" y="1180357"/>
                  <a:pt x="2835699" y="1178917"/>
                  <a:pt x="2836276" y="1176612"/>
                </a:cubicBezTo>
                <a:cubicBezTo>
                  <a:pt x="2838294" y="1168836"/>
                  <a:pt x="2847235" y="1171140"/>
                  <a:pt x="2850696" y="1165379"/>
                </a:cubicBezTo>
                <a:cubicBezTo>
                  <a:pt x="2851849" y="1163363"/>
                  <a:pt x="2857329" y="1164803"/>
                  <a:pt x="2859924" y="1165092"/>
                </a:cubicBezTo>
                <a:cubicBezTo>
                  <a:pt x="2865980" y="1165956"/>
                  <a:pt x="2873189" y="1162211"/>
                  <a:pt x="2878092" y="1169124"/>
                </a:cubicBezTo>
                <a:cubicBezTo>
                  <a:pt x="2878957" y="1170276"/>
                  <a:pt x="2880688" y="1171716"/>
                  <a:pt x="2882995" y="1171716"/>
                </a:cubicBezTo>
                <a:cubicBezTo>
                  <a:pt x="2886167" y="1171428"/>
                  <a:pt x="2887898" y="1173157"/>
                  <a:pt x="2888474" y="1176325"/>
                </a:cubicBezTo>
                <a:cubicBezTo>
                  <a:pt x="2889051" y="1178341"/>
                  <a:pt x="2890493" y="1179493"/>
                  <a:pt x="2891935" y="1180933"/>
                </a:cubicBezTo>
                <a:lnTo>
                  <a:pt x="2892685" y="1183288"/>
                </a:lnTo>
                <a:lnTo>
                  <a:pt x="2894641" y="1181023"/>
                </a:lnTo>
                <a:cubicBezTo>
                  <a:pt x="2918253" y="1156921"/>
                  <a:pt x="2942596" y="1133948"/>
                  <a:pt x="2964881" y="1111506"/>
                </a:cubicBezTo>
                <a:cubicBezTo>
                  <a:pt x="2980002" y="1095306"/>
                  <a:pt x="3002811" y="1061317"/>
                  <a:pt x="3008658" y="1070339"/>
                </a:cubicBezTo>
                <a:cubicBezTo>
                  <a:pt x="3019268" y="1057060"/>
                  <a:pt x="3029084" y="1047500"/>
                  <a:pt x="3030673" y="1040066"/>
                </a:cubicBezTo>
                <a:cubicBezTo>
                  <a:pt x="3044207" y="1031299"/>
                  <a:pt x="3042617" y="1038732"/>
                  <a:pt x="3041825" y="1042448"/>
                </a:cubicBezTo>
                <a:cubicBezTo>
                  <a:pt x="3014505" y="1079359"/>
                  <a:pt x="2971521" y="1116811"/>
                  <a:pt x="2946583" y="1142573"/>
                </a:cubicBezTo>
                <a:cubicBezTo>
                  <a:pt x="2942072" y="1145493"/>
                  <a:pt x="2941278" y="1149210"/>
                  <a:pt x="2944995" y="1150006"/>
                </a:cubicBezTo>
                <a:cubicBezTo>
                  <a:pt x="2945789" y="1146289"/>
                  <a:pt x="2945789" y="1146289"/>
                  <a:pt x="2950300" y="1143366"/>
                </a:cubicBezTo>
                <a:cubicBezTo>
                  <a:pt x="2951095" y="1139649"/>
                  <a:pt x="2955604" y="1136728"/>
                  <a:pt x="2959322" y="1137521"/>
                </a:cubicBezTo>
                <a:cubicBezTo>
                  <a:pt x="2959322" y="1137521"/>
                  <a:pt x="2958529" y="1141237"/>
                  <a:pt x="2954017" y="1144161"/>
                </a:cubicBezTo>
                <a:cubicBezTo>
                  <a:pt x="2954017" y="1144161"/>
                  <a:pt x="2954017" y="1144161"/>
                  <a:pt x="2953223" y="1147877"/>
                </a:cubicBezTo>
                <a:cubicBezTo>
                  <a:pt x="2990901" y="1117065"/>
                  <a:pt x="3025656" y="1081742"/>
                  <a:pt x="3064922" y="1043496"/>
                </a:cubicBezTo>
                <a:cubicBezTo>
                  <a:pt x="3099676" y="1008175"/>
                  <a:pt x="3138149" y="973646"/>
                  <a:pt x="3180338" y="939912"/>
                </a:cubicBezTo>
                <a:cubicBezTo>
                  <a:pt x="3186436" y="929557"/>
                  <a:pt x="3191742" y="922918"/>
                  <a:pt x="3200764" y="917073"/>
                </a:cubicBezTo>
                <a:cubicBezTo>
                  <a:pt x="3238442" y="886260"/>
                  <a:pt x="3258075" y="867138"/>
                  <a:pt x="3294164" y="843759"/>
                </a:cubicBezTo>
                <a:cubicBezTo>
                  <a:pt x="3294959" y="840044"/>
                  <a:pt x="3292830" y="831816"/>
                  <a:pt x="3289907" y="827305"/>
                </a:cubicBezTo>
                <a:cubicBezTo>
                  <a:pt x="3299722" y="817745"/>
                  <a:pt x="3305027" y="811104"/>
                  <a:pt x="3305822" y="807388"/>
                </a:cubicBezTo>
                <a:cubicBezTo>
                  <a:pt x="3305822" y="807388"/>
                  <a:pt x="3301310" y="810312"/>
                  <a:pt x="3301310" y="810312"/>
                </a:cubicBezTo>
                <a:cubicBezTo>
                  <a:pt x="3297592" y="809517"/>
                  <a:pt x="3297592" y="809517"/>
                  <a:pt x="3297592" y="809517"/>
                </a:cubicBezTo>
                <a:cubicBezTo>
                  <a:pt x="3298388" y="805800"/>
                  <a:pt x="3302898" y="802879"/>
                  <a:pt x="3306615" y="803671"/>
                </a:cubicBezTo>
                <a:cubicBezTo>
                  <a:pt x="3306615" y="803671"/>
                  <a:pt x="3307410" y="799956"/>
                  <a:pt x="3311127" y="800750"/>
                </a:cubicBezTo>
                <a:cubicBezTo>
                  <a:pt x="3305280" y="791729"/>
                  <a:pt x="3319609" y="779244"/>
                  <a:pt x="3342165" y="764634"/>
                </a:cubicBezTo>
                <a:cubicBezTo>
                  <a:pt x="3364722" y="750022"/>
                  <a:pt x="3391788" y="732486"/>
                  <a:pt x="3414344" y="717875"/>
                </a:cubicBezTo>
                <a:cubicBezTo>
                  <a:pt x="3426290" y="716541"/>
                  <a:pt x="3400017" y="730359"/>
                  <a:pt x="3403734" y="731153"/>
                </a:cubicBezTo>
                <a:cubicBezTo>
                  <a:pt x="3403734" y="731153"/>
                  <a:pt x="3408245" y="728230"/>
                  <a:pt x="3408245" y="728230"/>
                </a:cubicBezTo>
                <a:cubicBezTo>
                  <a:pt x="3412755" y="725309"/>
                  <a:pt x="3413550" y="721592"/>
                  <a:pt x="3416473" y="726102"/>
                </a:cubicBezTo>
                <a:cubicBezTo>
                  <a:pt x="3416473" y="726102"/>
                  <a:pt x="3416473" y="726102"/>
                  <a:pt x="3411962" y="729025"/>
                </a:cubicBezTo>
                <a:cubicBezTo>
                  <a:pt x="3411962" y="729025"/>
                  <a:pt x="3411962" y="729025"/>
                  <a:pt x="3411168" y="732742"/>
                </a:cubicBezTo>
                <a:cubicBezTo>
                  <a:pt x="3424701" y="723974"/>
                  <a:pt x="3438235" y="715207"/>
                  <a:pt x="3441159" y="719719"/>
                </a:cubicBezTo>
                <a:cubicBezTo>
                  <a:pt x="3435059" y="730074"/>
                  <a:pt x="3412503" y="744686"/>
                  <a:pt x="3407198" y="751324"/>
                </a:cubicBezTo>
                <a:cubicBezTo>
                  <a:pt x="3407198" y="751324"/>
                  <a:pt x="3407198" y="751324"/>
                  <a:pt x="3411709" y="748402"/>
                </a:cubicBezTo>
                <a:cubicBezTo>
                  <a:pt x="3416221" y="745479"/>
                  <a:pt x="3416221" y="745479"/>
                  <a:pt x="3420730" y="742557"/>
                </a:cubicBezTo>
                <a:cubicBezTo>
                  <a:pt x="3420730" y="742557"/>
                  <a:pt x="3419937" y="746274"/>
                  <a:pt x="3419937" y="746274"/>
                </a:cubicBezTo>
                <a:cubicBezTo>
                  <a:pt x="3416221" y="745479"/>
                  <a:pt x="3415427" y="749195"/>
                  <a:pt x="3415427" y="749195"/>
                </a:cubicBezTo>
                <a:cubicBezTo>
                  <a:pt x="3420730" y="742557"/>
                  <a:pt x="3432677" y="741223"/>
                  <a:pt x="3441699" y="735378"/>
                </a:cubicBezTo>
                <a:cubicBezTo>
                  <a:pt x="3482301" y="709077"/>
                  <a:pt x="3524489" y="675343"/>
                  <a:pt x="3568807" y="649835"/>
                </a:cubicBezTo>
                <a:cubicBezTo>
                  <a:pt x="3582342" y="641069"/>
                  <a:pt x="3590569" y="638940"/>
                  <a:pt x="3607821" y="630967"/>
                </a:cubicBezTo>
                <a:cubicBezTo>
                  <a:pt x="3647628" y="608383"/>
                  <a:pt x="3695664" y="583670"/>
                  <a:pt x="3735470" y="561085"/>
                </a:cubicBezTo>
                <a:lnTo>
                  <a:pt x="3772019" y="543441"/>
                </a:lnTo>
                <a:lnTo>
                  <a:pt x="3768755" y="537368"/>
                </a:lnTo>
                <a:cubicBezTo>
                  <a:pt x="3768219" y="535760"/>
                  <a:pt x="3768488" y="534152"/>
                  <a:pt x="3766877" y="532813"/>
                </a:cubicBezTo>
                <a:cubicBezTo>
                  <a:pt x="3765267" y="531472"/>
                  <a:pt x="3765536" y="529864"/>
                  <a:pt x="3766609" y="528256"/>
                </a:cubicBezTo>
                <a:cubicBezTo>
                  <a:pt x="3767146" y="527184"/>
                  <a:pt x="3768219" y="525843"/>
                  <a:pt x="3767414" y="524772"/>
                </a:cubicBezTo>
                <a:cubicBezTo>
                  <a:pt x="3764730" y="521556"/>
                  <a:pt x="3764462" y="519143"/>
                  <a:pt x="3768755" y="517535"/>
                </a:cubicBezTo>
                <a:cubicBezTo>
                  <a:pt x="3769829" y="517267"/>
                  <a:pt x="3770098" y="515659"/>
                  <a:pt x="3769024" y="514854"/>
                </a:cubicBezTo>
                <a:cubicBezTo>
                  <a:pt x="3765536" y="511906"/>
                  <a:pt x="3769292" y="510566"/>
                  <a:pt x="3769829" y="508421"/>
                </a:cubicBezTo>
                <a:cubicBezTo>
                  <a:pt x="3771708" y="501185"/>
                  <a:pt x="3780028" y="503329"/>
                  <a:pt x="3783247" y="497969"/>
                </a:cubicBezTo>
                <a:cubicBezTo>
                  <a:pt x="3784321" y="496093"/>
                  <a:pt x="3789420" y="497432"/>
                  <a:pt x="3791836" y="497701"/>
                </a:cubicBezTo>
                <a:cubicBezTo>
                  <a:pt x="3797471" y="498505"/>
                  <a:pt x="3804181" y="495020"/>
                  <a:pt x="3808743" y="501453"/>
                </a:cubicBezTo>
                <a:cubicBezTo>
                  <a:pt x="3809548" y="502526"/>
                  <a:pt x="3811158" y="503865"/>
                  <a:pt x="3813305" y="503865"/>
                </a:cubicBezTo>
                <a:cubicBezTo>
                  <a:pt x="3816258" y="503597"/>
                  <a:pt x="3817867" y="505205"/>
                  <a:pt x="3818404" y="508154"/>
                </a:cubicBezTo>
                <a:cubicBezTo>
                  <a:pt x="3818941" y="510030"/>
                  <a:pt x="3820283" y="511102"/>
                  <a:pt x="3821624" y="512442"/>
                </a:cubicBezTo>
                <a:cubicBezTo>
                  <a:pt x="3825113" y="515659"/>
                  <a:pt x="3826723" y="519411"/>
                  <a:pt x="3825382" y="524235"/>
                </a:cubicBezTo>
                <a:lnTo>
                  <a:pt x="3825824" y="525427"/>
                </a:lnTo>
                <a:lnTo>
                  <a:pt x="3832875" y="523603"/>
                </a:lnTo>
                <a:cubicBezTo>
                  <a:pt x="3832875" y="523603"/>
                  <a:pt x="3832875" y="523603"/>
                  <a:pt x="3828364" y="526525"/>
                </a:cubicBezTo>
                <a:lnTo>
                  <a:pt x="3826645" y="527639"/>
                </a:lnTo>
                <a:lnTo>
                  <a:pt x="3826895" y="528316"/>
                </a:lnTo>
                <a:lnTo>
                  <a:pt x="3870300" y="512168"/>
                </a:lnTo>
                <a:cubicBezTo>
                  <a:pt x="3873223" y="516679"/>
                  <a:pt x="3889681" y="512423"/>
                  <a:pt x="3888091" y="519856"/>
                </a:cubicBezTo>
                <a:cubicBezTo>
                  <a:pt x="3969835" y="482913"/>
                  <a:pt x="4033280" y="477037"/>
                  <a:pt x="4087415" y="441969"/>
                </a:cubicBezTo>
                <a:cubicBezTo>
                  <a:pt x="4140503" y="429994"/>
                  <a:pt x="4173958" y="437141"/>
                  <a:pt x="4228633" y="417733"/>
                </a:cubicBezTo>
                <a:cubicBezTo>
                  <a:pt x="4232352" y="418528"/>
                  <a:pt x="4244296" y="417194"/>
                  <a:pt x="4248810" y="414271"/>
                </a:cubicBezTo>
                <a:cubicBezTo>
                  <a:pt x="4273495" y="407886"/>
                  <a:pt x="4306408" y="399373"/>
                  <a:pt x="4334812" y="393783"/>
                </a:cubicBezTo>
                <a:cubicBezTo>
                  <a:pt x="4363212" y="388192"/>
                  <a:pt x="4394538" y="387112"/>
                  <a:pt x="4409405" y="390289"/>
                </a:cubicBezTo>
                <a:cubicBezTo>
                  <a:pt x="4404101" y="396928"/>
                  <a:pt x="4387644" y="401186"/>
                  <a:pt x="4367469" y="404647"/>
                </a:cubicBezTo>
                <a:cubicBezTo>
                  <a:pt x="4348089" y="404392"/>
                  <a:pt x="4327916" y="407855"/>
                  <a:pt x="4318895" y="413700"/>
                </a:cubicBezTo>
                <a:cubicBezTo>
                  <a:pt x="4306949" y="415034"/>
                  <a:pt x="4299515" y="413446"/>
                  <a:pt x="4288364" y="411063"/>
                </a:cubicBezTo>
                <a:cubicBezTo>
                  <a:pt x="4251733" y="418781"/>
                  <a:pt x="4238991" y="423832"/>
                  <a:pt x="4209796" y="433139"/>
                </a:cubicBezTo>
                <a:cubicBezTo>
                  <a:pt x="4215102" y="426501"/>
                  <a:pt x="4194131" y="433679"/>
                  <a:pt x="4182186" y="435013"/>
                </a:cubicBezTo>
                <a:cubicBezTo>
                  <a:pt x="4177675" y="437935"/>
                  <a:pt x="4164141" y="446703"/>
                  <a:pt x="4180598" y="442445"/>
                </a:cubicBezTo>
                <a:cubicBezTo>
                  <a:pt x="4151401" y="451753"/>
                  <a:pt x="4113976" y="463189"/>
                  <a:pt x="4072834" y="473829"/>
                </a:cubicBezTo>
                <a:cubicBezTo>
                  <a:pt x="4036203" y="481548"/>
                  <a:pt x="3994269" y="495905"/>
                  <a:pt x="3956843" y="507340"/>
                </a:cubicBezTo>
                <a:cubicBezTo>
                  <a:pt x="3956843" y="507340"/>
                  <a:pt x="3948614" y="509469"/>
                  <a:pt x="3950202" y="502035"/>
                </a:cubicBezTo>
                <a:cubicBezTo>
                  <a:pt x="3903755" y="519314"/>
                  <a:pt x="3879069" y="525700"/>
                  <a:pt x="3859436" y="544822"/>
                </a:cubicBezTo>
                <a:cubicBezTo>
                  <a:pt x="3834752" y="551206"/>
                  <a:pt x="3821219" y="559973"/>
                  <a:pt x="3804762" y="564231"/>
                </a:cubicBezTo>
                <a:cubicBezTo>
                  <a:pt x="3795739" y="570076"/>
                  <a:pt x="3808478" y="565025"/>
                  <a:pt x="3807686" y="568741"/>
                </a:cubicBezTo>
                <a:cubicBezTo>
                  <a:pt x="3790433" y="576714"/>
                  <a:pt x="3773182" y="584687"/>
                  <a:pt x="3755933" y="592660"/>
                </a:cubicBezTo>
                <a:cubicBezTo>
                  <a:pt x="3758314" y="581511"/>
                  <a:pt x="3744781" y="590278"/>
                  <a:pt x="3736552" y="592406"/>
                </a:cubicBezTo>
                <a:cubicBezTo>
                  <a:pt x="3729912" y="587101"/>
                  <a:pt x="3744239" y="574617"/>
                  <a:pt x="3754850" y="561339"/>
                </a:cubicBezTo>
                <a:cubicBezTo>
                  <a:pt x="3735470" y="561085"/>
                  <a:pt x="3684258" y="600664"/>
                  <a:pt x="3662496" y="611559"/>
                </a:cubicBezTo>
                <a:cubicBezTo>
                  <a:pt x="3666213" y="612354"/>
                  <a:pt x="3666213" y="612354"/>
                  <a:pt x="3666213" y="612354"/>
                </a:cubicBezTo>
                <a:cubicBezTo>
                  <a:pt x="3670725" y="609431"/>
                  <a:pt x="3674442" y="610225"/>
                  <a:pt x="3674442" y="610225"/>
                </a:cubicBezTo>
                <a:cubicBezTo>
                  <a:pt x="3669931" y="613148"/>
                  <a:pt x="3669137" y="616864"/>
                  <a:pt x="3665420" y="616071"/>
                </a:cubicBezTo>
                <a:cubicBezTo>
                  <a:pt x="3668342" y="620581"/>
                  <a:pt x="3637557" y="637321"/>
                  <a:pt x="3639146" y="629888"/>
                </a:cubicBezTo>
                <a:cubicBezTo>
                  <a:pt x="3638352" y="633604"/>
                  <a:pt x="3638352" y="633604"/>
                  <a:pt x="3633841" y="636527"/>
                </a:cubicBezTo>
                <a:cubicBezTo>
                  <a:pt x="3633841" y="636527"/>
                  <a:pt x="3633841" y="636527"/>
                  <a:pt x="3630124" y="635732"/>
                </a:cubicBezTo>
                <a:cubicBezTo>
                  <a:pt x="3630124" y="635732"/>
                  <a:pt x="3626407" y="634938"/>
                  <a:pt x="3626407" y="634938"/>
                </a:cubicBezTo>
                <a:cubicBezTo>
                  <a:pt x="3626407" y="634938"/>
                  <a:pt x="3626407" y="634938"/>
                  <a:pt x="3630918" y="632017"/>
                </a:cubicBezTo>
                <a:cubicBezTo>
                  <a:pt x="3600133" y="648755"/>
                  <a:pt x="3625612" y="638655"/>
                  <a:pt x="3628535" y="643165"/>
                </a:cubicBezTo>
                <a:cubicBezTo>
                  <a:pt x="3631458" y="647676"/>
                  <a:pt x="3622436" y="653521"/>
                  <a:pt x="3622436" y="653521"/>
                </a:cubicBezTo>
                <a:cubicBezTo>
                  <a:pt x="3625360" y="658032"/>
                  <a:pt x="3651632" y="644214"/>
                  <a:pt x="3641816" y="653775"/>
                </a:cubicBezTo>
                <a:cubicBezTo>
                  <a:pt x="3632000" y="663336"/>
                  <a:pt x="3622184" y="672897"/>
                  <a:pt x="3608649" y="681665"/>
                </a:cubicBezTo>
                <a:lnTo>
                  <a:pt x="3571460" y="702765"/>
                </a:lnTo>
                <a:lnTo>
                  <a:pt x="3599694" y="702765"/>
                </a:lnTo>
                <a:cubicBezTo>
                  <a:pt x="3602684" y="723705"/>
                  <a:pt x="3602684" y="744645"/>
                  <a:pt x="3599694" y="768577"/>
                </a:cubicBezTo>
                <a:cubicBezTo>
                  <a:pt x="3599694" y="786526"/>
                  <a:pt x="3596704" y="804474"/>
                  <a:pt x="3602684" y="819432"/>
                </a:cubicBezTo>
                <a:cubicBezTo>
                  <a:pt x="3614646" y="882252"/>
                  <a:pt x="3650531" y="897209"/>
                  <a:pt x="3707349" y="870286"/>
                </a:cubicBezTo>
                <a:cubicBezTo>
                  <a:pt x="3746226" y="846355"/>
                  <a:pt x="3755197" y="849346"/>
                  <a:pt x="3782110" y="879260"/>
                </a:cubicBezTo>
                <a:lnTo>
                  <a:pt x="3799180" y="895651"/>
                </a:lnTo>
                <a:lnTo>
                  <a:pt x="3865654" y="862751"/>
                </a:lnTo>
                <a:lnTo>
                  <a:pt x="3868834" y="855329"/>
                </a:lnTo>
                <a:cubicBezTo>
                  <a:pt x="3884533" y="821675"/>
                  <a:pt x="3906962" y="813261"/>
                  <a:pt x="3933595" y="825041"/>
                </a:cubicBezTo>
                <a:lnTo>
                  <a:pt x="3942951" y="831176"/>
                </a:lnTo>
                <a:lnTo>
                  <a:pt x="3986740" y="813795"/>
                </a:lnTo>
                <a:cubicBezTo>
                  <a:pt x="4024040" y="800573"/>
                  <a:pt x="4059803" y="789572"/>
                  <a:pt x="4089483" y="782669"/>
                </a:cubicBezTo>
                <a:lnTo>
                  <a:pt x="4092578" y="782146"/>
                </a:lnTo>
                <a:lnTo>
                  <a:pt x="4093388" y="777777"/>
                </a:lnTo>
                <a:cubicBezTo>
                  <a:pt x="4094543" y="777488"/>
                  <a:pt x="4094830" y="775760"/>
                  <a:pt x="4093677" y="774896"/>
                </a:cubicBezTo>
                <a:cubicBezTo>
                  <a:pt x="4089928" y="771728"/>
                  <a:pt x="4093966" y="770288"/>
                  <a:pt x="4094543" y="767984"/>
                </a:cubicBezTo>
                <a:cubicBezTo>
                  <a:pt x="4096561" y="760208"/>
                  <a:pt x="4105501" y="762511"/>
                  <a:pt x="4108962" y="756751"/>
                </a:cubicBezTo>
                <a:cubicBezTo>
                  <a:pt x="4110115" y="754735"/>
                  <a:pt x="4115595" y="756175"/>
                  <a:pt x="4118191" y="756463"/>
                </a:cubicBezTo>
                <a:cubicBezTo>
                  <a:pt x="4124246" y="757327"/>
                  <a:pt x="4131456" y="753583"/>
                  <a:pt x="4136359" y="760495"/>
                </a:cubicBezTo>
                <a:cubicBezTo>
                  <a:pt x="4137224" y="761647"/>
                  <a:pt x="4138955" y="763087"/>
                  <a:pt x="4141261" y="763087"/>
                </a:cubicBezTo>
                <a:cubicBezTo>
                  <a:pt x="4144434" y="762800"/>
                  <a:pt x="4146164" y="764528"/>
                  <a:pt x="4146741" y="767696"/>
                </a:cubicBezTo>
                <a:cubicBezTo>
                  <a:pt x="4147318" y="769712"/>
                  <a:pt x="4148760" y="770864"/>
                  <a:pt x="4150202" y="772304"/>
                </a:cubicBezTo>
                <a:cubicBezTo>
                  <a:pt x="4153950" y="775760"/>
                  <a:pt x="4155681" y="779793"/>
                  <a:pt x="4154239" y="784977"/>
                </a:cubicBezTo>
                <a:cubicBezTo>
                  <a:pt x="4153373" y="787858"/>
                  <a:pt x="4154239" y="791026"/>
                  <a:pt x="4157123" y="792754"/>
                </a:cubicBezTo>
                <a:cubicBezTo>
                  <a:pt x="4157123" y="793906"/>
                  <a:pt x="4157123" y="795058"/>
                  <a:pt x="4157123" y="796210"/>
                </a:cubicBezTo>
                <a:cubicBezTo>
                  <a:pt x="4154528" y="797650"/>
                  <a:pt x="4153373" y="799378"/>
                  <a:pt x="4153662" y="803123"/>
                </a:cubicBezTo>
                <a:cubicBezTo>
                  <a:pt x="4153950" y="808307"/>
                  <a:pt x="4151644" y="812340"/>
                  <a:pt x="4145876" y="813492"/>
                </a:cubicBezTo>
                <a:cubicBezTo>
                  <a:pt x="4143280" y="813780"/>
                  <a:pt x="4143857" y="815795"/>
                  <a:pt x="4143857" y="817524"/>
                </a:cubicBezTo>
                <a:cubicBezTo>
                  <a:pt x="4143857" y="820405"/>
                  <a:pt x="4142703" y="820981"/>
                  <a:pt x="4140397" y="818964"/>
                </a:cubicBezTo>
                <a:cubicBezTo>
                  <a:pt x="4136935" y="816084"/>
                  <a:pt x="4134629" y="816084"/>
                  <a:pt x="4133763" y="820981"/>
                </a:cubicBezTo>
                <a:cubicBezTo>
                  <a:pt x="4133475" y="822132"/>
                  <a:pt x="4132609" y="823573"/>
                  <a:pt x="4131456" y="822132"/>
                </a:cubicBezTo>
                <a:cubicBezTo>
                  <a:pt x="4127707" y="818388"/>
                  <a:pt x="4125112" y="820692"/>
                  <a:pt x="4122228" y="823284"/>
                </a:cubicBezTo>
                <a:cubicBezTo>
                  <a:pt x="4121939" y="823860"/>
                  <a:pt x="4120786" y="823860"/>
                  <a:pt x="4120209" y="823860"/>
                </a:cubicBezTo>
                <a:lnTo>
                  <a:pt x="4105114" y="814305"/>
                </a:lnTo>
                <a:lnTo>
                  <a:pt x="4091413" y="830179"/>
                </a:lnTo>
                <a:cubicBezTo>
                  <a:pt x="4139054" y="832011"/>
                  <a:pt x="4177535" y="811854"/>
                  <a:pt x="4216017" y="797194"/>
                </a:cubicBezTo>
                <a:cubicBezTo>
                  <a:pt x="4223344" y="793529"/>
                  <a:pt x="4227008" y="788033"/>
                  <a:pt x="4221512" y="780703"/>
                </a:cubicBezTo>
                <a:cubicBezTo>
                  <a:pt x="4199524" y="749550"/>
                  <a:pt x="4223344" y="742220"/>
                  <a:pt x="4245332" y="736721"/>
                </a:cubicBezTo>
                <a:cubicBezTo>
                  <a:pt x="4298474" y="722977"/>
                  <a:pt x="4351611" y="709692"/>
                  <a:pt x="4404977" y="697323"/>
                </a:cubicBezTo>
                <a:lnTo>
                  <a:pt x="4470970" y="683428"/>
                </a:lnTo>
                <a:lnTo>
                  <a:pt x="4469697" y="681056"/>
                </a:lnTo>
                <a:cubicBezTo>
                  <a:pt x="4469162" y="679448"/>
                  <a:pt x="4469429" y="677840"/>
                  <a:pt x="4467817" y="676499"/>
                </a:cubicBezTo>
                <a:cubicBezTo>
                  <a:pt x="4466209" y="675159"/>
                  <a:pt x="4466476" y="673551"/>
                  <a:pt x="4467550" y="671943"/>
                </a:cubicBezTo>
                <a:cubicBezTo>
                  <a:pt x="4468087" y="670870"/>
                  <a:pt x="4469162" y="669530"/>
                  <a:pt x="4468357" y="668459"/>
                </a:cubicBezTo>
                <a:cubicBezTo>
                  <a:pt x="4465672" y="665242"/>
                  <a:pt x="4465403" y="662829"/>
                  <a:pt x="4469697" y="661221"/>
                </a:cubicBezTo>
                <a:cubicBezTo>
                  <a:pt x="4470770" y="660953"/>
                  <a:pt x="4471039" y="659345"/>
                  <a:pt x="4469964" y="658542"/>
                </a:cubicBezTo>
                <a:cubicBezTo>
                  <a:pt x="4466476" y="655593"/>
                  <a:pt x="4470235" y="654253"/>
                  <a:pt x="4470770" y="652109"/>
                </a:cubicBezTo>
                <a:cubicBezTo>
                  <a:pt x="4472649" y="644872"/>
                  <a:pt x="4480970" y="647016"/>
                  <a:pt x="4484189" y="641656"/>
                </a:cubicBezTo>
                <a:cubicBezTo>
                  <a:pt x="4485263" y="639780"/>
                  <a:pt x="4490361" y="641120"/>
                  <a:pt x="4492776" y="641388"/>
                </a:cubicBezTo>
                <a:cubicBezTo>
                  <a:pt x="4498411" y="642191"/>
                  <a:pt x="4505121" y="638707"/>
                  <a:pt x="4509684" y="645140"/>
                </a:cubicBezTo>
                <a:cubicBezTo>
                  <a:pt x="4510490" y="646212"/>
                  <a:pt x="4512100" y="647553"/>
                  <a:pt x="4514246" y="647553"/>
                </a:cubicBezTo>
                <a:cubicBezTo>
                  <a:pt x="4517200" y="647285"/>
                  <a:pt x="4518808" y="648893"/>
                  <a:pt x="4519346" y="651840"/>
                </a:cubicBezTo>
                <a:cubicBezTo>
                  <a:pt x="4519883" y="653717"/>
                  <a:pt x="4521223" y="654789"/>
                  <a:pt x="4522565" y="656129"/>
                </a:cubicBezTo>
                <a:cubicBezTo>
                  <a:pt x="4526056" y="659345"/>
                  <a:pt x="4527664" y="663097"/>
                  <a:pt x="4526323" y="667922"/>
                </a:cubicBezTo>
                <a:lnTo>
                  <a:pt x="4527649" y="671496"/>
                </a:lnTo>
                <a:lnTo>
                  <a:pt x="4565998" y="663422"/>
                </a:lnTo>
                <a:cubicBezTo>
                  <a:pt x="4611807" y="654260"/>
                  <a:pt x="4657616" y="647846"/>
                  <a:pt x="4703654" y="644181"/>
                </a:cubicBezTo>
                <a:lnTo>
                  <a:pt x="4733360" y="643593"/>
                </a:lnTo>
                <a:lnTo>
                  <a:pt x="4726599" y="637387"/>
                </a:lnTo>
                <a:cubicBezTo>
                  <a:pt x="4723484" y="635518"/>
                  <a:pt x="4716631" y="636141"/>
                  <a:pt x="4717876" y="630537"/>
                </a:cubicBezTo>
                <a:cubicBezTo>
                  <a:pt x="4718501" y="624933"/>
                  <a:pt x="4724105" y="623688"/>
                  <a:pt x="4729714" y="623065"/>
                </a:cubicBezTo>
                <a:cubicBezTo>
                  <a:pt x="4730336" y="623065"/>
                  <a:pt x="4730958" y="623065"/>
                  <a:pt x="4731581" y="623065"/>
                </a:cubicBezTo>
                <a:cubicBezTo>
                  <a:pt x="4746534" y="620575"/>
                  <a:pt x="4750894" y="613726"/>
                  <a:pt x="4743419" y="601896"/>
                </a:cubicBezTo>
                <a:cubicBezTo>
                  <a:pt x="4736567" y="590688"/>
                  <a:pt x="4738433" y="581970"/>
                  <a:pt x="4744664" y="572631"/>
                </a:cubicBezTo>
                <a:cubicBezTo>
                  <a:pt x="4752765" y="560177"/>
                  <a:pt x="4758992" y="547101"/>
                  <a:pt x="4755257" y="531535"/>
                </a:cubicBezTo>
                <a:cubicBezTo>
                  <a:pt x="4753388" y="524685"/>
                  <a:pt x="4760239" y="521572"/>
                  <a:pt x="4764600" y="520327"/>
                </a:cubicBezTo>
                <a:cubicBezTo>
                  <a:pt x="4780796" y="514723"/>
                  <a:pt x="4788271" y="504138"/>
                  <a:pt x="4790142" y="487949"/>
                </a:cubicBezTo>
                <a:cubicBezTo>
                  <a:pt x="4791387" y="477987"/>
                  <a:pt x="4795125" y="476118"/>
                  <a:pt x="4805092" y="482345"/>
                </a:cubicBezTo>
                <a:cubicBezTo>
                  <a:pt x="4826272" y="495421"/>
                  <a:pt x="4857422" y="486081"/>
                  <a:pt x="4866768" y="464288"/>
                </a:cubicBezTo>
                <a:cubicBezTo>
                  <a:pt x="4868635" y="459930"/>
                  <a:pt x="4871127" y="454326"/>
                  <a:pt x="4866768" y="450590"/>
                </a:cubicBezTo>
                <a:cubicBezTo>
                  <a:pt x="4862405" y="446855"/>
                  <a:pt x="4856174" y="444986"/>
                  <a:pt x="4850570" y="448722"/>
                </a:cubicBezTo>
                <a:cubicBezTo>
                  <a:pt x="4846832" y="450590"/>
                  <a:pt x="4843093" y="453704"/>
                  <a:pt x="4839355" y="456194"/>
                </a:cubicBezTo>
                <a:cubicBezTo>
                  <a:pt x="4835618" y="459308"/>
                  <a:pt x="4831879" y="461175"/>
                  <a:pt x="4828764" y="457439"/>
                </a:cubicBezTo>
                <a:cubicBezTo>
                  <a:pt x="4825026" y="453081"/>
                  <a:pt x="4827520" y="449345"/>
                  <a:pt x="4830634" y="446231"/>
                </a:cubicBezTo>
                <a:cubicBezTo>
                  <a:pt x="4833127" y="443118"/>
                  <a:pt x="4836865" y="440627"/>
                  <a:pt x="4839355" y="438137"/>
                </a:cubicBezTo>
                <a:cubicBezTo>
                  <a:pt x="4844962" y="432533"/>
                  <a:pt x="4848078" y="425061"/>
                  <a:pt x="4842469" y="418835"/>
                </a:cubicBezTo>
                <a:cubicBezTo>
                  <a:pt x="4837488" y="413853"/>
                  <a:pt x="4830634" y="418835"/>
                  <a:pt x="4825649" y="422570"/>
                </a:cubicBezTo>
                <a:cubicBezTo>
                  <a:pt x="4821289" y="425684"/>
                  <a:pt x="4818174" y="431288"/>
                  <a:pt x="4812567" y="433155"/>
                </a:cubicBezTo>
                <a:cubicBezTo>
                  <a:pt x="4804469" y="436269"/>
                  <a:pt x="4799485" y="435023"/>
                  <a:pt x="4800108" y="425061"/>
                </a:cubicBezTo>
                <a:cubicBezTo>
                  <a:pt x="4800732" y="411363"/>
                  <a:pt x="4806339" y="400155"/>
                  <a:pt x="4813814" y="389570"/>
                </a:cubicBezTo>
                <a:cubicBezTo>
                  <a:pt x="4823157" y="375872"/>
                  <a:pt x="4823783" y="368399"/>
                  <a:pt x="4813814" y="355324"/>
                </a:cubicBezTo>
                <a:cubicBezTo>
                  <a:pt x="4810699" y="350342"/>
                  <a:pt x="4805715" y="345984"/>
                  <a:pt x="4801354" y="341626"/>
                </a:cubicBezTo>
                <a:cubicBezTo>
                  <a:pt x="4799485" y="339758"/>
                  <a:pt x="4796371" y="337889"/>
                  <a:pt x="4797617" y="334776"/>
                </a:cubicBezTo>
                <a:cubicBezTo>
                  <a:pt x="4798861" y="331040"/>
                  <a:pt x="4801977" y="330418"/>
                  <a:pt x="4804469" y="331040"/>
                </a:cubicBezTo>
                <a:cubicBezTo>
                  <a:pt x="4815682" y="333530"/>
                  <a:pt x="4818174" y="328550"/>
                  <a:pt x="4817552" y="318587"/>
                </a:cubicBezTo>
                <a:cubicBezTo>
                  <a:pt x="4816930" y="306134"/>
                  <a:pt x="4825026" y="297416"/>
                  <a:pt x="4833750" y="290567"/>
                </a:cubicBezTo>
                <a:cubicBezTo>
                  <a:pt x="4840602" y="284963"/>
                  <a:pt x="4841224" y="280605"/>
                  <a:pt x="4834373" y="275624"/>
                </a:cubicBezTo>
                <a:cubicBezTo>
                  <a:pt x="4830634" y="273133"/>
                  <a:pt x="4828142" y="270643"/>
                  <a:pt x="4829387" y="265661"/>
                </a:cubicBezTo>
                <a:cubicBezTo>
                  <a:pt x="4830634" y="258812"/>
                  <a:pt x="4835618" y="260057"/>
                  <a:pt x="4839979" y="258812"/>
                </a:cubicBezTo>
                <a:cubicBezTo>
                  <a:pt x="4842469" y="258190"/>
                  <a:pt x="4845585" y="258190"/>
                  <a:pt x="4848700" y="257567"/>
                </a:cubicBezTo>
                <a:cubicBezTo>
                  <a:pt x="4865519" y="255698"/>
                  <a:pt x="4869257" y="246359"/>
                  <a:pt x="4859290" y="232039"/>
                </a:cubicBezTo>
                <a:cubicBezTo>
                  <a:pt x="4858045" y="230170"/>
                  <a:pt x="4856798" y="228925"/>
                  <a:pt x="4856174" y="227057"/>
                </a:cubicBezTo>
                <a:cubicBezTo>
                  <a:pt x="4854307" y="223321"/>
                  <a:pt x="4853060" y="218340"/>
                  <a:pt x="4856798" y="215849"/>
                </a:cubicBezTo>
                <a:cubicBezTo>
                  <a:pt x="4859913" y="213358"/>
                  <a:pt x="4864274" y="215849"/>
                  <a:pt x="4866768" y="218340"/>
                </a:cubicBezTo>
                <a:cubicBezTo>
                  <a:pt x="4869257" y="220831"/>
                  <a:pt x="4871127" y="223321"/>
                  <a:pt x="4872995" y="226435"/>
                </a:cubicBezTo>
                <a:cubicBezTo>
                  <a:pt x="4876734" y="230793"/>
                  <a:pt x="4880470" y="232039"/>
                  <a:pt x="4885455" y="228302"/>
                </a:cubicBezTo>
                <a:cubicBezTo>
                  <a:pt x="4897290" y="220208"/>
                  <a:pt x="4910373" y="218962"/>
                  <a:pt x="4923454" y="218340"/>
                </a:cubicBezTo>
                <a:cubicBezTo>
                  <a:pt x="4939030" y="217094"/>
                  <a:pt x="4955227" y="218962"/>
                  <a:pt x="4970801" y="215227"/>
                </a:cubicBezTo>
                <a:close/>
                <a:moveTo>
                  <a:pt x="6682830" y="167741"/>
                </a:moveTo>
                <a:cubicBezTo>
                  <a:pt x="6689978" y="170477"/>
                  <a:pt x="6696577" y="174309"/>
                  <a:pt x="6699324" y="183068"/>
                </a:cubicBezTo>
                <a:cubicBezTo>
                  <a:pt x="6699876" y="184710"/>
                  <a:pt x="6703176" y="185805"/>
                  <a:pt x="6702627" y="189090"/>
                </a:cubicBezTo>
                <a:cubicBezTo>
                  <a:pt x="6700972" y="197849"/>
                  <a:pt x="6707570" y="200585"/>
                  <a:pt x="6713070" y="202227"/>
                </a:cubicBezTo>
                <a:cubicBezTo>
                  <a:pt x="6716920" y="203322"/>
                  <a:pt x="6719120" y="204964"/>
                  <a:pt x="6721318" y="207154"/>
                </a:cubicBezTo>
                <a:cubicBezTo>
                  <a:pt x="6727915" y="213176"/>
                  <a:pt x="6727366" y="221387"/>
                  <a:pt x="6729016" y="229051"/>
                </a:cubicBezTo>
                <a:cubicBezTo>
                  <a:pt x="6730115" y="236167"/>
                  <a:pt x="6726815" y="241640"/>
                  <a:pt x="6724067" y="247662"/>
                </a:cubicBezTo>
                <a:cubicBezTo>
                  <a:pt x="6721318" y="254231"/>
                  <a:pt x="6716920" y="259705"/>
                  <a:pt x="6708670" y="259705"/>
                </a:cubicBezTo>
                <a:cubicBezTo>
                  <a:pt x="6707570" y="259705"/>
                  <a:pt x="6707023" y="260253"/>
                  <a:pt x="6707023" y="261895"/>
                </a:cubicBezTo>
                <a:cubicBezTo>
                  <a:pt x="6703176" y="261895"/>
                  <a:pt x="6699876" y="261895"/>
                  <a:pt x="6696028" y="261895"/>
                </a:cubicBezTo>
                <a:cubicBezTo>
                  <a:pt x="6693276" y="258063"/>
                  <a:pt x="6687776" y="258611"/>
                  <a:pt x="6683927" y="255873"/>
                </a:cubicBezTo>
                <a:cubicBezTo>
                  <a:pt x="6680079" y="253136"/>
                  <a:pt x="6676782" y="250946"/>
                  <a:pt x="6675673" y="246020"/>
                </a:cubicBezTo>
                <a:cubicBezTo>
                  <a:pt x="6675125" y="240546"/>
                  <a:pt x="6672373" y="235619"/>
                  <a:pt x="6669635" y="231240"/>
                </a:cubicBezTo>
                <a:cubicBezTo>
                  <a:pt x="6666883" y="226313"/>
                  <a:pt x="6664680" y="221387"/>
                  <a:pt x="6661928" y="217008"/>
                </a:cubicBezTo>
                <a:cubicBezTo>
                  <a:pt x="6659727" y="212080"/>
                  <a:pt x="6655333" y="207702"/>
                  <a:pt x="6649829" y="204964"/>
                </a:cubicBezTo>
                <a:cubicBezTo>
                  <a:pt x="6649829" y="198395"/>
                  <a:pt x="6649829" y="191827"/>
                  <a:pt x="6649829" y="185258"/>
                </a:cubicBezTo>
                <a:cubicBezTo>
                  <a:pt x="6653126" y="183616"/>
                  <a:pt x="6654783" y="181426"/>
                  <a:pt x="6656429" y="177594"/>
                </a:cubicBezTo>
                <a:cubicBezTo>
                  <a:pt x="6658629" y="173215"/>
                  <a:pt x="6663576" y="169931"/>
                  <a:pt x="6668525" y="169931"/>
                </a:cubicBezTo>
                <a:cubicBezTo>
                  <a:pt x="6673481" y="169931"/>
                  <a:pt x="6677875" y="168835"/>
                  <a:pt x="6682830" y="167741"/>
                </a:cubicBezTo>
                <a:close/>
                <a:moveTo>
                  <a:pt x="6015172" y="165947"/>
                </a:moveTo>
                <a:cubicBezTo>
                  <a:pt x="6020122" y="167041"/>
                  <a:pt x="6024519" y="168137"/>
                  <a:pt x="6029467" y="168137"/>
                </a:cubicBezTo>
                <a:cubicBezTo>
                  <a:pt x="6034417" y="168137"/>
                  <a:pt x="6039366" y="171421"/>
                  <a:pt x="6041566" y="175800"/>
                </a:cubicBezTo>
                <a:cubicBezTo>
                  <a:pt x="6043214" y="179632"/>
                  <a:pt x="6044864" y="181822"/>
                  <a:pt x="6048165" y="183464"/>
                </a:cubicBezTo>
                <a:cubicBezTo>
                  <a:pt x="6048165" y="190033"/>
                  <a:pt x="6048165" y="196601"/>
                  <a:pt x="6048165" y="203170"/>
                </a:cubicBezTo>
                <a:cubicBezTo>
                  <a:pt x="6042665" y="205908"/>
                  <a:pt x="6038267" y="210286"/>
                  <a:pt x="6036067" y="215214"/>
                </a:cubicBezTo>
                <a:cubicBezTo>
                  <a:pt x="6033317" y="219593"/>
                  <a:pt x="6031120" y="224519"/>
                  <a:pt x="6028368" y="229446"/>
                </a:cubicBezTo>
                <a:cubicBezTo>
                  <a:pt x="6025620" y="233825"/>
                  <a:pt x="6022871" y="238752"/>
                  <a:pt x="6022320" y="244226"/>
                </a:cubicBezTo>
                <a:cubicBezTo>
                  <a:pt x="6021221" y="249152"/>
                  <a:pt x="6017920" y="251342"/>
                  <a:pt x="6014073" y="254079"/>
                </a:cubicBezTo>
                <a:cubicBezTo>
                  <a:pt x="6010225" y="256817"/>
                  <a:pt x="6004726" y="256269"/>
                  <a:pt x="6001974" y="260101"/>
                </a:cubicBezTo>
                <a:cubicBezTo>
                  <a:pt x="5998126" y="260101"/>
                  <a:pt x="5994826" y="260101"/>
                  <a:pt x="5990976" y="260101"/>
                </a:cubicBezTo>
                <a:cubicBezTo>
                  <a:pt x="5990976" y="258459"/>
                  <a:pt x="5990426" y="257911"/>
                  <a:pt x="5989329" y="257911"/>
                </a:cubicBezTo>
                <a:cubicBezTo>
                  <a:pt x="5981079" y="257911"/>
                  <a:pt x="5976681" y="252437"/>
                  <a:pt x="5973930" y="245868"/>
                </a:cubicBezTo>
                <a:cubicBezTo>
                  <a:pt x="5971182" y="239846"/>
                  <a:pt x="5967883" y="234373"/>
                  <a:pt x="5968982" y="227257"/>
                </a:cubicBezTo>
                <a:cubicBezTo>
                  <a:pt x="5970632" y="219593"/>
                  <a:pt x="5970082" y="211382"/>
                  <a:pt x="5976681" y="205360"/>
                </a:cubicBezTo>
                <a:cubicBezTo>
                  <a:pt x="5978881" y="203170"/>
                  <a:pt x="5981079" y="201528"/>
                  <a:pt x="5984929" y="200433"/>
                </a:cubicBezTo>
                <a:cubicBezTo>
                  <a:pt x="5990426" y="198791"/>
                  <a:pt x="5997026" y="196055"/>
                  <a:pt x="5995378" y="187296"/>
                </a:cubicBezTo>
                <a:cubicBezTo>
                  <a:pt x="5994826" y="184011"/>
                  <a:pt x="5998126" y="182916"/>
                  <a:pt x="5998676" y="181274"/>
                </a:cubicBezTo>
                <a:cubicBezTo>
                  <a:pt x="6001424" y="172515"/>
                  <a:pt x="6008021" y="168683"/>
                  <a:pt x="6015172" y="165947"/>
                </a:cubicBezTo>
                <a:close/>
                <a:moveTo>
                  <a:pt x="3712302" y="142724"/>
                </a:moveTo>
                <a:cubicBezTo>
                  <a:pt x="3716552" y="142675"/>
                  <a:pt x="3720995" y="143640"/>
                  <a:pt x="3725052" y="143061"/>
                </a:cubicBezTo>
                <a:cubicBezTo>
                  <a:pt x="3728530" y="142675"/>
                  <a:pt x="3735871" y="140747"/>
                  <a:pt x="3737417" y="143447"/>
                </a:cubicBezTo>
                <a:cubicBezTo>
                  <a:pt x="3742053" y="151165"/>
                  <a:pt x="3754029" y="148078"/>
                  <a:pt x="3756734" y="158496"/>
                </a:cubicBezTo>
                <a:cubicBezTo>
                  <a:pt x="3757507" y="161584"/>
                  <a:pt x="3762916" y="163513"/>
                  <a:pt x="3757894" y="167757"/>
                </a:cubicBezTo>
                <a:cubicBezTo>
                  <a:pt x="3756348" y="168915"/>
                  <a:pt x="3756734" y="171230"/>
                  <a:pt x="3758280" y="171616"/>
                </a:cubicBezTo>
                <a:cubicBezTo>
                  <a:pt x="3764462" y="173932"/>
                  <a:pt x="3764075" y="177405"/>
                  <a:pt x="3760212" y="182035"/>
                </a:cubicBezTo>
                <a:cubicBezTo>
                  <a:pt x="3759053" y="183579"/>
                  <a:pt x="3760599" y="185508"/>
                  <a:pt x="3761371" y="187052"/>
                </a:cubicBezTo>
                <a:cubicBezTo>
                  <a:pt x="3762916" y="189367"/>
                  <a:pt x="3763302" y="191682"/>
                  <a:pt x="3760985" y="193611"/>
                </a:cubicBezTo>
                <a:cubicBezTo>
                  <a:pt x="3758666" y="195541"/>
                  <a:pt x="3759053" y="197856"/>
                  <a:pt x="3758280" y="200172"/>
                </a:cubicBezTo>
                <a:cubicBezTo>
                  <a:pt x="3756348" y="205959"/>
                  <a:pt x="3754029" y="213292"/>
                  <a:pt x="3749780" y="215992"/>
                </a:cubicBezTo>
                <a:cubicBezTo>
                  <a:pt x="3740507" y="221781"/>
                  <a:pt x="3731620" y="227954"/>
                  <a:pt x="3722347" y="233357"/>
                </a:cubicBezTo>
                <a:cubicBezTo>
                  <a:pt x="3721574" y="233357"/>
                  <a:pt x="3720030" y="233357"/>
                  <a:pt x="3719643" y="232585"/>
                </a:cubicBezTo>
                <a:cubicBezTo>
                  <a:pt x="3715779" y="229112"/>
                  <a:pt x="3712302" y="226025"/>
                  <a:pt x="3707279" y="231042"/>
                </a:cubicBezTo>
                <a:cubicBezTo>
                  <a:pt x="3705733" y="232971"/>
                  <a:pt x="3704575" y="231042"/>
                  <a:pt x="3704189" y="229498"/>
                </a:cubicBezTo>
                <a:cubicBezTo>
                  <a:pt x="3703029" y="222938"/>
                  <a:pt x="3699938" y="222938"/>
                  <a:pt x="3695302" y="226796"/>
                </a:cubicBezTo>
                <a:cubicBezTo>
                  <a:pt x="3692211" y="229498"/>
                  <a:pt x="3690665" y="228726"/>
                  <a:pt x="3690665" y="224868"/>
                </a:cubicBezTo>
                <a:cubicBezTo>
                  <a:pt x="3690665" y="222553"/>
                  <a:pt x="3691438" y="219851"/>
                  <a:pt x="3687961" y="219465"/>
                </a:cubicBezTo>
                <a:cubicBezTo>
                  <a:pt x="3680234" y="217922"/>
                  <a:pt x="3677142" y="212520"/>
                  <a:pt x="3677529" y="205573"/>
                </a:cubicBezTo>
                <a:cubicBezTo>
                  <a:pt x="3677915" y="200558"/>
                  <a:pt x="3676370" y="198242"/>
                  <a:pt x="3672893" y="196313"/>
                </a:cubicBezTo>
                <a:cubicBezTo>
                  <a:pt x="3672893" y="194769"/>
                  <a:pt x="3672893" y="193225"/>
                  <a:pt x="3672893" y="191682"/>
                </a:cubicBezTo>
                <a:cubicBezTo>
                  <a:pt x="3676756" y="189367"/>
                  <a:pt x="3677915" y="185122"/>
                  <a:pt x="3676756" y="181263"/>
                </a:cubicBezTo>
                <a:cubicBezTo>
                  <a:pt x="3674824" y="174318"/>
                  <a:pt x="3677142" y="168915"/>
                  <a:pt x="3682165" y="164285"/>
                </a:cubicBezTo>
                <a:cubicBezTo>
                  <a:pt x="3684097" y="162355"/>
                  <a:pt x="3686029" y="160812"/>
                  <a:pt x="3686802" y="158110"/>
                </a:cubicBezTo>
                <a:cubicBezTo>
                  <a:pt x="3687575" y="153866"/>
                  <a:pt x="3689892" y="151551"/>
                  <a:pt x="3694143" y="151937"/>
                </a:cubicBezTo>
                <a:cubicBezTo>
                  <a:pt x="3697233" y="151937"/>
                  <a:pt x="3699552" y="150007"/>
                  <a:pt x="3700711" y="148464"/>
                </a:cubicBezTo>
                <a:cubicBezTo>
                  <a:pt x="3703995" y="143833"/>
                  <a:pt x="3708052" y="142772"/>
                  <a:pt x="3712302" y="142724"/>
                </a:cubicBezTo>
                <a:close/>
                <a:moveTo>
                  <a:pt x="6884850" y="103907"/>
                </a:moveTo>
                <a:cubicBezTo>
                  <a:pt x="6886976" y="103435"/>
                  <a:pt x="6888155" y="104850"/>
                  <a:pt x="6889099" y="106030"/>
                </a:cubicBezTo>
                <a:cubicBezTo>
                  <a:pt x="6892401" y="109802"/>
                  <a:pt x="6895469" y="113576"/>
                  <a:pt x="6901367" y="111689"/>
                </a:cubicBezTo>
                <a:cubicBezTo>
                  <a:pt x="6902548" y="111453"/>
                  <a:pt x="6903254" y="112397"/>
                  <a:pt x="6903727" y="113340"/>
                </a:cubicBezTo>
                <a:cubicBezTo>
                  <a:pt x="6906320" y="118056"/>
                  <a:pt x="6910570" y="121830"/>
                  <a:pt x="6914110" y="125839"/>
                </a:cubicBezTo>
                <a:cubicBezTo>
                  <a:pt x="6919535" y="131971"/>
                  <a:pt x="6922603" y="138810"/>
                  <a:pt x="6920479" y="147064"/>
                </a:cubicBezTo>
                <a:cubicBezTo>
                  <a:pt x="6919771" y="150366"/>
                  <a:pt x="6921656" y="152488"/>
                  <a:pt x="6923548" y="154375"/>
                </a:cubicBezTo>
                <a:cubicBezTo>
                  <a:pt x="6927794" y="158856"/>
                  <a:pt x="6927555" y="161214"/>
                  <a:pt x="6922838" y="164751"/>
                </a:cubicBezTo>
                <a:cubicBezTo>
                  <a:pt x="6917652" y="168288"/>
                  <a:pt x="6917652" y="168288"/>
                  <a:pt x="6921895" y="173477"/>
                </a:cubicBezTo>
                <a:cubicBezTo>
                  <a:pt x="6922838" y="174657"/>
                  <a:pt x="6923548" y="175599"/>
                  <a:pt x="6922129" y="177015"/>
                </a:cubicBezTo>
                <a:cubicBezTo>
                  <a:pt x="6917412" y="182438"/>
                  <a:pt x="6913166" y="187863"/>
                  <a:pt x="6908212" y="193051"/>
                </a:cubicBezTo>
                <a:cubicBezTo>
                  <a:pt x="6904672" y="197060"/>
                  <a:pt x="6900189" y="199655"/>
                  <a:pt x="6894999" y="200833"/>
                </a:cubicBezTo>
                <a:cubicBezTo>
                  <a:pt x="6891696" y="201777"/>
                  <a:pt x="6885326" y="210267"/>
                  <a:pt x="6885085" y="213804"/>
                </a:cubicBezTo>
                <a:cubicBezTo>
                  <a:pt x="6885085" y="214983"/>
                  <a:pt x="6885085" y="215926"/>
                  <a:pt x="6886502" y="216399"/>
                </a:cubicBezTo>
                <a:cubicBezTo>
                  <a:pt x="6893821" y="219700"/>
                  <a:pt x="6897357" y="226067"/>
                  <a:pt x="6900424" y="232907"/>
                </a:cubicBezTo>
                <a:cubicBezTo>
                  <a:pt x="6901132" y="234321"/>
                  <a:pt x="6901603" y="235501"/>
                  <a:pt x="6902316" y="236679"/>
                </a:cubicBezTo>
                <a:cubicBezTo>
                  <a:pt x="6904672" y="240453"/>
                  <a:pt x="6905851" y="243755"/>
                  <a:pt x="6904198" y="248471"/>
                </a:cubicBezTo>
                <a:cubicBezTo>
                  <a:pt x="6902548" y="253188"/>
                  <a:pt x="6905141" y="257905"/>
                  <a:pt x="6907504" y="262150"/>
                </a:cubicBezTo>
                <a:cubicBezTo>
                  <a:pt x="6908448" y="264272"/>
                  <a:pt x="6908918" y="265687"/>
                  <a:pt x="6907265" y="267809"/>
                </a:cubicBezTo>
                <a:cubicBezTo>
                  <a:pt x="6900662" y="276771"/>
                  <a:pt x="6895701" y="286675"/>
                  <a:pt x="6894763" y="298232"/>
                </a:cubicBezTo>
                <a:cubicBezTo>
                  <a:pt x="6894525" y="299883"/>
                  <a:pt x="6894052" y="300590"/>
                  <a:pt x="6892401" y="300118"/>
                </a:cubicBezTo>
                <a:cubicBezTo>
                  <a:pt x="6885794" y="298703"/>
                  <a:pt x="6881547" y="302241"/>
                  <a:pt x="6878010" y="306957"/>
                </a:cubicBezTo>
                <a:cubicBezTo>
                  <a:pt x="6876360" y="309080"/>
                  <a:pt x="6874941" y="310259"/>
                  <a:pt x="6871873" y="308844"/>
                </a:cubicBezTo>
                <a:cubicBezTo>
                  <a:pt x="6868098" y="306721"/>
                  <a:pt x="6864561" y="308608"/>
                  <a:pt x="6861493" y="311202"/>
                </a:cubicBezTo>
                <a:cubicBezTo>
                  <a:pt x="6858896" y="313324"/>
                  <a:pt x="6856301" y="315918"/>
                  <a:pt x="6853707" y="318041"/>
                </a:cubicBezTo>
                <a:cubicBezTo>
                  <a:pt x="6852412" y="318985"/>
                  <a:pt x="6851174" y="319515"/>
                  <a:pt x="6850168" y="319309"/>
                </a:cubicBezTo>
                <a:cubicBezTo>
                  <a:pt x="6849165" y="319103"/>
                  <a:pt x="6848396" y="318160"/>
                  <a:pt x="6848045" y="316155"/>
                </a:cubicBezTo>
                <a:cubicBezTo>
                  <a:pt x="6848045" y="315211"/>
                  <a:pt x="6847809" y="314268"/>
                  <a:pt x="6847333" y="313324"/>
                </a:cubicBezTo>
                <a:cubicBezTo>
                  <a:pt x="6846863" y="312146"/>
                  <a:pt x="6846863" y="310259"/>
                  <a:pt x="6845214" y="310023"/>
                </a:cubicBezTo>
                <a:cubicBezTo>
                  <a:pt x="6843798" y="310023"/>
                  <a:pt x="6842855" y="311202"/>
                  <a:pt x="6842145" y="312146"/>
                </a:cubicBezTo>
                <a:cubicBezTo>
                  <a:pt x="6838609" y="316155"/>
                  <a:pt x="6837191" y="315918"/>
                  <a:pt x="6835065" y="310966"/>
                </a:cubicBezTo>
                <a:cubicBezTo>
                  <a:pt x="6834596" y="309788"/>
                  <a:pt x="6834361" y="308844"/>
                  <a:pt x="6833651" y="307901"/>
                </a:cubicBezTo>
                <a:cubicBezTo>
                  <a:pt x="6832709" y="306486"/>
                  <a:pt x="6831765" y="305306"/>
                  <a:pt x="6829403" y="306250"/>
                </a:cubicBezTo>
                <a:cubicBezTo>
                  <a:pt x="6827282" y="307429"/>
                  <a:pt x="6827282" y="308372"/>
                  <a:pt x="6827752" y="310259"/>
                </a:cubicBezTo>
                <a:lnTo>
                  <a:pt x="6828150" y="313826"/>
                </a:lnTo>
                <a:lnTo>
                  <a:pt x="6809711" y="295485"/>
                </a:lnTo>
                <a:lnTo>
                  <a:pt x="6810763" y="293987"/>
                </a:lnTo>
                <a:cubicBezTo>
                  <a:pt x="6811240" y="291864"/>
                  <a:pt x="6810530" y="290449"/>
                  <a:pt x="6808642" y="289506"/>
                </a:cubicBezTo>
                <a:cubicBezTo>
                  <a:pt x="6807226" y="288798"/>
                  <a:pt x="6805812" y="288326"/>
                  <a:pt x="6804393" y="287619"/>
                </a:cubicBezTo>
                <a:cubicBezTo>
                  <a:pt x="6802037" y="286440"/>
                  <a:pt x="6801092" y="284790"/>
                  <a:pt x="6801564" y="281959"/>
                </a:cubicBezTo>
                <a:cubicBezTo>
                  <a:pt x="6802981" y="273469"/>
                  <a:pt x="6799914" y="267573"/>
                  <a:pt x="6792363" y="263800"/>
                </a:cubicBezTo>
                <a:cubicBezTo>
                  <a:pt x="6791185" y="263093"/>
                  <a:pt x="6788583" y="263328"/>
                  <a:pt x="6789059" y="261206"/>
                </a:cubicBezTo>
                <a:cubicBezTo>
                  <a:pt x="6789295" y="259083"/>
                  <a:pt x="6791419" y="258612"/>
                  <a:pt x="6793540" y="258376"/>
                </a:cubicBezTo>
                <a:cubicBezTo>
                  <a:pt x="6793776" y="258376"/>
                  <a:pt x="6794013" y="258376"/>
                  <a:pt x="6794252" y="258376"/>
                </a:cubicBezTo>
                <a:cubicBezTo>
                  <a:pt x="6799914" y="257432"/>
                  <a:pt x="6801564" y="254839"/>
                  <a:pt x="6798732" y="250358"/>
                </a:cubicBezTo>
                <a:cubicBezTo>
                  <a:pt x="6796139" y="246113"/>
                  <a:pt x="6796843" y="242811"/>
                  <a:pt x="6799205" y="239274"/>
                </a:cubicBezTo>
                <a:cubicBezTo>
                  <a:pt x="6802272" y="234557"/>
                  <a:pt x="6804634" y="229605"/>
                  <a:pt x="6803216" y="223709"/>
                </a:cubicBezTo>
                <a:cubicBezTo>
                  <a:pt x="6802510" y="221115"/>
                  <a:pt x="6805102" y="219935"/>
                  <a:pt x="6806755" y="219464"/>
                </a:cubicBezTo>
                <a:cubicBezTo>
                  <a:pt x="6812890" y="217341"/>
                  <a:pt x="6815722" y="213332"/>
                  <a:pt x="6816431" y="207201"/>
                </a:cubicBezTo>
                <a:cubicBezTo>
                  <a:pt x="6816900" y="203427"/>
                  <a:pt x="6818317" y="202720"/>
                  <a:pt x="6822093" y="205078"/>
                </a:cubicBezTo>
                <a:cubicBezTo>
                  <a:pt x="6830114" y="210031"/>
                  <a:pt x="6841912" y="206494"/>
                  <a:pt x="6845450" y="198239"/>
                </a:cubicBezTo>
                <a:cubicBezTo>
                  <a:pt x="6846159" y="196588"/>
                  <a:pt x="6847103" y="194466"/>
                  <a:pt x="6845450" y="193051"/>
                </a:cubicBezTo>
                <a:cubicBezTo>
                  <a:pt x="6843798" y="191636"/>
                  <a:pt x="6841438" y="190928"/>
                  <a:pt x="6839315" y="192344"/>
                </a:cubicBezTo>
                <a:cubicBezTo>
                  <a:pt x="6837899" y="193051"/>
                  <a:pt x="6836485" y="194230"/>
                  <a:pt x="6835065" y="195173"/>
                </a:cubicBezTo>
                <a:cubicBezTo>
                  <a:pt x="6833651" y="196353"/>
                  <a:pt x="6832239" y="197060"/>
                  <a:pt x="6831057" y="195646"/>
                </a:cubicBezTo>
                <a:cubicBezTo>
                  <a:pt x="6829641" y="193995"/>
                  <a:pt x="6830585" y="192579"/>
                  <a:pt x="6831765" y="191401"/>
                </a:cubicBezTo>
                <a:cubicBezTo>
                  <a:pt x="6832709" y="190221"/>
                  <a:pt x="6834124" y="189278"/>
                  <a:pt x="6835065" y="188334"/>
                </a:cubicBezTo>
                <a:cubicBezTo>
                  <a:pt x="6837191" y="186212"/>
                  <a:pt x="6838370" y="183382"/>
                  <a:pt x="6836248" y="181024"/>
                </a:cubicBezTo>
                <a:cubicBezTo>
                  <a:pt x="6834361" y="179137"/>
                  <a:pt x="6831765" y="181024"/>
                  <a:pt x="6829876" y="182438"/>
                </a:cubicBezTo>
                <a:cubicBezTo>
                  <a:pt x="6828228" y="183618"/>
                  <a:pt x="6827049" y="185740"/>
                  <a:pt x="6824924" y="186448"/>
                </a:cubicBezTo>
                <a:cubicBezTo>
                  <a:pt x="6821857" y="187627"/>
                  <a:pt x="6819964" y="187156"/>
                  <a:pt x="6820199" y="183382"/>
                </a:cubicBezTo>
                <a:cubicBezTo>
                  <a:pt x="6820441" y="178193"/>
                  <a:pt x="6822559" y="173948"/>
                  <a:pt x="6825396" y="169939"/>
                </a:cubicBezTo>
                <a:cubicBezTo>
                  <a:pt x="6828932" y="164751"/>
                  <a:pt x="6829168" y="161921"/>
                  <a:pt x="6825396" y="156969"/>
                </a:cubicBezTo>
                <a:cubicBezTo>
                  <a:pt x="6824215" y="155082"/>
                  <a:pt x="6822326" y="153431"/>
                  <a:pt x="6820679" y="151781"/>
                </a:cubicBezTo>
                <a:cubicBezTo>
                  <a:pt x="6819964" y="151073"/>
                  <a:pt x="6818789" y="150366"/>
                  <a:pt x="6819261" y="149186"/>
                </a:cubicBezTo>
                <a:cubicBezTo>
                  <a:pt x="6819731" y="147772"/>
                  <a:pt x="6820913" y="147536"/>
                  <a:pt x="6821857" y="147772"/>
                </a:cubicBezTo>
                <a:cubicBezTo>
                  <a:pt x="6826103" y="148715"/>
                  <a:pt x="6827049" y="146828"/>
                  <a:pt x="6826811" y="143054"/>
                </a:cubicBezTo>
                <a:cubicBezTo>
                  <a:pt x="6826573" y="138338"/>
                  <a:pt x="6829641" y="135037"/>
                  <a:pt x="6832944" y="132442"/>
                </a:cubicBezTo>
                <a:cubicBezTo>
                  <a:pt x="6835543" y="130320"/>
                  <a:pt x="6835775" y="128670"/>
                  <a:pt x="6833182" y="126783"/>
                </a:cubicBezTo>
                <a:cubicBezTo>
                  <a:pt x="6831765" y="125839"/>
                  <a:pt x="6830820" y="124896"/>
                  <a:pt x="6831296" y="123009"/>
                </a:cubicBezTo>
                <a:cubicBezTo>
                  <a:pt x="6831765" y="120416"/>
                  <a:pt x="6833651" y="120887"/>
                  <a:pt x="6835306" y="120416"/>
                </a:cubicBezTo>
                <a:cubicBezTo>
                  <a:pt x="6836248" y="120179"/>
                  <a:pt x="6837429" y="120179"/>
                  <a:pt x="6838609" y="119943"/>
                </a:cubicBezTo>
                <a:cubicBezTo>
                  <a:pt x="6844977" y="119236"/>
                  <a:pt x="6846391" y="115698"/>
                  <a:pt x="6842617" y="110275"/>
                </a:cubicBezTo>
                <a:cubicBezTo>
                  <a:pt x="6842145" y="109567"/>
                  <a:pt x="6841677" y="109095"/>
                  <a:pt x="6841438" y="108388"/>
                </a:cubicBezTo>
                <a:cubicBezTo>
                  <a:pt x="6840730" y="106973"/>
                  <a:pt x="6840260" y="105086"/>
                  <a:pt x="6841677" y="104143"/>
                </a:cubicBezTo>
                <a:cubicBezTo>
                  <a:pt x="6842855" y="103199"/>
                  <a:pt x="6844506" y="104143"/>
                  <a:pt x="6845450" y="105086"/>
                </a:cubicBezTo>
                <a:cubicBezTo>
                  <a:pt x="6846391" y="106030"/>
                  <a:pt x="6847103" y="106973"/>
                  <a:pt x="6847809" y="108152"/>
                </a:cubicBezTo>
                <a:cubicBezTo>
                  <a:pt x="6849227" y="109802"/>
                  <a:pt x="6850638" y="110275"/>
                  <a:pt x="6852528" y="108859"/>
                </a:cubicBezTo>
                <a:cubicBezTo>
                  <a:pt x="6857011" y="105793"/>
                  <a:pt x="6861966" y="105322"/>
                  <a:pt x="6866919" y="105086"/>
                </a:cubicBezTo>
                <a:cubicBezTo>
                  <a:pt x="6872819" y="104615"/>
                  <a:pt x="6878953" y="105322"/>
                  <a:pt x="6884850" y="103907"/>
                </a:cubicBezTo>
                <a:close/>
                <a:moveTo>
                  <a:pt x="5644234" y="691"/>
                </a:moveTo>
                <a:cubicBezTo>
                  <a:pt x="5648485" y="643"/>
                  <a:pt x="5652929" y="1607"/>
                  <a:pt x="5656985" y="1028"/>
                </a:cubicBezTo>
                <a:cubicBezTo>
                  <a:pt x="5660463" y="642"/>
                  <a:pt x="5667805" y="-1286"/>
                  <a:pt x="5669348" y="1414"/>
                </a:cubicBezTo>
                <a:cubicBezTo>
                  <a:pt x="5673986" y="9133"/>
                  <a:pt x="5685965" y="6045"/>
                  <a:pt x="5688667" y="16464"/>
                </a:cubicBezTo>
                <a:cubicBezTo>
                  <a:pt x="5689441" y="19551"/>
                  <a:pt x="5694850" y="21481"/>
                  <a:pt x="5689828" y="25725"/>
                </a:cubicBezTo>
                <a:cubicBezTo>
                  <a:pt x="5688281" y="26882"/>
                  <a:pt x="5688667" y="29198"/>
                  <a:pt x="5690214" y="29584"/>
                </a:cubicBezTo>
                <a:cubicBezTo>
                  <a:pt x="5696395" y="31899"/>
                  <a:pt x="5696008" y="35372"/>
                  <a:pt x="5692147" y="40002"/>
                </a:cubicBezTo>
                <a:cubicBezTo>
                  <a:pt x="5690986" y="41546"/>
                  <a:pt x="5692532" y="43476"/>
                  <a:pt x="5693305" y="45019"/>
                </a:cubicBezTo>
                <a:cubicBezTo>
                  <a:pt x="5694850" y="47334"/>
                  <a:pt x="5695234" y="49649"/>
                  <a:pt x="5692918" y="51579"/>
                </a:cubicBezTo>
                <a:cubicBezTo>
                  <a:pt x="5690600" y="53508"/>
                  <a:pt x="5690986" y="55824"/>
                  <a:pt x="5690214" y="58139"/>
                </a:cubicBezTo>
                <a:cubicBezTo>
                  <a:pt x="5688281" y="63927"/>
                  <a:pt x="5685965" y="71258"/>
                  <a:pt x="5681714" y="73959"/>
                </a:cubicBezTo>
                <a:cubicBezTo>
                  <a:pt x="5672441" y="79748"/>
                  <a:pt x="5663554" y="85922"/>
                  <a:pt x="5654282" y="91324"/>
                </a:cubicBezTo>
                <a:cubicBezTo>
                  <a:pt x="5653509" y="91324"/>
                  <a:pt x="5651963" y="91324"/>
                  <a:pt x="5651574" y="90553"/>
                </a:cubicBezTo>
                <a:cubicBezTo>
                  <a:pt x="5647714" y="87079"/>
                  <a:pt x="5644234" y="83992"/>
                  <a:pt x="5639212" y="89009"/>
                </a:cubicBezTo>
                <a:cubicBezTo>
                  <a:pt x="5637667" y="90939"/>
                  <a:pt x="5636509" y="89009"/>
                  <a:pt x="5636124" y="87465"/>
                </a:cubicBezTo>
                <a:cubicBezTo>
                  <a:pt x="5634963" y="80906"/>
                  <a:pt x="5631872" y="80906"/>
                  <a:pt x="5627235" y="84764"/>
                </a:cubicBezTo>
                <a:cubicBezTo>
                  <a:pt x="5624144" y="87465"/>
                  <a:pt x="5622600" y="86694"/>
                  <a:pt x="5622600" y="82834"/>
                </a:cubicBezTo>
                <a:cubicBezTo>
                  <a:pt x="5622600" y="80520"/>
                  <a:pt x="5623373" y="77819"/>
                  <a:pt x="5619896" y="77433"/>
                </a:cubicBezTo>
                <a:cubicBezTo>
                  <a:pt x="5612168" y="75889"/>
                  <a:pt x="5609076" y="70487"/>
                  <a:pt x="5609463" y="63541"/>
                </a:cubicBezTo>
                <a:cubicBezTo>
                  <a:pt x="5609850" y="58525"/>
                  <a:pt x="5608306" y="56210"/>
                  <a:pt x="5604825" y="54280"/>
                </a:cubicBezTo>
                <a:cubicBezTo>
                  <a:pt x="5604825" y="52736"/>
                  <a:pt x="5604825" y="51193"/>
                  <a:pt x="5604825" y="49649"/>
                </a:cubicBezTo>
                <a:cubicBezTo>
                  <a:pt x="5608691" y="47334"/>
                  <a:pt x="5609850" y="43090"/>
                  <a:pt x="5608691" y="39231"/>
                </a:cubicBezTo>
                <a:cubicBezTo>
                  <a:pt x="5606758" y="32285"/>
                  <a:pt x="5609076" y="26882"/>
                  <a:pt x="5614099" y="22253"/>
                </a:cubicBezTo>
                <a:cubicBezTo>
                  <a:pt x="5616031" y="20323"/>
                  <a:pt x="5617963" y="18779"/>
                  <a:pt x="5618735" y="16078"/>
                </a:cubicBezTo>
                <a:cubicBezTo>
                  <a:pt x="5619509" y="11834"/>
                  <a:pt x="5621825" y="9518"/>
                  <a:pt x="5626076" y="9904"/>
                </a:cubicBezTo>
                <a:cubicBezTo>
                  <a:pt x="5629168" y="9904"/>
                  <a:pt x="5631486" y="7975"/>
                  <a:pt x="5632644" y="6431"/>
                </a:cubicBezTo>
                <a:cubicBezTo>
                  <a:pt x="5635929" y="1801"/>
                  <a:pt x="5639984" y="740"/>
                  <a:pt x="5644234" y="69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9" r:id="rId16"/>
    <p:sldLayoutId id="2147483688" r:id="rId17"/>
    <p:sldLayoutId id="2147483687" r:id="rId18"/>
    <p:sldLayoutId id="2147483671" r:id="rId19"/>
    <p:sldLayoutId id="2147483672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CF972F-3846-7FCD-EAE8-E06919FF5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276"/>
            <a:ext cx="12222871" cy="68407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5EA0D4-3BDA-3415-CEE3-51A8A7621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02" t="53276"/>
          <a:stretch>
            <a:fillRect/>
          </a:stretch>
        </p:blipFill>
        <p:spPr>
          <a:xfrm>
            <a:off x="3343737" y="1692875"/>
            <a:ext cx="5504526" cy="285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89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08B4-3128-6981-EAA2-B72FECD5A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AB2BBE-149E-5011-8D88-5ABB66EB6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276"/>
            <a:ext cx="12222871" cy="6840724"/>
          </a:xfrm>
          <a:prstGeom prst="rect">
            <a:avLst/>
          </a:prstGeom>
        </p:spPr>
      </p:pic>
      <p:grpSp>
        <p:nvGrpSpPr>
          <p:cNvPr id="6" name="그룹 10">
            <a:extLst>
              <a:ext uri="{FF2B5EF4-FFF2-40B4-BE49-F238E27FC236}">
                <a16:creationId xmlns:a16="http://schemas.microsoft.com/office/drawing/2014/main" id="{4E1A4C0A-7EE0-CE68-A955-AE55465B1B30}"/>
              </a:ext>
            </a:extLst>
          </p:cNvPr>
          <p:cNvGrpSpPr/>
          <p:nvPr/>
        </p:nvGrpSpPr>
        <p:grpSpPr>
          <a:xfrm>
            <a:off x="6327697" y="1399913"/>
            <a:ext cx="7620125" cy="4058173"/>
            <a:chOff x="3967556" y="1908853"/>
            <a:chExt cx="7620125" cy="405817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0A1EC2A-E690-DB23-C7F2-67604810D5C2}"/>
                </a:ext>
              </a:extLst>
            </p:cNvPr>
            <p:cNvGrpSpPr/>
            <p:nvPr/>
          </p:nvGrpSpPr>
          <p:grpSpPr>
            <a:xfrm>
              <a:off x="3967556" y="1908853"/>
              <a:ext cx="7620125" cy="668379"/>
              <a:chOff x="3936338" y="1794549"/>
              <a:chExt cx="7620125" cy="668379"/>
            </a:xfrm>
          </p:grpSpPr>
          <p:sp>
            <p:nvSpPr>
              <p:cNvPr id="26" name="Oval 7">
                <a:extLst>
                  <a:ext uri="{FF2B5EF4-FFF2-40B4-BE49-F238E27FC236}">
                    <a16:creationId xmlns:a16="http://schemas.microsoft.com/office/drawing/2014/main" id="{7C0F7D0D-1958-61CD-65A7-51EF2B5C01CD}"/>
                  </a:ext>
                </a:extLst>
              </p:cNvPr>
              <p:cNvSpPr/>
              <p:nvPr/>
            </p:nvSpPr>
            <p:spPr>
              <a:xfrm>
                <a:off x="3936338" y="1794549"/>
                <a:ext cx="668378" cy="66837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 dirty="0"/>
              </a:p>
            </p:txBody>
          </p:sp>
          <p:sp>
            <p:nvSpPr>
              <p:cNvPr id="27" name="Chevron 13">
                <a:extLst>
                  <a:ext uri="{FF2B5EF4-FFF2-40B4-BE49-F238E27FC236}">
                    <a16:creationId xmlns:a16="http://schemas.microsoft.com/office/drawing/2014/main" id="{9EDD74F5-FBA3-1E84-A702-38564AE285DE}"/>
                  </a:ext>
                </a:extLst>
              </p:cNvPr>
              <p:cNvSpPr/>
              <p:nvPr/>
            </p:nvSpPr>
            <p:spPr>
              <a:xfrm>
                <a:off x="5052655" y="1872159"/>
                <a:ext cx="400199" cy="513159"/>
              </a:xfrm>
              <a:prstGeom prst="chevron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8" name="Group 9">
                <a:extLst>
                  <a:ext uri="{FF2B5EF4-FFF2-40B4-BE49-F238E27FC236}">
                    <a16:creationId xmlns:a16="http://schemas.microsoft.com/office/drawing/2014/main" id="{04635C6A-A2FD-FCBB-ADF3-BBCFA72E6E73}"/>
                  </a:ext>
                </a:extLst>
              </p:cNvPr>
              <p:cNvGrpSpPr/>
              <p:nvPr/>
            </p:nvGrpSpPr>
            <p:grpSpPr>
              <a:xfrm>
                <a:off x="5838937" y="1794549"/>
                <a:ext cx="5717526" cy="668379"/>
                <a:chOff x="3779912" y="1717580"/>
                <a:chExt cx="4896545" cy="668379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390DDD4-E7EC-D3D0-C02D-4E6493886C92}"/>
                    </a:ext>
                  </a:extLst>
                </p:cNvPr>
                <p:cNvSpPr txBox="1"/>
                <p:nvPr/>
              </p:nvSpPr>
              <p:spPr>
                <a:xfrm>
                  <a:off x="3779913" y="1924294"/>
                  <a:ext cx="489654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Undergraduate Student</a:t>
                  </a:r>
                </a:p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Applied Mathematics and Statistics</a:t>
                  </a:r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89C2FFB-3948-7928-B95F-9033AC01F7B8}"/>
                    </a:ext>
                  </a:extLst>
                </p:cNvPr>
                <p:cNvSpPr txBox="1"/>
                <p:nvPr/>
              </p:nvSpPr>
              <p:spPr>
                <a:xfrm>
                  <a:off x="3779912" y="1717580"/>
                  <a:ext cx="48965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Miles Zhou</a:t>
                  </a:r>
                  <a:endPara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8" name="Group 13">
              <a:extLst>
                <a:ext uri="{FF2B5EF4-FFF2-40B4-BE49-F238E27FC236}">
                  <a16:creationId xmlns:a16="http://schemas.microsoft.com/office/drawing/2014/main" id="{752B25FD-AC70-36D1-94D4-D2DFAE5701B2}"/>
                </a:ext>
              </a:extLst>
            </p:cNvPr>
            <p:cNvGrpSpPr/>
            <p:nvPr/>
          </p:nvGrpSpPr>
          <p:grpSpPr>
            <a:xfrm>
              <a:off x="3967556" y="3038784"/>
              <a:ext cx="7620125" cy="668379"/>
              <a:chOff x="3936338" y="1794549"/>
              <a:chExt cx="7620125" cy="668379"/>
            </a:xfrm>
          </p:grpSpPr>
          <p:sp>
            <p:nvSpPr>
              <p:cNvPr id="21" name="Oval 14">
                <a:extLst>
                  <a:ext uri="{FF2B5EF4-FFF2-40B4-BE49-F238E27FC236}">
                    <a16:creationId xmlns:a16="http://schemas.microsoft.com/office/drawing/2014/main" id="{B48E12D2-A7DA-ACAD-DFD1-1F366BF0F1C8}"/>
                  </a:ext>
                </a:extLst>
              </p:cNvPr>
              <p:cNvSpPr/>
              <p:nvPr/>
            </p:nvSpPr>
            <p:spPr>
              <a:xfrm>
                <a:off x="3936338" y="1794549"/>
                <a:ext cx="668378" cy="66837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 dirty="0"/>
              </a:p>
            </p:txBody>
          </p:sp>
          <p:sp>
            <p:nvSpPr>
              <p:cNvPr id="22" name="Chevron 13">
                <a:extLst>
                  <a:ext uri="{FF2B5EF4-FFF2-40B4-BE49-F238E27FC236}">
                    <a16:creationId xmlns:a16="http://schemas.microsoft.com/office/drawing/2014/main" id="{6C3AD49B-F2F0-427D-4310-2DB8BEAC67CC}"/>
                  </a:ext>
                </a:extLst>
              </p:cNvPr>
              <p:cNvSpPr/>
              <p:nvPr/>
            </p:nvSpPr>
            <p:spPr>
              <a:xfrm>
                <a:off x="5052655" y="1872159"/>
                <a:ext cx="400199" cy="513159"/>
              </a:xfrm>
              <a:prstGeom prst="chevron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" name="Group 16">
                <a:extLst>
                  <a:ext uri="{FF2B5EF4-FFF2-40B4-BE49-F238E27FC236}">
                    <a16:creationId xmlns:a16="http://schemas.microsoft.com/office/drawing/2014/main" id="{51002B58-C966-0C92-CB6D-8826B8717E27}"/>
                  </a:ext>
                </a:extLst>
              </p:cNvPr>
              <p:cNvGrpSpPr/>
              <p:nvPr/>
            </p:nvGrpSpPr>
            <p:grpSpPr>
              <a:xfrm>
                <a:off x="5838937" y="1794549"/>
                <a:ext cx="5717526" cy="668379"/>
                <a:chOff x="3779912" y="1717580"/>
                <a:chExt cx="4896545" cy="668379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2663EC7-5158-6217-4558-9A99446A1F34}"/>
                    </a:ext>
                  </a:extLst>
                </p:cNvPr>
                <p:cNvSpPr txBox="1"/>
                <p:nvPr/>
              </p:nvSpPr>
              <p:spPr>
                <a:xfrm>
                  <a:off x="3779913" y="1924294"/>
                  <a:ext cx="489654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Graduate Student</a:t>
                  </a:r>
                </a:p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Data Science, Applied Mathematics and Statistics</a:t>
                  </a:r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B11E281-ADD3-6BC7-772C-80B131E9ECBB}"/>
                    </a:ext>
                  </a:extLst>
                </p:cNvPr>
                <p:cNvSpPr txBox="1"/>
                <p:nvPr/>
              </p:nvSpPr>
              <p:spPr>
                <a:xfrm>
                  <a:off x="3779912" y="1717580"/>
                  <a:ext cx="48965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Irfan Setiadi</a:t>
                  </a:r>
                  <a:endPara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9" name="Group 20">
              <a:extLst>
                <a:ext uri="{FF2B5EF4-FFF2-40B4-BE49-F238E27FC236}">
                  <a16:creationId xmlns:a16="http://schemas.microsoft.com/office/drawing/2014/main" id="{EF360573-07E8-DFB0-D78E-DAB37937F610}"/>
                </a:ext>
              </a:extLst>
            </p:cNvPr>
            <p:cNvGrpSpPr/>
            <p:nvPr/>
          </p:nvGrpSpPr>
          <p:grpSpPr>
            <a:xfrm>
              <a:off x="3967556" y="4168715"/>
              <a:ext cx="7620125" cy="668379"/>
              <a:chOff x="3936338" y="1794549"/>
              <a:chExt cx="7620125" cy="668379"/>
            </a:xfrm>
          </p:grpSpPr>
          <p:sp>
            <p:nvSpPr>
              <p:cNvPr id="16" name="Oval 21">
                <a:extLst>
                  <a:ext uri="{FF2B5EF4-FFF2-40B4-BE49-F238E27FC236}">
                    <a16:creationId xmlns:a16="http://schemas.microsoft.com/office/drawing/2014/main" id="{776EF695-E78E-D35B-99EC-4847F22AC793}"/>
                  </a:ext>
                </a:extLst>
              </p:cNvPr>
              <p:cNvSpPr/>
              <p:nvPr/>
            </p:nvSpPr>
            <p:spPr>
              <a:xfrm>
                <a:off x="3936338" y="1794549"/>
                <a:ext cx="668378" cy="66837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 dirty="0"/>
              </a:p>
            </p:txBody>
          </p:sp>
          <p:sp>
            <p:nvSpPr>
              <p:cNvPr id="17" name="Chevron 13">
                <a:extLst>
                  <a:ext uri="{FF2B5EF4-FFF2-40B4-BE49-F238E27FC236}">
                    <a16:creationId xmlns:a16="http://schemas.microsoft.com/office/drawing/2014/main" id="{53C459BA-18D7-32BE-8EB2-8986BCBDDA2D}"/>
                  </a:ext>
                </a:extLst>
              </p:cNvPr>
              <p:cNvSpPr/>
              <p:nvPr/>
            </p:nvSpPr>
            <p:spPr>
              <a:xfrm>
                <a:off x="5052655" y="1872159"/>
                <a:ext cx="400199" cy="513159"/>
              </a:xfrm>
              <a:prstGeom prst="chevron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" name="Group 23">
                <a:extLst>
                  <a:ext uri="{FF2B5EF4-FFF2-40B4-BE49-F238E27FC236}">
                    <a16:creationId xmlns:a16="http://schemas.microsoft.com/office/drawing/2014/main" id="{D7744E08-FC87-0387-057B-4DE227465AAF}"/>
                  </a:ext>
                </a:extLst>
              </p:cNvPr>
              <p:cNvGrpSpPr/>
              <p:nvPr/>
            </p:nvGrpSpPr>
            <p:grpSpPr>
              <a:xfrm>
                <a:off x="5838937" y="1794549"/>
                <a:ext cx="5717526" cy="668379"/>
                <a:chOff x="3779912" y="1717580"/>
                <a:chExt cx="4896545" cy="668379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F2BF54E-E5AF-1207-CA94-31BFC18F932E}"/>
                    </a:ext>
                  </a:extLst>
                </p:cNvPr>
                <p:cNvSpPr txBox="1"/>
                <p:nvPr/>
              </p:nvSpPr>
              <p:spPr>
                <a:xfrm>
                  <a:off x="3779913" y="1924294"/>
                  <a:ext cx="489654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Graduate Student</a:t>
                  </a:r>
                </a:p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Data Science, Applied Mathematics and Statistics</a:t>
                  </a:r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A86B3D3-15DF-768F-951A-D9789837F955}"/>
                    </a:ext>
                  </a:extLst>
                </p:cNvPr>
                <p:cNvSpPr txBox="1"/>
                <p:nvPr/>
              </p:nvSpPr>
              <p:spPr>
                <a:xfrm>
                  <a:off x="3779912" y="1717580"/>
                  <a:ext cx="48965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Vignesh Rajesh Babu</a:t>
                  </a:r>
                  <a:endPara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10" name="Group 27">
              <a:extLst>
                <a:ext uri="{FF2B5EF4-FFF2-40B4-BE49-F238E27FC236}">
                  <a16:creationId xmlns:a16="http://schemas.microsoft.com/office/drawing/2014/main" id="{CF51B5EC-CA6E-5E63-45E0-2C0C82001A18}"/>
                </a:ext>
              </a:extLst>
            </p:cNvPr>
            <p:cNvGrpSpPr/>
            <p:nvPr/>
          </p:nvGrpSpPr>
          <p:grpSpPr>
            <a:xfrm>
              <a:off x="3967556" y="5298647"/>
              <a:ext cx="7620125" cy="668379"/>
              <a:chOff x="3936338" y="1794549"/>
              <a:chExt cx="7620125" cy="668379"/>
            </a:xfrm>
          </p:grpSpPr>
          <p:sp>
            <p:nvSpPr>
              <p:cNvPr id="11" name="Oval 28">
                <a:extLst>
                  <a:ext uri="{FF2B5EF4-FFF2-40B4-BE49-F238E27FC236}">
                    <a16:creationId xmlns:a16="http://schemas.microsoft.com/office/drawing/2014/main" id="{3317A0E3-DE2F-1D89-AA5C-1DC4A2D7B1A4}"/>
                  </a:ext>
                </a:extLst>
              </p:cNvPr>
              <p:cNvSpPr/>
              <p:nvPr/>
            </p:nvSpPr>
            <p:spPr>
              <a:xfrm>
                <a:off x="3936338" y="1794549"/>
                <a:ext cx="668378" cy="6683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 dirty="0"/>
              </a:p>
            </p:txBody>
          </p:sp>
          <p:sp>
            <p:nvSpPr>
              <p:cNvPr id="12" name="Chevron 13">
                <a:extLst>
                  <a:ext uri="{FF2B5EF4-FFF2-40B4-BE49-F238E27FC236}">
                    <a16:creationId xmlns:a16="http://schemas.microsoft.com/office/drawing/2014/main" id="{39E313F9-BDAC-EB35-E534-160D14C877BE}"/>
                  </a:ext>
                </a:extLst>
              </p:cNvPr>
              <p:cNvSpPr/>
              <p:nvPr/>
            </p:nvSpPr>
            <p:spPr>
              <a:xfrm>
                <a:off x="5052655" y="1872159"/>
                <a:ext cx="400199" cy="513159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3" name="Group 30">
                <a:extLst>
                  <a:ext uri="{FF2B5EF4-FFF2-40B4-BE49-F238E27FC236}">
                    <a16:creationId xmlns:a16="http://schemas.microsoft.com/office/drawing/2014/main" id="{AA8D644F-6FB7-170E-CCCA-2A2EC2799127}"/>
                  </a:ext>
                </a:extLst>
              </p:cNvPr>
              <p:cNvGrpSpPr/>
              <p:nvPr/>
            </p:nvGrpSpPr>
            <p:grpSpPr>
              <a:xfrm>
                <a:off x="5838937" y="1794549"/>
                <a:ext cx="5717526" cy="668379"/>
                <a:chOff x="3779912" y="1717580"/>
                <a:chExt cx="4896545" cy="668379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ADC8130-9A4A-B7E3-0A2D-257DCB5DDA14}"/>
                    </a:ext>
                  </a:extLst>
                </p:cNvPr>
                <p:cNvSpPr txBox="1"/>
                <p:nvPr/>
              </p:nvSpPr>
              <p:spPr>
                <a:xfrm>
                  <a:off x="3779913" y="1924294"/>
                  <a:ext cx="489654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Graduate Student</a:t>
                  </a:r>
                </a:p>
                <a:p>
                  <a:r>
                    <a:rPr lang="en-US" altLang="ko-KR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Data Science, Applied Mathematics and Statistics</a:t>
                  </a:r>
                  <a:endParaRPr lang="ko-KR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4B1918A-D7F5-0D5B-89F0-C62832864051}"/>
                    </a:ext>
                  </a:extLst>
                </p:cNvPr>
                <p:cNvSpPr txBox="1"/>
                <p:nvPr/>
              </p:nvSpPr>
              <p:spPr>
                <a:xfrm>
                  <a:off x="3779912" y="1717580"/>
                  <a:ext cx="48965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b="1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Youzhi</a:t>
                  </a:r>
                  <a:r>
                    <a:rPr lang="en-US" altLang="ko-KR" sz="1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Zhang</a:t>
                  </a:r>
                  <a:endPara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</p:grp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D08155A6-3FE2-9068-D373-BADB71A0E40C}"/>
              </a:ext>
            </a:extLst>
          </p:cNvPr>
          <p:cNvCxnSpPr/>
          <p:nvPr/>
        </p:nvCxnSpPr>
        <p:spPr>
          <a:xfrm flipV="1">
            <a:off x="2520778" y="1734102"/>
            <a:ext cx="3806919" cy="1240153"/>
          </a:xfrm>
          <a:prstGeom prst="bentConnector3">
            <a:avLst>
              <a:gd name="adj1" fmla="val 14"/>
            </a:avLst>
          </a:prstGeom>
          <a:ln>
            <a:solidFill>
              <a:srgbClr val="8A5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B78641F2-BB73-6E18-3995-FC64DAAA0639}"/>
              </a:ext>
            </a:extLst>
          </p:cNvPr>
          <p:cNvCxnSpPr>
            <a:cxnSpLocks/>
          </p:cNvCxnSpPr>
          <p:nvPr/>
        </p:nvCxnSpPr>
        <p:spPr>
          <a:xfrm flipV="1">
            <a:off x="3019984" y="2864033"/>
            <a:ext cx="3306852" cy="110222"/>
          </a:xfrm>
          <a:prstGeom prst="bentConnector3">
            <a:avLst>
              <a:gd name="adj1" fmla="val 99"/>
            </a:avLst>
          </a:prstGeom>
          <a:ln>
            <a:solidFill>
              <a:srgbClr val="E97D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2ECDD9D-5C2B-C511-4AF9-0AEA414CD168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3413125" y="3928520"/>
            <a:ext cx="2914572" cy="65444"/>
          </a:xfrm>
          <a:prstGeom prst="bentConnector3">
            <a:avLst>
              <a:gd name="adj1" fmla="val -452"/>
            </a:avLst>
          </a:prstGeom>
          <a:ln>
            <a:solidFill>
              <a:srgbClr val="2AAC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DE041849-FCE9-FE6C-1453-304F377A8D96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4129695" y="3928520"/>
            <a:ext cx="2198002" cy="1195376"/>
          </a:xfrm>
          <a:prstGeom prst="bentConnector3">
            <a:avLst>
              <a:gd name="adj1" fmla="val 528"/>
            </a:avLst>
          </a:prstGeom>
          <a:ln>
            <a:solidFill>
              <a:srgbClr val="E742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D1A0790-20A9-FF9E-64B4-7B9062E173D5}"/>
              </a:ext>
            </a:extLst>
          </p:cNvPr>
          <p:cNvSpPr txBox="1"/>
          <p:nvPr/>
        </p:nvSpPr>
        <p:spPr>
          <a:xfrm>
            <a:off x="6326836" y="1418937"/>
            <a:ext cx="66837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</a:t>
            </a:r>
            <a:endParaRPr lang="ko-KR" altLang="en-US" sz="36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D1ED72-E9BB-995A-FADC-98523BBAC8FA}"/>
              </a:ext>
            </a:extLst>
          </p:cNvPr>
          <p:cNvSpPr txBox="1"/>
          <p:nvPr/>
        </p:nvSpPr>
        <p:spPr>
          <a:xfrm>
            <a:off x="6326836" y="2540867"/>
            <a:ext cx="66837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I</a:t>
            </a:r>
            <a:endParaRPr lang="ko-KR" altLang="en-US" sz="36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E8913D-B302-D898-E62A-8BB3A8B48740}"/>
              </a:ext>
            </a:extLst>
          </p:cNvPr>
          <p:cNvSpPr txBox="1"/>
          <p:nvPr/>
        </p:nvSpPr>
        <p:spPr>
          <a:xfrm>
            <a:off x="6326836" y="3644336"/>
            <a:ext cx="66837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G</a:t>
            </a:r>
            <a:endParaRPr lang="ko-KR" altLang="en-US" sz="36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A03347-859F-86CB-A38D-9AF2F42E5F0A}"/>
              </a:ext>
            </a:extLst>
          </p:cNvPr>
          <p:cNvSpPr txBox="1"/>
          <p:nvPr/>
        </p:nvSpPr>
        <p:spPr>
          <a:xfrm>
            <a:off x="6326836" y="4789706"/>
            <a:ext cx="66837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H</a:t>
            </a:r>
            <a:endParaRPr lang="ko-KR" altLang="en-US" sz="36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E3EBF-4DB8-3528-19D5-672E1C886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02" t="53276"/>
          <a:stretch>
            <a:fillRect/>
          </a:stretch>
        </p:blipFill>
        <p:spPr>
          <a:xfrm>
            <a:off x="106267" y="1547050"/>
            <a:ext cx="5504526" cy="285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46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4F6948-1C8A-30E0-71C2-35D3EF267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276"/>
            <a:ext cx="12222871" cy="68407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D629D1-315A-D7E3-F1D1-C2892F2AF6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443" y="103775"/>
            <a:ext cx="12678032" cy="709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50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804B6-1278-0028-705F-C4798AAEE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74D8D60-676C-05D6-A2B0-F30A3865B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276"/>
            <a:ext cx="12222871" cy="684072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2BA344E-3D07-DB49-97F0-1D69E116BB3B}"/>
              </a:ext>
            </a:extLst>
          </p:cNvPr>
          <p:cNvGrpSpPr/>
          <p:nvPr/>
        </p:nvGrpSpPr>
        <p:grpSpPr>
          <a:xfrm>
            <a:off x="3350740" y="4272154"/>
            <a:ext cx="5490519" cy="1206829"/>
            <a:chOff x="4938050" y="2749602"/>
            <a:chExt cx="5490519" cy="120682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FA8B9DD-4313-F9FB-3BAA-2C5C1385D1AB}"/>
                </a:ext>
              </a:extLst>
            </p:cNvPr>
            <p:cNvSpPr txBox="1"/>
            <p:nvPr/>
          </p:nvSpPr>
          <p:spPr>
            <a:xfrm>
              <a:off x="5034948" y="2749602"/>
              <a:ext cx="5301048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800" b="1" dirty="0">
                  <a:latin typeface="+mj-lt"/>
                  <a:cs typeface="Arial" pitchFamily="34" charset="0"/>
                </a:rPr>
                <a:t>OPTIMIZING</a:t>
              </a:r>
              <a:endParaRPr lang="ko-KR" altLang="en-US" sz="4800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A179564-EB73-01FA-7700-A5EB8F7409DE}"/>
                </a:ext>
              </a:extLst>
            </p:cNvPr>
            <p:cNvSpPr txBox="1"/>
            <p:nvPr/>
          </p:nvSpPr>
          <p:spPr>
            <a:xfrm>
              <a:off x="4938050" y="3448600"/>
              <a:ext cx="5490519" cy="5078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700" dirty="0">
                  <a:cs typeface="Arial" pitchFamily="34" charset="0"/>
                </a:rPr>
                <a:t>The Blue Jay Night Ride Shuttle</a:t>
              </a:r>
              <a:endParaRPr lang="ko-KR" altLang="en-US" sz="2700" dirty="0">
                <a:cs typeface="Arial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443AE33-B591-4909-04FD-CE519258A129}"/>
              </a:ext>
            </a:extLst>
          </p:cNvPr>
          <p:cNvSpPr txBox="1"/>
          <p:nvPr/>
        </p:nvSpPr>
        <p:spPr>
          <a:xfrm>
            <a:off x="1583896" y="5478983"/>
            <a:ext cx="9055076" cy="73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0" i="0" u="none" strike="noStrike" kern="1200" cap="none" spc="0" baseline="0" dirty="0">
                <a:uFillTx/>
                <a:latin typeface="Arial" panose="020B0604020202020204" pitchFamily="34" charset="0"/>
                <a:ea typeface="Calibri" pitchFamily="34"/>
                <a:cs typeface="Arial" panose="020B0604020202020204" pitchFamily="34" charset="0"/>
              </a:rPr>
              <a:t>Dispatch &amp; routing models for JHU's on-demand shared shuttle</a:t>
            </a:r>
            <a:endParaRPr lang="en-US" sz="1900" b="0" i="0" u="none" strike="noStrike" kern="1200" cap="none" spc="0" baseline="0" dirty="0"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0" i="0" u="none" strike="noStrike" kern="1200" cap="none" spc="0" baseline="0" dirty="0">
                <a:uFillTx/>
                <a:latin typeface="Arial" panose="020B0604020202020204" pitchFamily="34" charset="0"/>
                <a:ea typeface="Calibri" pitchFamily="34"/>
                <a:cs typeface="Arial" panose="020B0604020202020204" pitchFamily="34" charset="0"/>
              </a:rPr>
              <a:t>reducing rider wait times and Lyft overflow on Blue Jay Night Ride.</a:t>
            </a:r>
            <a:endParaRPr lang="en-US" sz="1900" b="0" i="0" u="none" strike="noStrike" kern="1200" cap="none" spc="0" baseline="0" dirty="0"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B02D25-4430-660A-6DD4-92724E824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81"/>
          <a:stretch>
            <a:fillRect/>
          </a:stretch>
        </p:blipFill>
        <p:spPr>
          <a:xfrm>
            <a:off x="2897740" y="83714"/>
            <a:ext cx="6427388" cy="47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16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DC62-93B7-4F7E-2DF3-8F017BC72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DD3266-E3F0-A685-8D4C-FC700025F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869" y="0"/>
            <a:ext cx="1225374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734403-9CAA-9262-074E-69D3540D08FB}"/>
              </a:ext>
            </a:extLst>
          </p:cNvPr>
          <p:cNvSpPr txBox="1"/>
          <p:nvPr/>
        </p:nvSpPr>
        <p:spPr>
          <a:xfrm>
            <a:off x="1562471" y="184664"/>
            <a:ext cx="3874502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rPr>
              <a:t>How Shuttle Works</a:t>
            </a:r>
            <a:endParaRPr lang="ko-KR" altLang="en-US" sz="48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21" name="Group 7">
            <a:extLst>
              <a:ext uri="{FF2B5EF4-FFF2-40B4-BE49-F238E27FC236}">
                <a16:creationId xmlns:a16="http://schemas.microsoft.com/office/drawing/2014/main" id="{1B49C04E-F449-CB15-402C-DC652D5BEBE8}"/>
              </a:ext>
            </a:extLst>
          </p:cNvPr>
          <p:cNvGrpSpPr/>
          <p:nvPr/>
        </p:nvGrpSpPr>
        <p:grpSpPr>
          <a:xfrm>
            <a:off x="5173413" y="1283953"/>
            <a:ext cx="5651104" cy="1015663"/>
            <a:chOff x="5692278" y="3070393"/>
            <a:chExt cx="5137368" cy="101566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9958C62-B316-A35E-FC86-0D66A4EBB739}"/>
                </a:ext>
              </a:extLst>
            </p:cNvPr>
            <p:cNvSpPr txBox="1"/>
            <p:nvPr/>
          </p:nvSpPr>
          <p:spPr>
            <a:xfrm>
              <a:off x="6770450" y="3578225"/>
              <a:ext cx="4059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Calibri" pitchFamily="34"/>
                  <a:cs typeface="Arial" panose="020B0604020202020204" pitchFamily="34" charset="0"/>
                </a:rPr>
                <a:t>Rider books a trip in the </a:t>
              </a:r>
              <a:r>
                <a:rPr lang="en-US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Calibri" pitchFamily="34"/>
                  <a:cs typeface="Arial" panose="020B0604020202020204" pitchFamily="34" charset="0"/>
                </a:rPr>
                <a:t>TransLoc</a:t>
              </a: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Calibri" pitchFamily="34"/>
                  <a:cs typeface="Arial" panose="020B0604020202020204" pitchFamily="34" charset="0"/>
                </a:rPr>
                <a:t> app.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539F7C-563F-E4A0-BF69-9D7C34625EE7}"/>
                </a:ext>
              </a:extLst>
            </p:cNvPr>
            <p:cNvSpPr txBox="1"/>
            <p:nvPr/>
          </p:nvSpPr>
          <p:spPr>
            <a:xfrm>
              <a:off x="6751979" y="3153728"/>
              <a:ext cx="364784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Request</a:t>
              </a:r>
              <a:endParaRPr lang="ko-KR" altLang="en-US" sz="27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DC0D74C-7977-DF7B-9059-26B00C0F9C63}"/>
                </a:ext>
              </a:extLst>
            </p:cNvPr>
            <p:cNvSpPr txBox="1"/>
            <p:nvPr/>
          </p:nvSpPr>
          <p:spPr>
            <a:xfrm>
              <a:off x="5692278" y="3070393"/>
              <a:ext cx="1078173" cy="101566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6000" b="1" dirty="0">
                  <a:solidFill>
                    <a:schemeClr val="accent1"/>
                  </a:solidFill>
                  <a:cs typeface="Arial" pitchFamily="34" charset="0"/>
                </a:rPr>
                <a:t>01</a:t>
              </a:r>
              <a:endParaRPr lang="ko-KR" altLang="en-US" sz="60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11">
            <a:extLst>
              <a:ext uri="{FF2B5EF4-FFF2-40B4-BE49-F238E27FC236}">
                <a16:creationId xmlns:a16="http://schemas.microsoft.com/office/drawing/2014/main" id="{924ECB00-027E-4A19-3CF1-70241520BDDC}"/>
              </a:ext>
            </a:extLst>
          </p:cNvPr>
          <p:cNvGrpSpPr/>
          <p:nvPr/>
        </p:nvGrpSpPr>
        <p:grpSpPr>
          <a:xfrm>
            <a:off x="6098080" y="2716444"/>
            <a:ext cx="5198614" cy="1154163"/>
            <a:chOff x="5692278" y="3070393"/>
            <a:chExt cx="4726013" cy="115416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94C4E8-E009-CE44-4503-E2BB38469927}"/>
                </a:ext>
              </a:extLst>
            </p:cNvPr>
            <p:cNvSpPr txBox="1"/>
            <p:nvPr/>
          </p:nvSpPr>
          <p:spPr>
            <a:xfrm>
              <a:off x="6770451" y="3578225"/>
              <a:ext cx="36478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Calibri" pitchFamily="34"/>
                  <a:cs typeface="Calibri" pitchFamily="34"/>
                </a:rPr>
                <a:t>A shared van is assigned; it may pick up others first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0F0453A-287B-E305-C6F4-E11860740639}"/>
                </a:ext>
              </a:extLst>
            </p:cNvPr>
            <p:cNvSpPr txBox="1"/>
            <p:nvPr/>
          </p:nvSpPr>
          <p:spPr>
            <a:xfrm>
              <a:off x="6751979" y="3153728"/>
              <a:ext cx="364784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Pool</a:t>
              </a:r>
              <a:endParaRPr lang="ko-KR" altLang="en-US" sz="27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A426907-BCD7-8327-1DFD-2DB4E36816DC}"/>
                </a:ext>
              </a:extLst>
            </p:cNvPr>
            <p:cNvSpPr txBox="1"/>
            <p:nvPr/>
          </p:nvSpPr>
          <p:spPr>
            <a:xfrm>
              <a:off x="5692278" y="3070393"/>
              <a:ext cx="1078173" cy="101566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6000" b="1" dirty="0">
                  <a:solidFill>
                    <a:schemeClr val="accent2"/>
                  </a:solidFill>
                  <a:cs typeface="Arial" pitchFamily="34" charset="0"/>
                </a:rPr>
                <a:t>02</a:t>
              </a:r>
              <a:endParaRPr lang="ko-KR" altLang="en-US" sz="60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15">
            <a:extLst>
              <a:ext uri="{FF2B5EF4-FFF2-40B4-BE49-F238E27FC236}">
                <a16:creationId xmlns:a16="http://schemas.microsoft.com/office/drawing/2014/main" id="{F676BEA9-71D1-D5C2-7286-4EC19014E8C1}"/>
              </a:ext>
            </a:extLst>
          </p:cNvPr>
          <p:cNvGrpSpPr/>
          <p:nvPr/>
        </p:nvGrpSpPr>
        <p:grpSpPr>
          <a:xfrm>
            <a:off x="6993658" y="4148935"/>
            <a:ext cx="5178295" cy="1154163"/>
            <a:chOff x="5692278" y="3070393"/>
            <a:chExt cx="4707541" cy="115416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3AB86D3-DA71-F624-4FDA-66958EA965BD}"/>
                </a:ext>
              </a:extLst>
            </p:cNvPr>
            <p:cNvSpPr txBox="1"/>
            <p:nvPr/>
          </p:nvSpPr>
          <p:spPr>
            <a:xfrm>
              <a:off x="6770451" y="3578225"/>
              <a:ext cx="31809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Calibri" pitchFamily="34"/>
                  <a:cs typeface="Calibri" pitchFamily="34"/>
                </a:rPr>
                <a:t>Dropped at the destination, ~6PM to 2AM, Homewood area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8D24719-0793-C2B8-B278-332F673FC3EF}"/>
                </a:ext>
              </a:extLst>
            </p:cNvPr>
            <p:cNvSpPr txBox="1"/>
            <p:nvPr/>
          </p:nvSpPr>
          <p:spPr>
            <a:xfrm>
              <a:off x="6751979" y="3153728"/>
              <a:ext cx="3647840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Curb to Curb</a:t>
              </a:r>
              <a:endParaRPr lang="ko-KR" altLang="en-US" sz="27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067244A-ED7A-3321-AA58-1EB3188E5EB0}"/>
                </a:ext>
              </a:extLst>
            </p:cNvPr>
            <p:cNvSpPr txBox="1"/>
            <p:nvPr/>
          </p:nvSpPr>
          <p:spPr>
            <a:xfrm>
              <a:off x="5692278" y="3070393"/>
              <a:ext cx="1078173" cy="101566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6000" b="1" dirty="0">
                  <a:solidFill>
                    <a:schemeClr val="accent3"/>
                  </a:solidFill>
                  <a:cs typeface="Arial" pitchFamily="34" charset="0"/>
                </a:rPr>
                <a:t>03</a:t>
              </a:r>
              <a:endParaRPr lang="ko-KR" altLang="en-US" sz="60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0095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263008"/>
            <a:ext cx="12192000" cy="724247"/>
          </a:xfrm>
        </p:spPr>
        <p:txBody>
          <a:bodyPr/>
          <a:lstStyle/>
          <a:p>
            <a:r>
              <a:rPr lang="en-US" sz="4800" b="1" dirty="0"/>
              <a:t>Model’s Constraints</a:t>
            </a:r>
          </a:p>
        </p:txBody>
      </p:sp>
      <p:grpSp>
        <p:nvGrpSpPr>
          <p:cNvPr id="51" name="Group 1">
            <a:extLst>
              <a:ext uri="{FF2B5EF4-FFF2-40B4-BE49-F238E27FC236}">
                <a16:creationId xmlns:a16="http://schemas.microsoft.com/office/drawing/2014/main" id="{3F49FA24-CE58-4C2F-963D-5B35AEE8D53D}"/>
              </a:ext>
            </a:extLst>
          </p:cNvPr>
          <p:cNvGrpSpPr/>
          <p:nvPr/>
        </p:nvGrpSpPr>
        <p:grpSpPr>
          <a:xfrm>
            <a:off x="1851017" y="1557200"/>
            <a:ext cx="3846918" cy="4129504"/>
            <a:chOff x="827365" y="1409323"/>
            <a:chExt cx="4759543" cy="5109168"/>
          </a:xfrm>
        </p:grpSpPr>
        <p:sp>
          <p:nvSpPr>
            <p:cNvPr id="52" name="원형: 비어 있음 1">
              <a:extLst>
                <a:ext uri="{FF2B5EF4-FFF2-40B4-BE49-F238E27FC236}">
                  <a16:creationId xmlns:a16="http://schemas.microsoft.com/office/drawing/2014/main" id="{BB1BB572-72D3-4BF0-BFC7-0D5D056F2D8C}"/>
                </a:ext>
              </a:extLst>
            </p:cNvPr>
            <p:cNvSpPr/>
            <p:nvPr/>
          </p:nvSpPr>
          <p:spPr>
            <a:xfrm>
              <a:off x="827366" y="1758949"/>
              <a:ext cx="4759542" cy="4759542"/>
            </a:xfrm>
            <a:prstGeom prst="donut">
              <a:avLst>
                <a:gd name="adj" fmla="val 185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53" name="자유형: 도형 19">
              <a:extLst>
                <a:ext uri="{FF2B5EF4-FFF2-40B4-BE49-F238E27FC236}">
                  <a16:creationId xmlns:a16="http://schemas.microsoft.com/office/drawing/2014/main" id="{AE035C1D-E43B-49D8-9851-499D030F5FE0}"/>
                </a:ext>
              </a:extLst>
            </p:cNvPr>
            <p:cNvSpPr txBox="1">
              <a:spLocks/>
            </p:cNvSpPr>
            <p:nvPr/>
          </p:nvSpPr>
          <p:spPr>
            <a:xfrm>
              <a:off x="3465911" y="1843292"/>
              <a:ext cx="1822409" cy="2586876"/>
            </a:xfrm>
            <a:custGeom>
              <a:avLst/>
              <a:gdLst>
                <a:gd name="connsiteX0" fmla="*/ 863642 w 1822409"/>
                <a:gd name="connsiteY0" fmla="*/ 0 h 2586876"/>
                <a:gd name="connsiteX1" fmla="*/ 1706307 w 1822409"/>
                <a:gd name="connsiteY1" fmla="*/ 2577164 h 2586876"/>
                <a:gd name="connsiteX2" fmla="*/ 0 w 1822409"/>
                <a:gd name="connsiteY2" fmla="*/ 2586876 h 258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2409" h="2586876">
                  <a:moveTo>
                    <a:pt x="863642" y="0"/>
                  </a:moveTo>
                  <a:cubicBezTo>
                    <a:pt x="1679882" y="581132"/>
                    <a:pt x="2021522" y="1626487"/>
                    <a:pt x="1706307" y="2577164"/>
                  </a:cubicBezTo>
                  <a:lnTo>
                    <a:pt x="0" y="2586876"/>
                  </a:lnTo>
                  <a:close/>
                </a:path>
              </a:pathLst>
            </a:custGeom>
            <a:solidFill>
              <a:schemeClr val="accent3"/>
            </a:solidFill>
            <a:effectLst/>
          </p:spPr>
          <p:txBody>
            <a:bodyPr wrap="square" anchor="ctr">
              <a:noAutofit/>
            </a:bodyPr>
            <a:lstStyle>
              <a:lvl1pPr marL="0" marR="0" indent="0" algn="ctr" defTabSz="914446" rtl="0" eaLnBrk="1" fontAlgn="auto" latinLnBrk="1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 kern="1200" baseline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+mn-ea"/>
                  <a:cs typeface="Arial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  <p:sp>
          <p:nvSpPr>
            <p:cNvPr id="54" name="자유형: 도형 12">
              <a:extLst>
                <a:ext uri="{FF2B5EF4-FFF2-40B4-BE49-F238E27FC236}">
                  <a16:creationId xmlns:a16="http://schemas.microsoft.com/office/drawing/2014/main" id="{AAAA05C1-1D70-4AD4-8E06-EE23C7D4F307}"/>
                </a:ext>
              </a:extLst>
            </p:cNvPr>
            <p:cNvSpPr txBox="1">
              <a:spLocks/>
            </p:cNvSpPr>
            <p:nvPr/>
          </p:nvSpPr>
          <p:spPr>
            <a:xfrm>
              <a:off x="1553519" y="1409323"/>
              <a:ext cx="2719605" cy="2144179"/>
            </a:xfrm>
            <a:custGeom>
              <a:avLst/>
              <a:gdLst>
                <a:gd name="connsiteX0" fmla="*/ 1401769 w 2719605"/>
                <a:gd name="connsiteY0" fmla="*/ 1 h 2144179"/>
                <a:gd name="connsiteX1" fmla="*/ 2719605 w 2719605"/>
                <a:gd name="connsiteY1" fmla="*/ 421978 h 2144179"/>
                <a:gd name="connsiteX2" fmla="*/ 2144640 w 2719605"/>
                <a:gd name="connsiteY2" fmla="*/ 2144179 h 2144179"/>
                <a:gd name="connsiteX3" fmla="*/ 2136701 w 2719605"/>
                <a:gd name="connsiteY3" fmla="*/ 2144179 h 2144179"/>
                <a:gd name="connsiteX4" fmla="*/ 0 w 2719605"/>
                <a:gd name="connsiteY4" fmla="*/ 480476 h 2144179"/>
                <a:gd name="connsiteX5" fmla="*/ 1401769 w 2719605"/>
                <a:gd name="connsiteY5" fmla="*/ 1 h 2144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605" h="2144179">
                  <a:moveTo>
                    <a:pt x="1401769" y="1"/>
                  </a:moveTo>
                  <a:cubicBezTo>
                    <a:pt x="1863929" y="178"/>
                    <a:pt x="2326036" y="140289"/>
                    <a:pt x="2719605" y="421978"/>
                  </a:cubicBezTo>
                  <a:lnTo>
                    <a:pt x="2144640" y="2144179"/>
                  </a:lnTo>
                  <a:lnTo>
                    <a:pt x="2136701" y="2144179"/>
                  </a:lnTo>
                  <a:lnTo>
                    <a:pt x="0" y="480476"/>
                  </a:lnTo>
                  <a:cubicBezTo>
                    <a:pt x="412291" y="159962"/>
                    <a:pt x="907061" y="-188"/>
                    <a:pt x="1401769" y="1"/>
                  </a:cubicBezTo>
                  <a:close/>
                </a:path>
              </a:pathLst>
            </a:custGeom>
            <a:solidFill>
              <a:schemeClr val="accent2"/>
            </a:solidFill>
            <a:effectLst/>
          </p:spPr>
          <p:txBody>
            <a:bodyPr wrap="square" anchor="ctr">
              <a:noAutofit/>
            </a:bodyPr>
            <a:lstStyle>
              <a:lvl1pPr marL="0" marR="0" indent="0" algn="ctr" defTabSz="914446" rtl="0" eaLnBrk="1" fontAlgn="auto" latinLnBrk="1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  <p:sp>
          <p:nvSpPr>
            <p:cNvPr id="55" name="자유형: 도형 23">
              <a:extLst>
                <a:ext uri="{FF2B5EF4-FFF2-40B4-BE49-F238E27FC236}">
                  <a16:creationId xmlns:a16="http://schemas.microsoft.com/office/drawing/2014/main" id="{6A98F243-7C88-4838-992E-2E89F9DD79CE}"/>
                </a:ext>
              </a:extLst>
            </p:cNvPr>
            <p:cNvSpPr txBox="1">
              <a:spLocks/>
            </p:cNvSpPr>
            <p:nvPr/>
          </p:nvSpPr>
          <p:spPr>
            <a:xfrm>
              <a:off x="2547215" y="4499226"/>
              <a:ext cx="2626805" cy="1570156"/>
            </a:xfrm>
            <a:custGeom>
              <a:avLst/>
              <a:gdLst>
                <a:gd name="connsiteX0" fmla="*/ 462339 w 2626805"/>
                <a:gd name="connsiteY0" fmla="*/ 1569148 h 1570156"/>
                <a:gd name="connsiteX1" fmla="*/ 483227 w 2626805"/>
                <a:gd name="connsiteY1" fmla="*/ 1569612 h 1570156"/>
                <a:gd name="connsiteX2" fmla="*/ 471294 w 2626805"/>
                <a:gd name="connsiteY2" fmla="*/ 1570156 h 1570156"/>
                <a:gd name="connsiteX3" fmla="*/ 462562 w 2626805"/>
                <a:gd name="connsiteY3" fmla="*/ 1569858 h 1570156"/>
                <a:gd name="connsiteX4" fmla="*/ 2626805 w 2626805"/>
                <a:gd name="connsiteY4" fmla="*/ 0 h 1570156"/>
                <a:gd name="connsiteX5" fmla="*/ 495284 w 2626805"/>
                <a:gd name="connsiteY5" fmla="*/ 1569062 h 1570156"/>
                <a:gd name="connsiteX6" fmla="*/ 0 w 2626805"/>
                <a:gd name="connsiteY6" fmla="*/ 14951 h 1570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26805" h="1570156">
                  <a:moveTo>
                    <a:pt x="462339" y="1569148"/>
                  </a:moveTo>
                  <a:lnTo>
                    <a:pt x="483227" y="1569612"/>
                  </a:lnTo>
                  <a:cubicBezTo>
                    <a:pt x="479254" y="1570099"/>
                    <a:pt x="475275" y="1570133"/>
                    <a:pt x="471294" y="1570156"/>
                  </a:cubicBezTo>
                  <a:lnTo>
                    <a:pt x="462562" y="1569858"/>
                  </a:lnTo>
                  <a:close/>
                  <a:moveTo>
                    <a:pt x="2626805" y="0"/>
                  </a:moveTo>
                  <a:cubicBezTo>
                    <a:pt x="2323053" y="924730"/>
                    <a:pt x="1466758" y="1554229"/>
                    <a:pt x="495284" y="1569062"/>
                  </a:cubicBezTo>
                  <a:lnTo>
                    <a:pt x="0" y="14951"/>
                  </a:lnTo>
                  <a:close/>
                </a:path>
              </a:pathLst>
            </a:custGeom>
            <a:solidFill>
              <a:schemeClr val="accent4"/>
            </a:solidFill>
            <a:effectLst/>
          </p:spPr>
          <p:txBody>
            <a:bodyPr wrap="square" anchor="ctr">
              <a:noAutofit/>
            </a:bodyPr>
            <a:lstStyle>
              <a:lvl1pPr marL="0" marR="0" indent="0" algn="ctr" defTabSz="914446" rtl="0" eaLnBrk="1" fontAlgn="auto" latinLnBrk="1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  <p:sp>
          <p:nvSpPr>
            <p:cNvPr id="56" name="자유형: 도형 25">
              <a:extLst>
                <a:ext uri="{FF2B5EF4-FFF2-40B4-BE49-F238E27FC236}">
                  <a16:creationId xmlns:a16="http://schemas.microsoft.com/office/drawing/2014/main" id="{E3F9B4D0-5756-4AAC-9A56-47E0BDB72581}"/>
                </a:ext>
              </a:extLst>
            </p:cNvPr>
            <p:cNvSpPr txBox="1">
              <a:spLocks/>
            </p:cNvSpPr>
            <p:nvPr/>
          </p:nvSpPr>
          <p:spPr>
            <a:xfrm>
              <a:off x="827365" y="3622560"/>
              <a:ext cx="2195336" cy="2446823"/>
            </a:xfrm>
            <a:custGeom>
              <a:avLst/>
              <a:gdLst>
                <a:gd name="connsiteX0" fmla="*/ 1374390 w 2195336"/>
                <a:gd name="connsiteY0" fmla="*/ 0 h 2446823"/>
                <a:gd name="connsiteX1" fmla="*/ 2151590 w 2195336"/>
                <a:gd name="connsiteY1" fmla="*/ 2438716 h 2446823"/>
                <a:gd name="connsiteX2" fmla="*/ 2195126 w 2195336"/>
                <a:gd name="connsiteY2" fmla="*/ 2439683 h 2446823"/>
                <a:gd name="connsiteX3" fmla="*/ 2195336 w 2195336"/>
                <a:gd name="connsiteY3" fmla="*/ 2440337 h 2446823"/>
                <a:gd name="connsiteX4" fmla="*/ 2192990 w 2195336"/>
                <a:gd name="connsiteY4" fmla="*/ 2440444 h 2446823"/>
                <a:gd name="connsiteX5" fmla="*/ 2151693 w 2195336"/>
                <a:gd name="connsiteY5" fmla="*/ 2439035 h 2446823"/>
                <a:gd name="connsiteX6" fmla="*/ 2154077 w 2195336"/>
                <a:gd name="connsiteY6" fmla="*/ 2446517 h 2446823"/>
                <a:gd name="connsiteX7" fmla="*/ 0 w 2195336"/>
                <a:gd name="connsiteY7" fmla="*/ 1016322 h 244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5336" h="2446823">
                  <a:moveTo>
                    <a:pt x="1374390" y="0"/>
                  </a:moveTo>
                  <a:lnTo>
                    <a:pt x="2151590" y="2438716"/>
                  </a:lnTo>
                  <a:lnTo>
                    <a:pt x="2195126" y="2439683"/>
                  </a:lnTo>
                  <a:lnTo>
                    <a:pt x="2195336" y="2440337"/>
                  </a:lnTo>
                  <a:lnTo>
                    <a:pt x="2192990" y="2440444"/>
                  </a:lnTo>
                  <a:lnTo>
                    <a:pt x="2151693" y="2439035"/>
                  </a:lnTo>
                  <a:lnTo>
                    <a:pt x="2154077" y="2446517"/>
                  </a:lnTo>
                  <a:cubicBezTo>
                    <a:pt x="1203619" y="2462028"/>
                    <a:pt x="349619" y="1887845"/>
                    <a:pt x="0" y="1016322"/>
                  </a:cubicBezTo>
                  <a:close/>
                </a:path>
              </a:pathLst>
            </a:custGeom>
            <a:solidFill>
              <a:schemeClr val="accent1"/>
            </a:solidFill>
            <a:effectLst/>
          </p:spPr>
          <p:txBody>
            <a:bodyPr wrap="square" anchor="ctr">
              <a:noAutofit/>
            </a:bodyPr>
            <a:lstStyle>
              <a:lvl1pPr marL="0" marR="0" indent="0" algn="ctr" defTabSz="914446" rtl="0" eaLnBrk="1" fontAlgn="auto" latinLnBrk="1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</p:grpSp>
      <p:grpSp>
        <p:nvGrpSpPr>
          <p:cNvPr id="57" name="Group 22">
            <a:extLst>
              <a:ext uri="{FF2B5EF4-FFF2-40B4-BE49-F238E27FC236}">
                <a16:creationId xmlns:a16="http://schemas.microsoft.com/office/drawing/2014/main" id="{3B6BDD0E-AAD2-4E07-BEB1-753DF2D9E37D}"/>
              </a:ext>
            </a:extLst>
          </p:cNvPr>
          <p:cNvGrpSpPr/>
          <p:nvPr/>
        </p:nvGrpSpPr>
        <p:grpSpPr>
          <a:xfrm>
            <a:off x="8014431" y="2892598"/>
            <a:ext cx="4177569" cy="623666"/>
            <a:chOff x="2543198" y="4450714"/>
            <a:chExt cx="2569255" cy="488050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906D69D-A9C5-4C6D-BA97-BF27FCCFC6E3}"/>
                </a:ext>
              </a:extLst>
            </p:cNvPr>
            <p:cNvSpPr txBox="1"/>
            <p:nvPr/>
          </p:nvSpPr>
          <p:spPr>
            <a:xfrm>
              <a:off x="2543198" y="4673829"/>
              <a:ext cx="2569255" cy="264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Max </a:t>
              </a:r>
              <a:r>
                <a:rPr lang="en-ID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ride length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F0E767A-8C2E-4C8A-A062-E828B7680369}"/>
                </a:ext>
              </a:extLst>
            </p:cNvPr>
            <p:cNvSpPr txBox="1"/>
            <p:nvPr/>
          </p:nvSpPr>
          <p:spPr>
            <a:xfrm>
              <a:off x="2543198" y="4450714"/>
              <a:ext cx="2569255" cy="264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25 Minutes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0" name="Group 22">
            <a:extLst>
              <a:ext uri="{FF2B5EF4-FFF2-40B4-BE49-F238E27FC236}">
                <a16:creationId xmlns:a16="http://schemas.microsoft.com/office/drawing/2014/main" id="{78229E65-B092-4BEF-AF62-AE4163CA799D}"/>
              </a:ext>
            </a:extLst>
          </p:cNvPr>
          <p:cNvGrpSpPr/>
          <p:nvPr/>
        </p:nvGrpSpPr>
        <p:grpSpPr>
          <a:xfrm>
            <a:off x="8014431" y="3972385"/>
            <a:ext cx="4177569" cy="623666"/>
            <a:chOff x="2543198" y="4450714"/>
            <a:chExt cx="2569255" cy="48805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05256EA-00F7-4E47-BD03-668CD0CDF12A}"/>
                </a:ext>
              </a:extLst>
            </p:cNvPr>
            <p:cNvSpPr txBox="1"/>
            <p:nvPr/>
          </p:nvSpPr>
          <p:spPr>
            <a:xfrm>
              <a:off x="2543198" y="4673829"/>
              <a:ext cx="2569255" cy="264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</a:t>
              </a:r>
              <a:r>
                <a:rPr lang="en-ID" altLang="ko-KR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ax</a:t>
              </a:r>
              <a:r>
                <a:rPr lang="en-ID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group size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C06BC40-B506-4DA1-984E-38B31BBF2B27}"/>
                </a:ext>
              </a:extLst>
            </p:cNvPr>
            <p:cNvSpPr txBox="1"/>
            <p:nvPr/>
          </p:nvSpPr>
          <p:spPr>
            <a:xfrm>
              <a:off x="2543198" y="4450714"/>
              <a:ext cx="2569255" cy="264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5 Max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3" name="Group 22">
            <a:extLst>
              <a:ext uri="{FF2B5EF4-FFF2-40B4-BE49-F238E27FC236}">
                <a16:creationId xmlns:a16="http://schemas.microsoft.com/office/drawing/2014/main" id="{7526FCD7-9C3E-4528-9D9D-3F1534FAE4F4}"/>
              </a:ext>
            </a:extLst>
          </p:cNvPr>
          <p:cNvGrpSpPr/>
          <p:nvPr/>
        </p:nvGrpSpPr>
        <p:grpSpPr>
          <a:xfrm>
            <a:off x="7088009" y="5002728"/>
            <a:ext cx="4177569" cy="623666"/>
            <a:chOff x="2543198" y="4450714"/>
            <a:chExt cx="2569255" cy="488050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211D421-22DF-4CB8-8D24-29D3B25AB0F7}"/>
                </a:ext>
              </a:extLst>
            </p:cNvPr>
            <p:cNvSpPr txBox="1"/>
            <p:nvPr/>
          </p:nvSpPr>
          <p:spPr>
            <a:xfrm>
              <a:off x="2543198" y="4673829"/>
              <a:ext cx="2569255" cy="264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Van </a:t>
              </a:r>
              <a:r>
                <a:rPr lang="en-ID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waits at pickup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FAA118B-4D6E-48F2-9C78-F441E3961DB8}"/>
                </a:ext>
              </a:extLst>
            </p:cNvPr>
            <p:cNvSpPr txBox="1"/>
            <p:nvPr/>
          </p:nvSpPr>
          <p:spPr>
            <a:xfrm>
              <a:off x="2543198" y="4450714"/>
              <a:ext cx="2569255" cy="264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3 Minutes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6" name="Group 22">
            <a:extLst>
              <a:ext uri="{FF2B5EF4-FFF2-40B4-BE49-F238E27FC236}">
                <a16:creationId xmlns:a16="http://schemas.microsoft.com/office/drawing/2014/main" id="{E502DDB9-87C9-4F11-9206-6209D886C4C9}"/>
              </a:ext>
            </a:extLst>
          </p:cNvPr>
          <p:cNvGrpSpPr/>
          <p:nvPr/>
        </p:nvGrpSpPr>
        <p:grpSpPr>
          <a:xfrm>
            <a:off x="7088009" y="1968584"/>
            <a:ext cx="4177569" cy="869891"/>
            <a:chOff x="2543198" y="4450714"/>
            <a:chExt cx="2569255" cy="680734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CF716F4-A369-4BDE-A262-EE10349A61EC}"/>
                </a:ext>
              </a:extLst>
            </p:cNvPr>
            <p:cNvSpPr txBox="1"/>
            <p:nvPr/>
          </p:nvSpPr>
          <p:spPr>
            <a:xfrm>
              <a:off x="2543198" y="4673832"/>
              <a:ext cx="2569255" cy="4576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Pickup target (25 when busy)</a:t>
              </a:r>
            </a:p>
            <a:p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03D9B70-6526-4433-8F7B-B0BCEEF7E91D}"/>
                </a:ext>
              </a:extLst>
            </p:cNvPr>
            <p:cNvSpPr txBox="1"/>
            <p:nvPr/>
          </p:nvSpPr>
          <p:spPr>
            <a:xfrm>
              <a:off x="2543198" y="4450714"/>
              <a:ext cx="2569255" cy="264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20 Minutes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3CBEAB3E-A80B-41ED-A4D5-8D3051169D4E}"/>
              </a:ext>
            </a:extLst>
          </p:cNvPr>
          <p:cNvSpPr txBox="1"/>
          <p:nvPr/>
        </p:nvSpPr>
        <p:spPr>
          <a:xfrm>
            <a:off x="3156726" y="1894135"/>
            <a:ext cx="1145928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r"/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20 Minutes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F77D7A-34FA-47A5-BC59-F27FFB5C117B}"/>
              </a:ext>
            </a:extLst>
          </p:cNvPr>
          <p:cNvSpPr txBox="1"/>
          <p:nvPr/>
        </p:nvSpPr>
        <p:spPr>
          <a:xfrm>
            <a:off x="4249776" y="3210810"/>
            <a:ext cx="1145928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r"/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25 Minutes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6EC52B4-733E-47A4-A38F-C449E6EACE14}"/>
              </a:ext>
            </a:extLst>
          </p:cNvPr>
          <p:cNvSpPr txBox="1"/>
          <p:nvPr/>
        </p:nvSpPr>
        <p:spPr>
          <a:xfrm>
            <a:off x="3574187" y="4242544"/>
            <a:ext cx="1145928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5 Max Group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165A41-4FD1-4257-8BB9-C774748326BB}"/>
              </a:ext>
            </a:extLst>
          </p:cNvPr>
          <p:cNvSpPr txBox="1"/>
          <p:nvPr/>
        </p:nvSpPr>
        <p:spPr>
          <a:xfrm>
            <a:off x="2059398" y="4042837"/>
            <a:ext cx="1145928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3 Minutes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4" name="Oval 2">
            <a:extLst>
              <a:ext uri="{FF2B5EF4-FFF2-40B4-BE49-F238E27FC236}">
                <a16:creationId xmlns:a16="http://schemas.microsoft.com/office/drawing/2014/main" id="{5D9CAEE1-BAF6-4826-918C-F0185E5C6B7B}"/>
              </a:ext>
            </a:extLst>
          </p:cNvPr>
          <p:cNvSpPr/>
          <p:nvPr/>
        </p:nvSpPr>
        <p:spPr>
          <a:xfrm>
            <a:off x="3382292" y="5519864"/>
            <a:ext cx="243114" cy="24311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46">
            <a:extLst>
              <a:ext uri="{FF2B5EF4-FFF2-40B4-BE49-F238E27FC236}">
                <a16:creationId xmlns:a16="http://schemas.microsoft.com/office/drawing/2014/main" id="{D482DE1F-B73E-403A-B05C-67D85153A883}"/>
              </a:ext>
            </a:extLst>
          </p:cNvPr>
          <p:cNvSpPr/>
          <p:nvPr/>
        </p:nvSpPr>
        <p:spPr>
          <a:xfrm>
            <a:off x="4772365" y="5164949"/>
            <a:ext cx="243114" cy="24311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47">
            <a:extLst>
              <a:ext uri="{FF2B5EF4-FFF2-40B4-BE49-F238E27FC236}">
                <a16:creationId xmlns:a16="http://schemas.microsoft.com/office/drawing/2014/main" id="{A9C90986-0670-4C21-A9A7-887FD7521D61}"/>
              </a:ext>
            </a:extLst>
          </p:cNvPr>
          <p:cNvSpPr/>
          <p:nvPr/>
        </p:nvSpPr>
        <p:spPr>
          <a:xfrm>
            <a:off x="5490587" y="4211319"/>
            <a:ext cx="243114" cy="24311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48">
            <a:extLst>
              <a:ext uri="{FF2B5EF4-FFF2-40B4-BE49-F238E27FC236}">
                <a16:creationId xmlns:a16="http://schemas.microsoft.com/office/drawing/2014/main" id="{C5872A3A-B45F-4D94-A0BB-1AC840C172FA}"/>
              </a:ext>
            </a:extLst>
          </p:cNvPr>
          <p:cNvSpPr/>
          <p:nvPr/>
        </p:nvSpPr>
        <p:spPr>
          <a:xfrm>
            <a:off x="5439186" y="3002226"/>
            <a:ext cx="243114" cy="24311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808CA627-FDE7-4221-9D7D-56826BBDA518}"/>
              </a:ext>
            </a:extLst>
          </p:cNvPr>
          <p:cNvGrpSpPr/>
          <p:nvPr/>
        </p:nvGrpSpPr>
        <p:grpSpPr>
          <a:xfrm>
            <a:off x="5960636" y="1974515"/>
            <a:ext cx="912182" cy="648794"/>
            <a:chOff x="1901513" y="1817856"/>
            <a:chExt cx="2196829" cy="1562505"/>
          </a:xfrm>
          <a:solidFill>
            <a:schemeClr val="accent4"/>
          </a:solidFill>
        </p:grpSpPr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33B0AB9C-768C-409F-ACB4-357BEFB1046E}"/>
                </a:ext>
              </a:extLst>
            </p:cNvPr>
            <p:cNvSpPr/>
            <p:nvPr/>
          </p:nvSpPr>
          <p:spPr>
            <a:xfrm>
              <a:off x="1901513" y="3137170"/>
              <a:ext cx="2196829" cy="243191"/>
            </a:xfrm>
            <a:custGeom>
              <a:avLst/>
              <a:gdLst>
                <a:gd name="connsiteX0" fmla="*/ 0 w 2196829"/>
                <a:gd name="connsiteY0" fmla="*/ 24319 h 243191"/>
                <a:gd name="connsiteX1" fmla="*/ 0 w 2196829"/>
                <a:gd name="connsiteY1" fmla="*/ 218872 h 243191"/>
                <a:gd name="connsiteX2" fmla="*/ 24319 w 2196829"/>
                <a:gd name="connsiteY2" fmla="*/ 243191 h 243191"/>
                <a:gd name="connsiteX3" fmla="*/ 2172511 w 2196829"/>
                <a:gd name="connsiteY3" fmla="*/ 243191 h 243191"/>
                <a:gd name="connsiteX4" fmla="*/ 2196830 w 2196829"/>
                <a:gd name="connsiteY4" fmla="*/ 218872 h 243191"/>
                <a:gd name="connsiteX5" fmla="*/ 2196830 w 2196829"/>
                <a:gd name="connsiteY5" fmla="*/ 24319 h 243191"/>
                <a:gd name="connsiteX6" fmla="*/ 2172511 w 2196829"/>
                <a:gd name="connsiteY6" fmla="*/ 0 h 243191"/>
                <a:gd name="connsiteX7" fmla="*/ 24319 w 2196829"/>
                <a:gd name="connsiteY7" fmla="*/ 0 h 243191"/>
                <a:gd name="connsiteX8" fmla="*/ 0 w 2196829"/>
                <a:gd name="connsiteY8" fmla="*/ 24319 h 243191"/>
                <a:gd name="connsiteX9" fmla="*/ 879543 w 2196829"/>
                <a:gd name="connsiteY9" fmla="*/ 194553 h 243191"/>
                <a:gd name="connsiteX10" fmla="*/ 174287 w 2196829"/>
                <a:gd name="connsiteY10" fmla="*/ 194553 h 243191"/>
                <a:gd name="connsiteX11" fmla="*/ 154021 w 2196829"/>
                <a:gd name="connsiteY11" fmla="*/ 174287 h 243191"/>
                <a:gd name="connsiteX12" fmla="*/ 154021 w 2196829"/>
                <a:gd name="connsiteY12" fmla="*/ 68904 h 243191"/>
                <a:gd name="connsiteX13" fmla="*/ 174287 w 2196829"/>
                <a:gd name="connsiteY13" fmla="*/ 48638 h 243191"/>
                <a:gd name="connsiteX14" fmla="*/ 879543 w 2196829"/>
                <a:gd name="connsiteY14" fmla="*/ 48638 h 243191"/>
                <a:gd name="connsiteX15" fmla="*/ 899809 w 2196829"/>
                <a:gd name="connsiteY15" fmla="*/ 68904 h 243191"/>
                <a:gd name="connsiteX16" fmla="*/ 899809 w 2196829"/>
                <a:gd name="connsiteY16" fmla="*/ 174287 h 243191"/>
                <a:gd name="connsiteX17" fmla="*/ 879543 w 2196829"/>
                <a:gd name="connsiteY17" fmla="*/ 194553 h 243191"/>
                <a:gd name="connsiteX18" fmla="*/ 2028623 w 2196829"/>
                <a:gd name="connsiteY18" fmla="*/ 194553 h 243191"/>
                <a:gd name="connsiteX19" fmla="*/ 1311208 w 2196829"/>
                <a:gd name="connsiteY19" fmla="*/ 194553 h 243191"/>
                <a:gd name="connsiteX20" fmla="*/ 1297021 w 2196829"/>
                <a:gd name="connsiteY20" fmla="*/ 180367 h 243191"/>
                <a:gd name="connsiteX21" fmla="*/ 1297021 w 2196829"/>
                <a:gd name="connsiteY21" fmla="*/ 62824 h 243191"/>
                <a:gd name="connsiteX22" fmla="*/ 1311208 w 2196829"/>
                <a:gd name="connsiteY22" fmla="*/ 48638 h 243191"/>
                <a:gd name="connsiteX23" fmla="*/ 2028623 w 2196829"/>
                <a:gd name="connsiteY23" fmla="*/ 48638 h 243191"/>
                <a:gd name="connsiteX24" fmla="*/ 2042809 w 2196829"/>
                <a:gd name="connsiteY24" fmla="*/ 62824 h 243191"/>
                <a:gd name="connsiteX25" fmla="*/ 2042809 w 2196829"/>
                <a:gd name="connsiteY25" fmla="*/ 180367 h 243191"/>
                <a:gd name="connsiteX26" fmla="*/ 2028623 w 2196829"/>
                <a:gd name="connsiteY26" fmla="*/ 194553 h 243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96829" h="243191">
                  <a:moveTo>
                    <a:pt x="0" y="24319"/>
                  </a:moveTo>
                  <a:lnTo>
                    <a:pt x="0" y="218872"/>
                  </a:lnTo>
                  <a:cubicBezTo>
                    <a:pt x="0" y="232329"/>
                    <a:pt x="10863" y="243191"/>
                    <a:pt x="24319" y="243191"/>
                  </a:cubicBezTo>
                  <a:lnTo>
                    <a:pt x="2172511" y="243191"/>
                  </a:lnTo>
                  <a:cubicBezTo>
                    <a:pt x="2185968" y="243191"/>
                    <a:pt x="2196830" y="232329"/>
                    <a:pt x="2196830" y="218872"/>
                  </a:cubicBezTo>
                  <a:lnTo>
                    <a:pt x="2196830" y="24319"/>
                  </a:lnTo>
                  <a:cubicBezTo>
                    <a:pt x="2196830" y="10863"/>
                    <a:pt x="2185968" y="0"/>
                    <a:pt x="2172511" y="0"/>
                  </a:cubicBezTo>
                  <a:lnTo>
                    <a:pt x="24319" y="0"/>
                  </a:lnTo>
                  <a:cubicBezTo>
                    <a:pt x="10863" y="0"/>
                    <a:pt x="0" y="10863"/>
                    <a:pt x="0" y="24319"/>
                  </a:cubicBezTo>
                  <a:close/>
                  <a:moveTo>
                    <a:pt x="879543" y="194553"/>
                  </a:moveTo>
                  <a:lnTo>
                    <a:pt x="174287" y="194553"/>
                  </a:lnTo>
                  <a:cubicBezTo>
                    <a:pt x="163100" y="194553"/>
                    <a:pt x="154021" y="185474"/>
                    <a:pt x="154021" y="174287"/>
                  </a:cubicBezTo>
                  <a:lnTo>
                    <a:pt x="154021" y="68904"/>
                  </a:lnTo>
                  <a:cubicBezTo>
                    <a:pt x="154021" y="57717"/>
                    <a:pt x="163100" y="48638"/>
                    <a:pt x="174287" y="48638"/>
                  </a:cubicBezTo>
                  <a:lnTo>
                    <a:pt x="879543" y="48638"/>
                  </a:lnTo>
                  <a:cubicBezTo>
                    <a:pt x="890729" y="48638"/>
                    <a:pt x="899809" y="57717"/>
                    <a:pt x="899809" y="68904"/>
                  </a:cubicBezTo>
                  <a:lnTo>
                    <a:pt x="899809" y="174287"/>
                  </a:lnTo>
                  <a:cubicBezTo>
                    <a:pt x="899809" y="185474"/>
                    <a:pt x="890729" y="194553"/>
                    <a:pt x="879543" y="194553"/>
                  </a:cubicBezTo>
                  <a:close/>
                  <a:moveTo>
                    <a:pt x="2028623" y="194553"/>
                  </a:moveTo>
                  <a:lnTo>
                    <a:pt x="1311208" y="194553"/>
                  </a:lnTo>
                  <a:cubicBezTo>
                    <a:pt x="1303344" y="194553"/>
                    <a:pt x="1297021" y="188230"/>
                    <a:pt x="1297021" y="180367"/>
                  </a:cubicBezTo>
                  <a:lnTo>
                    <a:pt x="1297021" y="62824"/>
                  </a:lnTo>
                  <a:cubicBezTo>
                    <a:pt x="1297021" y="54961"/>
                    <a:pt x="1303344" y="48638"/>
                    <a:pt x="1311208" y="48638"/>
                  </a:cubicBezTo>
                  <a:lnTo>
                    <a:pt x="2028623" y="48638"/>
                  </a:lnTo>
                  <a:cubicBezTo>
                    <a:pt x="2036486" y="48638"/>
                    <a:pt x="2042809" y="54961"/>
                    <a:pt x="2042809" y="62824"/>
                  </a:cubicBezTo>
                  <a:lnTo>
                    <a:pt x="2042809" y="180367"/>
                  </a:lnTo>
                  <a:cubicBezTo>
                    <a:pt x="2042809" y="188230"/>
                    <a:pt x="2036405" y="194553"/>
                    <a:pt x="2028623" y="194553"/>
                  </a:cubicBezTo>
                  <a:close/>
                </a:path>
              </a:pathLst>
            </a:custGeom>
            <a:grpFill/>
            <a:ln w="8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" name="자유형: 도형 79">
              <a:extLst>
                <a:ext uri="{FF2B5EF4-FFF2-40B4-BE49-F238E27FC236}">
                  <a16:creationId xmlns:a16="http://schemas.microsoft.com/office/drawing/2014/main" id="{6B00468B-5EB8-4164-9FCF-B40161A7389B}"/>
                </a:ext>
              </a:extLst>
            </p:cNvPr>
            <p:cNvSpPr/>
            <p:nvPr/>
          </p:nvSpPr>
          <p:spPr>
            <a:xfrm>
              <a:off x="1974470" y="2456234"/>
              <a:ext cx="632297" cy="591765"/>
            </a:xfrm>
            <a:custGeom>
              <a:avLst/>
              <a:gdLst>
                <a:gd name="connsiteX0" fmla="*/ 397213 w 632297"/>
                <a:gd name="connsiteY0" fmla="*/ 0 h 591765"/>
                <a:gd name="connsiteX1" fmla="*/ 397213 w 632297"/>
                <a:gd name="connsiteY1" fmla="*/ 110733 h 591765"/>
                <a:gd name="connsiteX2" fmla="*/ 378244 w 632297"/>
                <a:gd name="connsiteY2" fmla="*/ 129702 h 591765"/>
                <a:gd name="connsiteX3" fmla="*/ 254054 w 632297"/>
                <a:gd name="connsiteY3" fmla="*/ 129702 h 591765"/>
                <a:gd name="connsiteX4" fmla="*/ 235085 w 632297"/>
                <a:gd name="connsiteY4" fmla="*/ 110733 h 591765"/>
                <a:gd name="connsiteX5" fmla="*/ 235085 w 632297"/>
                <a:gd name="connsiteY5" fmla="*/ 0 h 591765"/>
                <a:gd name="connsiteX6" fmla="*/ 0 w 632297"/>
                <a:gd name="connsiteY6" fmla="*/ 0 h 591765"/>
                <a:gd name="connsiteX7" fmla="*/ 0 w 632297"/>
                <a:gd name="connsiteY7" fmla="*/ 543128 h 591765"/>
                <a:gd name="connsiteX8" fmla="*/ 48638 w 632297"/>
                <a:gd name="connsiteY8" fmla="*/ 591766 h 591765"/>
                <a:gd name="connsiteX9" fmla="*/ 583660 w 632297"/>
                <a:gd name="connsiteY9" fmla="*/ 591766 h 591765"/>
                <a:gd name="connsiteX10" fmla="*/ 632298 w 632297"/>
                <a:gd name="connsiteY10" fmla="*/ 543128 h 591765"/>
                <a:gd name="connsiteX11" fmla="*/ 632298 w 632297"/>
                <a:gd name="connsiteY11" fmla="*/ 0 h 591765"/>
                <a:gd name="connsiteX12" fmla="*/ 397213 w 632297"/>
                <a:gd name="connsiteY12" fmla="*/ 0 h 59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2297" h="591765">
                  <a:moveTo>
                    <a:pt x="397213" y="0"/>
                  </a:moveTo>
                  <a:lnTo>
                    <a:pt x="397213" y="110733"/>
                  </a:lnTo>
                  <a:cubicBezTo>
                    <a:pt x="397213" y="121191"/>
                    <a:pt x="388701" y="129702"/>
                    <a:pt x="378244" y="129702"/>
                  </a:cubicBezTo>
                  <a:lnTo>
                    <a:pt x="254054" y="129702"/>
                  </a:lnTo>
                  <a:cubicBezTo>
                    <a:pt x="243597" y="129702"/>
                    <a:pt x="235085" y="121191"/>
                    <a:pt x="235085" y="110733"/>
                  </a:cubicBezTo>
                  <a:lnTo>
                    <a:pt x="235085" y="0"/>
                  </a:lnTo>
                  <a:lnTo>
                    <a:pt x="0" y="0"/>
                  </a:lnTo>
                  <a:lnTo>
                    <a:pt x="0" y="543128"/>
                  </a:lnTo>
                  <a:cubicBezTo>
                    <a:pt x="0" y="569960"/>
                    <a:pt x="21806" y="591766"/>
                    <a:pt x="48638" y="591766"/>
                  </a:cubicBezTo>
                  <a:lnTo>
                    <a:pt x="583660" y="591766"/>
                  </a:lnTo>
                  <a:cubicBezTo>
                    <a:pt x="610492" y="591766"/>
                    <a:pt x="632298" y="569960"/>
                    <a:pt x="632298" y="543128"/>
                  </a:cubicBezTo>
                  <a:lnTo>
                    <a:pt x="632298" y="0"/>
                  </a:lnTo>
                  <a:lnTo>
                    <a:pt x="397213" y="0"/>
                  </a:lnTo>
                  <a:close/>
                </a:path>
              </a:pathLst>
            </a:custGeom>
            <a:grpFill/>
            <a:ln w="8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" name="자유형: 도형 80">
              <a:extLst>
                <a:ext uri="{FF2B5EF4-FFF2-40B4-BE49-F238E27FC236}">
                  <a16:creationId xmlns:a16="http://schemas.microsoft.com/office/drawing/2014/main" id="{8D31104F-256A-4D84-8AFD-77D43851C7DB}"/>
                </a:ext>
              </a:extLst>
            </p:cNvPr>
            <p:cNvSpPr/>
            <p:nvPr/>
          </p:nvSpPr>
          <p:spPr>
            <a:xfrm>
              <a:off x="3388305" y="2456234"/>
              <a:ext cx="632298" cy="591765"/>
            </a:xfrm>
            <a:custGeom>
              <a:avLst/>
              <a:gdLst>
                <a:gd name="connsiteX0" fmla="*/ 397132 w 632298"/>
                <a:gd name="connsiteY0" fmla="*/ 0 h 591765"/>
                <a:gd name="connsiteX1" fmla="*/ 397132 w 632298"/>
                <a:gd name="connsiteY1" fmla="*/ 110733 h 591765"/>
                <a:gd name="connsiteX2" fmla="*/ 378163 w 632298"/>
                <a:gd name="connsiteY2" fmla="*/ 129702 h 591765"/>
                <a:gd name="connsiteX3" fmla="*/ 254054 w 632298"/>
                <a:gd name="connsiteY3" fmla="*/ 129702 h 591765"/>
                <a:gd name="connsiteX4" fmla="*/ 235085 w 632298"/>
                <a:gd name="connsiteY4" fmla="*/ 110733 h 591765"/>
                <a:gd name="connsiteX5" fmla="*/ 235085 w 632298"/>
                <a:gd name="connsiteY5" fmla="*/ 0 h 591765"/>
                <a:gd name="connsiteX6" fmla="*/ 0 w 632298"/>
                <a:gd name="connsiteY6" fmla="*/ 0 h 591765"/>
                <a:gd name="connsiteX7" fmla="*/ 0 w 632298"/>
                <a:gd name="connsiteY7" fmla="*/ 543128 h 591765"/>
                <a:gd name="connsiteX8" fmla="*/ 48638 w 632298"/>
                <a:gd name="connsiteY8" fmla="*/ 591766 h 591765"/>
                <a:gd name="connsiteX9" fmla="*/ 583660 w 632298"/>
                <a:gd name="connsiteY9" fmla="*/ 591766 h 591765"/>
                <a:gd name="connsiteX10" fmla="*/ 632298 w 632298"/>
                <a:gd name="connsiteY10" fmla="*/ 543128 h 591765"/>
                <a:gd name="connsiteX11" fmla="*/ 632298 w 632298"/>
                <a:gd name="connsiteY11" fmla="*/ 0 h 591765"/>
                <a:gd name="connsiteX12" fmla="*/ 397132 w 632298"/>
                <a:gd name="connsiteY12" fmla="*/ 0 h 59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2298" h="591765">
                  <a:moveTo>
                    <a:pt x="397132" y="0"/>
                  </a:moveTo>
                  <a:lnTo>
                    <a:pt x="397132" y="110733"/>
                  </a:lnTo>
                  <a:cubicBezTo>
                    <a:pt x="397132" y="121191"/>
                    <a:pt x="388620" y="129702"/>
                    <a:pt x="378163" y="129702"/>
                  </a:cubicBezTo>
                  <a:lnTo>
                    <a:pt x="254054" y="129702"/>
                  </a:lnTo>
                  <a:cubicBezTo>
                    <a:pt x="243597" y="129702"/>
                    <a:pt x="235085" y="121191"/>
                    <a:pt x="235085" y="110733"/>
                  </a:cubicBezTo>
                  <a:lnTo>
                    <a:pt x="235085" y="0"/>
                  </a:lnTo>
                  <a:lnTo>
                    <a:pt x="0" y="0"/>
                  </a:lnTo>
                  <a:lnTo>
                    <a:pt x="0" y="543128"/>
                  </a:lnTo>
                  <a:cubicBezTo>
                    <a:pt x="0" y="569960"/>
                    <a:pt x="21806" y="591766"/>
                    <a:pt x="48638" y="591766"/>
                  </a:cubicBezTo>
                  <a:lnTo>
                    <a:pt x="583660" y="591766"/>
                  </a:lnTo>
                  <a:cubicBezTo>
                    <a:pt x="610492" y="591766"/>
                    <a:pt x="632298" y="569960"/>
                    <a:pt x="632298" y="543128"/>
                  </a:cubicBezTo>
                  <a:lnTo>
                    <a:pt x="632298" y="0"/>
                  </a:lnTo>
                  <a:lnTo>
                    <a:pt x="397132" y="0"/>
                  </a:lnTo>
                  <a:close/>
                </a:path>
              </a:pathLst>
            </a:custGeom>
            <a:grpFill/>
            <a:ln w="8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82" name="그래픽 2">
              <a:extLst>
                <a:ext uri="{FF2B5EF4-FFF2-40B4-BE49-F238E27FC236}">
                  <a16:creationId xmlns:a16="http://schemas.microsoft.com/office/drawing/2014/main" id="{57A81E34-5DE1-4A3D-BD4E-A662F1603AE2}"/>
                </a:ext>
              </a:extLst>
            </p:cNvPr>
            <p:cNvGrpSpPr/>
            <p:nvPr/>
          </p:nvGrpSpPr>
          <p:grpSpPr>
            <a:xfrm>
              <a:off x="2025784" y="2893978"/>
              <a:ext cx="109841" cy="99465"/>
              <a:chOff x="2025784" y="2893978"/>
              <a:chExt cx="109841" cy="99465"/>
            </a:xfrm>
            <a:grpFill/>
          </p:grpSpPr>
          <p:sp>
            <p:nvSpPr>
              <p:cNvPr id="90" name="자유형: 도형 89">
                <a:extLst>
                  <a:ext uri="{FF2B5EF4-FFF2-40B4-BE49-F238E27FC236}">
                    <a16:creationId xmlns:a16="http://schemas.microsoft.com/office/drawing/2014/main" id="{7632D710-C4B1-4644-9049-59F6B50C819F}"/>
                  </a:ext>
                </a:extLst>
              </p:cNvPr>
              <p:cNvSpPr/>
              <p:nvPr/>
            </p:nvSpPr>
            <p:spPr>
              <a:xfrm>
                <a:off x="2036646" y="2893978"/>
                <a:ext cx="33074" cy="74822"/>
              </a:xfrm>
              <a:custGeom>
                <a:avLst/>
                <a:gdLst>
                  <a:gd name="connsiteX0" fmla="*/ 7782 w 33074"/>
                  <a:gd name="connsiteY0" fmla="*/ 74822 h 74822"/>
                  <a:gd name="connsiteX1" fmla="*/ 25373 w 33074"/>
                  <a:gd name="connsiteY1" fmla="*/ 74822 h 74822"/>
                  <a:gd name="connsiteX2" fmla="*/ 25373 w 33074"/>
                  <a:gd name="connsiteY2" fmla="*/ 20833 h 74822"/>
                  <a:gd name="connsiteX3" fmla="*/ 33074 w 33074"/>
                  <a:gd name="connsiteY3" fmla="*/ 20833 h 74822"/>
                  <a:gd name="connsiteX4" fmla="*/ 16537 w 33074"/>
                  <a:gd name="connsiteY4" fmla="*/ 0 h 74822"/>
                  <a:gd name="connsiteX5" fmla="*/ 0 w 33074"/>
                  <a:gd name="connsiteY5" fmla="*/ 20833 h 74822"/>
                  <a:gd name="connsiteX6" fmla="*/ 7782 w 33074"/>
                  <a:gd name="connsiteY6" fmla="*/ 20833 h 74822"/>
                  <a:gd name="connsiteX7" fmla="*/ 7782 w 33074"/>
                  <a:gd name="connsiteY7" fmla="*/ 74822 h 74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74" h="74822">
                    <a:moveTo>
                      <a:pt x="7782" y="74822"/>
                    </a:moveTo>
                    <a:cubicBezTo>
                      <a:pt x="13700" y="74822"/>
                      <a:pt x="19455" y="74822"/>
                      <a:pt x="25373" y="74822"/>
                    </a:cubicBezTo>
                    <a:cubicBezTo>
                      <a:pt x="25373" y="56826"/>
                      <a:pt x="25373" y="38911"/>
                      <a:pt x="25373" y="20833"/>
                    </a:cubicBezTo>
                    <a:cubicBezTo>
                      <a:pt x="27886" y="20833"/>
                      <a:pt x="30318" y="20833"/>
                      <a:pt x="33074" y="20833"/>
                    </a:cubicBezTo>
                    <a:cubicBezTo>
                      <a:pt x="27481" y="13862"/>
                      <a:pt x="22049" y="6971"/>
                      <a:pt x="16537" y="0"/>
                    </a:cubicBezTo>
                    <a:cubicBezTo>
                      <a:pt x="11025" y="6971"/>
                      <a:pt x="5593" y="13781"/>
                      <a:pt x="0" y="20833"/>
                    </a:cubicBezTo>
                    <a:cubicBezTo>
                      <a:pt x="2756" y="20833"/>
                      <a:pt x="5188" y="20833"/>
                      <a:pt x="7782" y="20833"/>
                    </a:cubicBezTo>
                    <a:cubicBezTo>
                      <a:pt x="7782" y="38911"/>
                      <a:pt x="7782" y="56826"/>
                      <a:pt x="7782" y="74822"/>
                    </a:cubicBezTo>
                    <a:close/>
                  </a:path>
                </a:pathLst>
              </a:custGeom>
              <a:grpFill/>
              <a:ln w="81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4DC12622-DEF5-4CC8-8DE9-2E6A691D7DE0}"/>
                  </a:ext>
                </a:extLst>
              </p:cNvPr>
              <p:cNvSpPr/>
              <p:nvPr/>
            </p:nvSpPr>
            <p:spPr>
              <a:xfrm>
                <a:off x="2091608" y="2893978"/>
                <a:ext cx="33074" cy="74822"/>
              </a:xfrm>
              <a:custGeom>
                <a:avLst/>
                <a:gdLst>
                  <a:gd name="connsiteX0" fmla="*/ 7782 w 33074"/>
                  <a:gd name="connsiteY0" fmla="*/ 74822 h 74822"/>
                  <a:gd name="connsiteX1" fmla="*/ 25373 w 33074"/>
                  <a:gd name="connsiteY1" fmla="*/ 74822 h 74822"/>
                  <a:gd name="connsiteX2" fmla="*/ 25373 w 33074"/>
                  <a:gd name="connsiteY2" fmla="*/ 20833 h 74822"/>
                  <a:gd name="connsiteX3" fmla="*/ 33074 w 33074"/>
                  <a:gd name="connsiteY3" fmla="*/ 20833 h 74822"/>
                  <a:gd name="connsiteX4" fmla="*/ 16537 w 33074"/>
                  <a:gd name="connsiteY4" fmla="*/ 0 h 74822"/>
                  <a:gd name="connsiteX5" fmla="*/ 0 w 33074"/>
                  <a:gd name="connsiteY5" fmla="*/ 20833 h 74822"/>
                  <a:gd name="connsiteX6" fmla="*/ 7782 w 33074"/>
                  <a:gd name="connsiteY6" fmla="*/ 20833 h 74822"/>
                  <a:gd name="connsiteX7" fmla="*/ 7782 w 33074"/>
                  <a:gd name="connsiteY7" fmla="*/ 74822 h 74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74" h="74822">
                    <a:moveTo>
                      <a:pt x="7782" y="74822"/>
                    </a:moveTo>
                    <a:cubicBezTo>
                      <a:pt x="13700" y="74822"/>
                      <a:pt x="19455" y="74822"/>
                      <a:pt x="25373" y="74822"/>
                    </a:cubicBezTo>
                    <a:cubicBezTo>
                      <a:pt x="25373" y="56826"/>
                      <a:pt x="25373" y="38830"/>
                      <a:pt x="25373" y="20833"/>
                    </a:cubicBezTo>
                    <a:cubicBezTo>
                      <a:pt x="27967" y="20833"/>
                      <a:pt x="30399" y="20833"/>
                      <a:pt x="33074" y="20833"/>
                    </a:cubicBezTo>
                    <a:cubicBezTo>
                      <a:pt x="27481" y="13781"/>
                      <a:pt x="22049" y="6971"/>
                      <a:pt x="16537" y="0"/>
                    </a:cubicBezTo>
                    <a:cubicBezTo>
                      <a:pt x="10944" y="6971"/>
                      <a:pt x="5512" y="13862"/>
                      <a:pt x="0" y="20833"/>
                    </a:cubicBezTo>
                    <a:cubicBezTo>
                      <a:pt x="2756" y="20833"/>
                      <a:pt x="5188" y="20833"/>
                      <a:pt x="7782" y="20833"/>
                    </a:cubicBezTo>
                    <a:cubicBezTo>
                      <a:pt x="7782" y="38911"/>
                      <a:pt x="7782" y="56826"/>
                      <a:pt x="7782" y="74822"/>
                    </a:cubicBezTo>
                    <a:close/>
                  </a:path>
                </a:pathLst>
              </a:custGeom>
              <a:grpFill/>
              <a:ln w="81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2" name="자유형: 도형 91">
                <a:extLst>
                  <a:ext uri="{FF2B5EF4-FFF2-40B4-BE49-F238E27FC236}">
                    <a16:creationId xmlns:a16="http://schemas.microsoft.com/office/drawing/2014/main" id="{A01CDBC7-6D08-4922-934B-D00FD18337D3}"/>
                  </a:ext>
                </a:extLst>
              </p:cNvPr>
              <p:cNvSpPr/>
              <p:nvPr/>
            </p:nvSpPr>
            <p:spPr>
              <a:xfrm>
                <a:off x="2025784" y="2982581"/>
                <a:ext cx="109841" cy="10862"/>
              </a:xfrm>
              <a:custGeom>
                <a:avLst/>
                <a:gdLst>
                  <a:gd name="connsiteX0" fmla="*/ 0 w 109841"/>
                  <a:gd name="connsiteY0" fmla="*/ 0 h 10862"/>
                  <a:gd name="connsiteX1" fmla="*/ 0 w 109841"/>
                  <a:gd name="connsiteY1" fmla="*/ 10863 h 10862"/>
                  <a:gd name="connsiteX2" fmla="*/ 109842 w 109841"/>
                  <a:gd name="connsiteY2" fmla="*/ 10863 h 10862"/>
                  <a:gd name="connsiteX3" fmla="*/ 109842 w 109841"/>
                  <a:gd name="connsiteY3" fmla="*/ 0 h 10862"/>
                  <a:gd name="connsiteX4" fmla="*/ 0 w 109841"/>
                  <a:gd name="connsiteY4" fmla="*/ 0 h 10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841" h="10862">
                    <a:moveTo>
                      <a:pt x="0" y="0"/>
                    </a:moveTo>
                    <a:cubicBezTo>
                      <a:pt x="0" y="3648"/>
                      <a:pt x="0" y="7215"/>
                      <a:pt x="0" y="10863"/>
                    </a:cubicBezTo>
                    <a:cubicBezTo>
                      <a:pt x="36722" y="10863"/>
                      <a:pt x="73282" y="10863"/>
                      <a:pt x="109842" y="10863"/>
                    </a:cubicBezTo>
                    <a:cubicBezTo>
                      <a:pt x="109842" y="7134"/>
                      <a:pt x="109842" y="3567"/>
                      <a:pt x="109842" y="0"/>
                    </a:cubicBezTo>
                    <a:cubicBezTo>
                      <a:pt x="73120" y="0"/>
                      <a:pt x="36560" y="0"/>
                      <a:pt x="0" y="0"/>
                    </a:cubicBezTo>
                    <a:close/>
                  </a:path>
                </a:pathLst>
              </a:custGeom>
              <a:grpFill/>
              <a:ln w="81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83" name="자유형: 도형 82">
              <a:extLst>
                <a:ext uri="{FF2B5EF4-FFF2-40B4-BE49-F238E27FC236}">
                  <a16:creationId xmlns:a16="http://schemas.microsoft.com/office/drawing/2014/main" id="{88F27601-57F9-44A6-BBC4-7B02E68BB40F}"/>
                </a:ext>
              </a:extLst>
            </p:cNvPr>
            <p:cNvSpPr/>
            <p:nvPr/>
          </p:nvSpPr>
          <p:spPr>
            <a:xfrm>
              <a:off x="2681428" y="2456234"/>
              <a:ext cx="632297" cy="591765"/>
            </a:xfrm>
            <a:custGeom>
              <a:avLst/>
              <a:gdLst>
                <a:gd name="connsiteX0" fmla="*/ 397132 w 632297"/>
                <a:gd name="connsiteY0" fmla="*/ 0 h 591765"/>
                <a:gd name="connsiteX1" fmla="*/ 397132 w 632297"/>
                <a:gd name="connsiteY1" fmla="*/ 110733 h 591765"/>
                <a:gd name="connsiteX2" fmla="*/ 378163 w 632297"/>
                <a:gd name="connsiteY2" fmla="*/ 129702 h 591765"/>
                <a:gd name="connsiteX3" fmla="*/ 254054 w 632297"/>
                <a:gd name="connsiteY3" fmla="*/ 129702 h 591765"/>
                <a:gd name="connsiteX4" fmla="*/ 235085 w 632297"/>
                <a:gd name="connsiteY4" fmla="*/ 110733 h 591765"/>
                <a:gd name="connsiteX5" fmla="*/ 235085 w 632297"/>
                <a:gd name="connsiteY5" fmla="*/ 0 h 591765"/>
                <a:gd name="connsiteX6" fmla="*/ 0 w 632297"/>
                <a:gd name="connsiteY6" fmla="*/ 0 h 591765"/>
                <a:gd name="connsiteX7" fmla="*/ 0 w 632297"/>
                <a:gd name="connsiteY7" fmla="*/ 543128 h 591765"/>
                <a:gd name="connsiteX8" fmla="*/ 48638 w 632297"/>
                <a:gd name="connsiteY8" fmla="*/ 591766 h 591765"/>
                <a:gd name="connsiteX9" fmla="*/ 583660 w 632297"/>
                <a:gd name="connsiteY9" fmla="*/ 591766 h 591765"/>
                <a:gd name="connsiteX10" fmla="*/ 632298 w 632297"/>
                <a:gd name="connsiteY10" fmla="*/ 543128 h 591765"/>
                <a:gd name="connsiteX11" fmla="*/ 632298 w 632297"/>
                <a:gd name="connsiteY11" fmla="*/ 0 h 591765"/>
                <a:gd name="connsiteX12" fmla="*/ 397132 w 632297"/>
                <a:gd name="connsiteY12" fmla="*/ 0 h 591765"/>
                <a:gd name="connsiteX13" fmla="*/ 138457 w 632297"/>
                <a:gd name="connsiteY13" fmla="*/ 437745 h 591765"/>
                <a:gd name="connsiteX14" fmla="*/ 154994 w 632297"/>
                <a:gd name="connsiteY14" fmla="*/ 458578 h 591765"/>
                <a:gd name="connsiteX15" fmla="*/ 147293 w 632297"/>
                <a:gd name="connsiteY15" fmla="*/ 458578 h 591765"/>
                <a:gd name="connsiteX16" fmla="*/ 147293 w 632297"/>
                <a:gd name="connsiteY16" fmla="*/ 512567 h 591765"/>
                <a:gd name="connsiteX17" fmla="*/ 129702 w 632297"/>
                <a:gd name="connsiteY17" fmla="*/ 512567 h 591765"/>
                <a:gd name="connsiteX18" fmla="*/ 129702 w 632297"/>
                <a:gd name="connsiteY18" fmla="*/ 458659 h 591765"/>
                <a:gd name="connsiteX19" fmla="*/ 121920 w 632297"/>
                <a:gd name="connsiteY19" fmla="*/ 458659 h 591765"/>
                <a:gd name="connsiteX20" fmla="*/ 138457 w 632297"/>
                <a:gd name="connsiteY20" fmla="*/ 437745 h 591765"/>
                <a:gd name="connsiteX21" fmla="*/ 83415 w 632297"/>
                <a:gd name="connsiteY21" fmla="*/ 437745 h 591765"/>
                <a:gd name="connsiteX22" fmla="*/ 99952 w 632297"/>
                <a:gd name="connsiteY22" fmla="*/ 458578 h 591765"/>
                <a:gd name="connsiteX23" fmla="*/ 92251 w 632297"/>
                <a:gd name="connsiteY23" fmla="*/ 458578 h 591765"/>
                <a:gd name="connsiteX24" fmla="*/ 92251 w 632297"/>
                <a:gd name="connsiteY24" fmla="*/ 512567 h 591765"/>
                <a:gd name="connsiteX25" fmla="*/ 74660 w 632297"/>
                <a:gd name="connsiteY25" fmla="*/ 512567 h 591765"/>
                <a:gd name="connsiteX26" fmla="*/ 74660 w 632297"/>
                <a:gd name="connsiteY26" fmla="*/ 458578 h 591765"/>
                <a:gd name="connsiteX27" fmla="*/ 66878 w 632297"/>
                <a:gd name="connsiteY27" fmla="*/ 458578 h 591765"/>
                <a:gd name="connsiteX28" fmla="*/ 83415 w 632297"/>
                <a:gd name="connsiteY28" fmla="*/ 437745 h 591765"/>
                <a:gd name="connsiteX29" fmla="*/ 165857 w 632297"/>
                <a:gd name="connsiteY29" fmla="*/ 537210 h 591765"/>
                <a:gd name="connsiteX30" fmla="*/ 56015 w 632297"/>
                <a:gd name="connsiteY30" fmla="*/ 537210 h 591765"/>
                <a:gd name="connsiteX31" fmla="*/ 56015 w 632297"/>
                <a:gd name="connsiteY31" fmla="*/ 526347 h 591765"/>
                <a:gd name="connsiteX32" fmla="*/ 165857 w 632297"/>
                <a:gd name="connsiteY32" fmla="*/ 526347 h 591765"/>
                <a:gd name="connsiteX33" fmla="*/ 165857 w 632297"/>
                <a:gd name="connsiteY33" fmla="*/ 537210 h 59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32297" h="591765">
                  <a:moveTo>
                    <a:pt x="397132" y="0"/>
                  </a:moveTo>
                  <a:lnTo>
                    <a:pt x="397132" y="110733"/>
                  </a:lnTo>
                  <a:cubicBezTo>
                    <a:pt x="397132" y="121191"/>
                    <a:pt x="388620" y="129702"/>
                    <a:pt x="378163" y="129702"/>
                  </a:cubicBezTo>
                  <a:lnTo>
                    <a:pt x="254054" y="129702"/>
                  </a:lnTo>
                  <a:cubicBezTo>
                    <a:pt x="243597" y="129702"/>
                    <a:pt x="235085" y="121191"/>
                    <a:pt x="235085" y="110733"/>
                  </a:cubicBezTo>
                  <a:lnTo>
                    <a:pt x="235085" y="0"/>
                  </a:lnTo>
                  <a:lnTo>
                    <a:pt x="0" y="0"/>
                  </a:lnTo>
                  <a:lnTo>
                    <a:pt x="0" y="543128"/>
                  </a:lnTo>
                  <a:cubicBezTo>
                    <a:pt x="0" y="569960"/>
                    <a:pt x="21806" y="591766"/>
                    <a:pt x="48638" y="591766"/>
                  </a:cubicBezTo>
                  <a:lnTo>
                    <a:pt x="583660" y="591766"/>
                  </a:lnTo>
                  <a:cubicBezTo>
                    <a:pt x="610492" y="591766"/>
                    <a:pt x="632298" y="569960"/>
                    <a:pt x="632298" y="543128"/>
                  </a:cubicBezTo>
                  <a:lnTo>
                    <a:pt x="632298" y="0"/>
                  </a:lnTo>
                  <a:lnTo>
                    <a:pt x="397132" y="0"/>
                  </a:lnTo>
                  <a:close/>
                  <a:moveTo>
                    <a:pt x="138457" y="437745"/>
                  </a:moveTo>
                  <a:cubicBezTo>
                    <a:pt x="143969" y="444635"/>
                    <a:pt x="149401" y="451526"/>
                    <a:pt x="154994" y="458578"/>
                  </a:cubicBezTo>
                  <a:cubicBezTo>
                    <a:pt x="152319" y="458578"/>
                    <a:pt x="149887" y="458578"/>
                    <a:pt x="147293" y="458578"/>
                  </a:cubicBezTo>
                  <a:cubicBezTo>
                    <a:pt x="147293" y="476655"/>
                    <a:pt x="147293" y="494571"/>
                    <a:pt x="147293" y="512567"/>
                  </a:cubicBezTo>
                  <a:cubicBezTo>
                    <a:pt x="141375" y="512567"/>
                    <a:pt x="135620" y="512567"/>
                    <a:pt x="129702" y="512567"/>
                  </a:cubicBezTo>
                  <a:cubicBezTo>
                    <a:pt x="129702" y="494651"/>
                    <a:pt x="129702" y="476655"/>
                    <a:pt x="129702" y="458659"/>
                  </a:cubicBezTo>
                  <a:cubicBezTo>
                    <a:pt x="127108" y="458659"/>
                    <a:pt x="124676" y="458659"/>
                    <a:pt x="121920" y="458659"/>
                  </a:cubicBezTo>
                  <a:cubicBezTo>
                    <a:pt x="127432" y="451607"/>
                    <a:pt x="132864" y="444716"/>
                    <a:pt x="138457" y="437745"/>
                  </a:cubicBezTo>
                  <a:close/>
                  <a:moveTo>
                    <a:pt x="83415" y="437745"/>
                  </a:moveTo>
                  <a:cubicBezTo>
                    <a:pt x="89008" y="444716"/>
                    <a:pt x="94439" y="451607"/>
                    <a:pt x="99952" y="458578"/>
                  </a:cubicBezTo>
                  <a:cubicBezTo>
                    <a:pt x="97277" y="458578"/>
                    <a:pt x="94845" y="458578"/>
                    <a:pt x="92251" y="458578"/>
                  </a:cubicBezTo>
                  <a:cubicBezTo>
                    <a:pt x="92251" y="476574"/>
                    <a:pt x="92251" y="494571"/>
                    <a:pt x="92251" y="512567"/>
                  </a:cubicBezTo>
                  <a:cubicBezTo>
                    <a:pt x="86333" y="512567"/>
                    <a:pt x="80577" y="512567"/>
                    <a:pt x="74660" y="512567"/>
                  </a:cubicBezTo>
                  <a:cubicBezTo>
                    <a:pt x="74660" y="494571"/>
                    <a:pt x="74660" y="476655"/>
                    <a:pt x="74660" y="458578"/>
                  </a:cubicBezTo>
                  <a:cubicBezTo>
                    <a:pt x="71985" y="458578"/>
                    <a:pt x="69553" y="458578"/>
                    <a:pt x="66878" y="458578"/>
                  </a:cubicBezTo>
                  <a:cubicBezTo>
                    <a:pt x="72471" y="451526"/>
                    <a:pt x="77902" y="444716"/>
                    <a:pt x="83415" y="437745"/>
                  </a:cubicBezTo>
                  <a:close/>
                  <a:moveTo>
                    <a:pt x="165857" y="537210"/>
                  </a:moveTo>
                  <a:cubicBezTo>
                    <a:pt x="129297" y="537210"/>
                    <a:pt x="92737" y="537210"/>
                    <a:pt x="56015" y="537210"/>
                  </a:cubicBezTo>
                  <a:cubicBezTo>
                    <a:pt x="56015" y="533562"/>
                    <a:pt x="56015" y="529995"/>
                    <a:pt x="56015" y="526347"/>
                  </a:cubicBezTo>
                  <a:cubicBezTo>
                    <a:pt x="92656" y="526347"/>
                    <a:pt x="129216" y="526347"/>
                    <a:pt x="165857" y="526347"/>
                  </a:cubicBezTo>
                  <a:cubicBezTo>
                    <a:pt x="165857" y="529914"/>
                    <a:pt x="165857" y="533481"/>
                    <a:pt x="165857" y="537210"/>
                  </a:cubicBezTo>
                  <a:close/>
                </a:path>
              </a:pathLst>
            </a:custGeom>
            <a:grpFill/>
            <a:ln w="8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84" name="그래픽 2">
              <a:extLst>
                <a:ext uri="{FF2B5EF4-FFF2-40B4-BE49-F238E27FC236}">
                  <a16:creationId xmlns:a16="http://schemas.microsoft.com/office/drawing/2014/main" id="{05974AAA-979A-41A0-A281-D1F7E8BE7579}"/>
                </a:ext>
              </a:extLst>
            </p:cNvPr>
            <p:cNvGrpSpPr/>
            <p:nvPr/>
          </p:nvGrpSpPr>
          <p:grpSpPr>
            <a:xfrm>
              <a:off x="3449103" y="2893978"/>
              <a:ext cx="109841" cy="99465"/>
              <a:chOff x="3449103" y="2893978"/>
              <a:chExt cx="109841" cy="99465"/>
            </a:xfrm>
            <a:grpFill/>
          </p:grpSpPr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4D1EAAEF-6928-438F-A268-F883A2B5FA7A}"/>
                  </a:ext>
                </a:extLst>
              </p:cNvPr>
              <p:cNvSpPr/>
              <p:nvPr/>
            </p:nvSpPr>
            <p:spPr>
              <a:xfrm>
                <a:off x="3459965" y="2893978"/>
                <a:ext cx="33073" cy="74822"/>
              </a:xfrm>
              <a:custGeom>
                <a:avLst/>
                <a:gdLst>
                  <a:gd name="connsiteX0" fmla="*/ 7782 w 33073"/>
                  <a:gd name="connsiteY0" fmla="*/ 74822 h 74822"/>
                  <a:gd name="connsiteX1" fmla="*/ 25373 w 33073"/>
                  <a:gd name="connsiteY1" fmla="*/ 74822 h 74822"/>
                  <a:gd name="connsiteX2" fmla="*/ 25373 w 33073"/>
                  <a:gd name="connsiteY2" fmla="*/ 20833 h 74822"/>
                  <a:gd name="connsiteX3" fmla="*/ 33074 w 33073"/>
                  <a:gd name="connsiteY3" fmla="*/ 20833 h 74822"/>
                  <a:gd name="connsiteX4" fmla="*/ 16537 w 33073"/>
                  <a:gd name="connsiteY4" fmla="*/ 0 h 74822"/>
                  <a:gd name="connsiteX5" fmla="*/ 0 w 33073"/>
                  <a:gd name="connsiteY5" fmla="*/ 20833 h 74822"/>
                  <a:gd name="connsiteX6" fmla="*/ 7782 w 33073"/>
                  <a:gd name="connsiteY6" fmla="*/ 20833 h 74822"/>
                  <a:gd name="connsiteX7" fmla="*/ 7782 w 33073"/>
                  <a:gd name="connsiteY7" fmla="*/ 74822 h 74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73" h="74822">
                    <a:moveTo>
                      <a:pt x="7782" y="74822"/>
                    </a:moveTo>
                    <a:cubicBezTo>
                      <a:pt x="13700" y="74822"/>
                      <a:pt x="19455" y="74822"/>
                      <a:pt x="25373" y="74822"/>
                    </a:cubicBezTo>
                    <a:cubicBezTo>
                      <a:pt x="25373" y="56826"/>
                      <a:pt x="25373" y="38911"/>
                      <a:pt x="25373" y="20833"/>
                    </a:cubicBezTo>
                    <a:cubicBezTo>
                      <a:pt x="27886" y="20833"/>
                      <a:pt x="30318" y="20833"/>
                      <a:pt x="33074" y="20833"/>
                    </a:cubicBezTo>
                    <a:cubicBezTo>
                      <a:pt x="27481" y="13862"/>
                      <a:pt x="22049" y="6971"/>
                      <a:pt x="16537" y="0"/>
                    </a:cubicBezTo>
                    <a:cubicBezTo>
                      <a:pt x="11025" y="6971"/>
                      <a:pt x="5593" y="13781"/>
                      <a:pt x="0" y="20833"/>
                    </a:cubicBezTo>
                    <a:cubicBezTo>
                      <a:pt x="2756" y="20833"/>
                      <a:pt x="5188" y="20833"/>
                      <a:pt x="7782" y="20833"/>
                    </a:cubicBezTo>
                    <a:cubicBezTo>
                      <a:pt x="7782" y="38911"/>
                      <a:pt x="7782" y="56826"/>
                      <a:pt x="7782" y="74822"/>
                    </a:cubicBezTo>
                    <a:close/>
                  </a:path>
                </a:pathLst>
              </a:custGeom>
              <a:grpFill/>
              <a:ln w="81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5ECEDFC5-379A-4E80-A94A-A13023425525}"/>
                  </a:ext>
                </a:extLst>
              </p:cNvPr>
              <p:cNvSpPr/>
              <p:nvPr/>
            </p:nvSpPr>
            <p:spPr>
              <a:xfrm>
                <a:off x="3515008" y="2893978"/>
                <a:ext cx="33074" cy="74822"/>
              </a:xfrm>
              <a:custGeom>
                <a:avLst/>
                <a:gdLst>
                  <a:gd name="connsiteX0" fmla="*/ 7782 w 33074"/>
                  <a:gd name="connsiteY0" fmla="*/ 74822 h 74822"/>
                  <a:gd name="connsiteX1" fmla="*/ 25373 w 33074"/>
                  <a:gd name="connsiteY1" fmla="*/ 74822 h 74822"/>
                  <a:gd name="connsiteX2" fmla="*/ 25373 w 33074"/>
                  <a:gd name="connsiteY2" fmla="*/ 20833 h 74822"/>
                  <a:gd name="connsiteX3" fmla="*/ 33074 w 33074"/>
                  <a:gd name="connsiteY3" fmla="*/ 20833 h 74822"/>
                  <a:gd name="connsiteX4" fmla="*/ 16537 w 33074"/>
                  <a:gd name="connsiteY4" fmla="*/ 0 h 74822"/>
                  <a:gd name="connsiteX5" fmla="*/ 0 w 33074"/>
                  <a:gd name="connsiteY5" fmla="*/ 20833 h 74822"/>
                  <a:gd name="connsiteX6" fmla="*/ 7782 w 33074"/>
                  <a:gd name="connsiteY6" fmla="*/ 20833 h 74822"/>
                  <a:gd name="connsiteX7" fmla="*/ 7782 w 33074"/>
                  <a:gd name="connsiteY7" fmla="*/ 74822 h 74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74" h="74822">
                    <a:moveTo>
                      <a:pt x="7782" y="74822"/>
                    </a:moveTo>
                    <a:cubicBezTo>
                      <a:pt x="13700" y="74822"/>
                      <a:pt x="19455" y="74822"/>
                      <a:pt x="25373" y="74822"/>
                    </a:cubicBezTo>
                    <a:cubicBezTo>
                      <a:pt x="25373" y="56826"/>
                      <a:pt x="25373" y="38830"/>
                      <a:pt x="25373" y="20833"/>
                    </a:cubicBezTo>
                    <a:cubicBezTo>
                      <a:pt x="27967" y="20833"/>
                      <a:pt x="30399" y="20833"/>
                      <a:pt x="33074" y="20833"/>
                    </a:cubicBezTo>
                    <a:cubicBezTo>
                      <a:pt x="27481" y="13781"/>
                      <a:pt x="22049" y="6971"/>
                      <a:pt x="16537" y="0"/>
                    </a:cubicBezTo>
                    <a:cubicBezTo>
                      <a:pt x="10944" y="6971"/>
                      <a:pt x="5512" y="13862"/>
                      <a:pt x="0" y="20833"/>
                    </a:cubicBezTo>
                    <a:cubicBezTo>
                      <a:pt x="2756" y="20833"/>
                      <a:pt x="5188" y="20833"/>
                      <a:pt x="7782" y="20833"/>
                    </a:cubicBezTo>
                    <a:cubicBezTo>
                      <a:pt x="7782" y="38911"/>
                      <a:pt x="7782" y="56826"/>
                      <a:pt x="7782" y="74822"/>
                    </a:cubicBezTo>
                    <a:close/>
                  </a:path>
                </a:pathLst>
              </a:custGeom>
              <a:grpFill/>
              <a:ln w="81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9" name="자유형: 도형 88">
                <a:extLst>
                  <a:ext uri="{FF2B5EF4-FFF2-40B4-BE49-F238E27FC236}">
                    <a16:creationId xmlns:a16="http://schemas.microsoft.com/office/drawing/2014/main" id="{297EFC46-7E7B-486D-8763-A0497A9C0298}"/>
                  </a:ext>
                </a:extLst>
              </p:cNvPr>
              <p:cNvSpPr/>
              <p:nvPr/>
            </p:nvSpPr>
            <p:spPr>
              <a:xfrm>
                <a:off x="3449103" y="2982581"/>
                <a:ext cx="109841" cy="10862"/>
              </a:xfrm>
              <a:custGeom>
                <a:avLst/>
                <a:gdLst>
                  <a:gd name="connsiteX0" fmla="*/ 0 w 109841"/>
                  <a:gd name="connsiteY0" fmla="*/ 0 h 10862"/>
                  <a:gd name="connsiteX1" fmla="*/ 0 w 109841"/>
                  <a:gd name="connsiteY1" fmla="*/ 10863 h 10862"/>
                  <a:gd name="connsiteX2" fmla="*/ 109842 w 109841"/>
                  <a:gd name="connsiteY2" fmla="*/ 10863 h 10862"/>
                  <a:gd name="connsiteX3" fmla="*/ 109842 w 109841"/>
                  <a:gd name="connsiteY3" fmla="*/ 0 h 10862"/>
                  <a:gd name="connsiteX4" fmla="*/ 0 w 109841"/>
                  <a:gd name="connsiteY4" fmla="*/ 0 h 10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841" h="10862">
                    <a:moveTo>
                      <a:pt x="0" y="0"/>
                    </a:moveTo>
                    <a:cubicBezTo>
                      <a:pt x="0" y="3648"/>
                      <a:pt x="0" y="7215"/>
                      <a:pt x="0" y="10863"/>
                    </a:cubicBezTo>
                    <a:cubicBezTo>
                      <a:pt x="36722" y="10863"/>
                      <a:pt x="73282" y="10863"/>
                      <a:pt x="109842" y="10863"/>
                    </a:cubicBezTo>
                    <a:cubicBezTo>
                      <a:pt x="109842" y="7134"/>
                      <a:pt x="109842" y="3567"/>
                      <a:pt x="109842" y="0"/>
                    </a:cubicBezTo>
                    <a:cubicBezTo>
                      <a:pt x="73201" y="0"/>
                      <a:pt x="36641" y="0"/>
                      <a:pt x="0" y="0"/>
                    </a:cubicBezTo>
                    <a:close/>
                  </a:path>
                </a:pathLst>
              </a:custGeom>
              <a:grpFill/>
              <a:ln w="81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72BD916-EA45-4752-AD03-323058B65E08}"/>
                </a:ext>
              </a:extLst>
            </p:cNvPr>
            <p:cNvSpPr/>
            <p:nvPr/>
          </p:nvSpPr>
          <p:spPr>
            <a:xfrm>
              <a:off x="2327909" y="1817856"/>
              <a:ext cx="632297" cy="591765"/>
            </a:xfrm>
            <a:custGeom>
              <a:avLst/>
              <a:gdLst>
                <a:gd name="connsiteX0" fmla="*/ 397213 w 632297"/>
                <a:gd name="connsiteY0" fmla="*/ 0 h 591765"/>
                <a:gd name="connsiteX1" fmla="*/ 397213 w 632297"/>
                <a:gd name="connsiteY1" fmla="*/ 110733 h 591765"/>
                <a:gd name="connsiteX2" fmla="*/ 378244 w 632297"/>
                <a:gd name="connsiteY2" fmla="*/ 129702 h 591765"/>
                <a:gd name="connsiteX3" fmla="*/ 254054 w 632297"/>
                <a:gd name="connsiteY3" fmla="*/ 129702 h 591765"/>
                <a:gd name="connsiteX4" fmla="*/ 235085 w 632297"/>
                <a:gd name="connsiteY4" fmla="*/ 110733 h 591765"/>
                <a:gd name="connsiteX5" fmla="*/ 235085 w 632297"/>
                <a:gd name="connsiteY5" fmla="*/ 0 h 591765"/>
                <a:gd name="connsiteX6" fmla="*/ 0 w 632297"/>
                <a:gd name="connsiteY6" fmla="*/ 0 h 591765"/>
                <a:gd name="connsiteX7" fmla="*/ 0 w 632297"/>
                <a:gd name="connsiteY7" fmla="*/ 543128 h 591765"/>
                <a:gd name="connsiteX8" fmla="*/ 48638 w 632297"/>
                <a:gd name="connsiteY8" fmla="*/ 591766 h 591765"/>
                <a:gd name="connsiteX9" fmla="*/ 583660 w 632297"/>
                <a:gd name="connsiteY9" fmla="*/ 591766 h 591765"/>
                <a:gd name="connsiteX10" fmla="*/ 632298 w 632297"/>
                <a:gd name="connsiteY10" fmla="*/ 543128 h 591765"/>
                <a:gd name="connsiteX11" fmla="*/ 632298 w 632297"/>
                <a:gd name="connsiteY11" fmla="*/ 0 h 591765"/>
                <a:gd name="connsiteX12" fmla="*/ 397213 w 632297"/>
                <a:gd name="connsiteY12" fmla="*/ 0 h 591765"/>
                <a:gd name="connsiteX13" fmla="*/ 150617 w 632297"/>
                <a:gd name="connsiteY13" fmla="*/ 429071 h 591765"/>
                <a:gd name="connsiteX14" fmla="*/ 167154 w 632297"/>
                <a:gd name="connsiteY14" fmla="*/ 449904 h 591765"/>
                <a:gd name="connsiteX15" fmla="*/ 159453 w 632297"/>
                <a:gd name="connsiteY15" fmla="*/ 449904 h 591765"/>
                <a:gd name="connsiteX16" fmla="*/ 159453 w 632297"/>
                <a:gd name="connsiteY16" fmla="*/ 503893 h 591765"/>
                <a:gd name="connsiteX17" fmla="*/ 141862 w 632297"/>
                <a:gd name="connsiteY17" fmla="*/ 503893 h 591765"/>
                <a:gd name="connsiteX18" fmla="*/ 141862 w 632297"/>
                <a:gd name="connsiteY18" fmla="*/ 449985 h 591765"/>
                <a:gd name="connsiteX19" fmla="*/ 134080 w 632297"/>
                <a:gd name="connsiteY19" fmla="*/ 449985 h 591765"/>
                <a:gd name="connsiteX20" fmla="*/ 150617 w 632297"/>
                <a:gd name="connsiteY20" fmla="*/ 429071 h 591765"/>
                <a:gd name="connsiteX21" fmla="*/ 95655 w 632297"/>
                <a:gd name="connsiteY21" fmla="*/ 429071 h 591765"/>
                <a:gd name="connsiteX22" fmla="*/ 112192 w 632297"/>
                <a:gd name="connsiteY22" fmla="*/ 449904 h 591765"/>
                <a:gd name="connsiteX23" fmla="*/ 104491 w 632297"/>
                <a:gd name="connsiteY23" fmla="*/ 449904 h 591765"/>
                <a:gd name="connsiteX24" fmla="*/ 104491 w 632297"/>
                <a:gd name="connsiteY24" fmla="*/ 503893 h 591765"/>
                <a:gd name="connsiteX25" fmla="*/ 86900 w 632297"/>
                <a:gd name="connsiteY25" fmla="*/ 503893 h 591765"/>
                <a:gd name="connsiteX26" fmla="*/ 86900 w 632297"/>
                <a:gd name="connsiteY26" fmla="*/ 449904 h 591765"/>
                <a:gd name="connsiteX27" fmla="*/ 79118 w 632297"/>
                <a:gd name="connsiteY27" fmla="*/ 449904 h 591765"/>
                <a:gd name="connsiteX28" fmla="*/ 95655 w 632297"/>
                <a:gd name="connsiteY28" fmla="*/ 429071 h 591765"/>
                <a:gd name="connsiteX29" fmla="*/ 178016 w 632297"/>
                <a:gd name="connsiteY29" fmla="*/ 528536 h 591765"/>
                <a:gd name="connsiteX30" fmla="*/ 68175 w 632297"/>
                <a:gd name="connsiteY30" fmla="*/ 528536 h 591765"/>
                <a:gd name="connsiteX31" fmla="*/ 68175 w 632297"/>
                <a:gd name="connsiteY31" fmla="*/ 517674 h 591765"/>
                <a:gd name="connsiteX32" fmla="*/ 178016 w 632297"/>
                <a:gd name="connsiteY32" fmla="*/ 517674 h 591765"/>
                <a:gd name="connsiteX33" fmla="*/ 178016 w 632297"/>
                <a:gd name="connsiteY33" fmla="*/ 528536 h 59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32297" h="591765">
                  <a:moveTo>
                    <a:pt x="397213" y="0"/>
                  </a:moveTo>
                  <a:lnTo>
                    <a:pt x="397213" y="110733"/>
                  </a:lnTo>
                  <a:cubicBezTo>
                    <a:pt x="397213" y="121190"/>
                    <a:pt x="388701" y="129702"/>
                    <a:pt x="378244" y="129702"/>
                  </a:cubicBezTo>
                  <a:lnTo>
                    <a:pt x="254054" y="129702"/>
                  </a:lnTo>
                  <a:cubicBezTo>
                    <a:pt x="243597" y="129702"/>
                    <a:pt x="235085" y="121190"/>
                    <a:pt x="235085" y="110733"/>
                  </a:cubicBezTo>
                  <a:lnTo>
                    <a:pt x="235085" y="0"/>
                  </a:lnTo>
                  <a:lnTo>
                    <a:pt x="0" y="0"/>
                  </a:lnTo>
                  <a:lnTo>
                    <a:pt x="0" y="543128"/>
                  </a:lnTo>
                  <a:cubicBezTo>
                    <a:pt x="0" y="569960"/>
                    <a:pt x="21806" y="591766"/>
                    <a:pt x="48638" y="591766"/>
                  </a:cubicBezTo>
                  <a:lnTo>
                    <a:pt x="583660" y="591766"/>
                  </a:lnTo>
                  <a:cubicBezTo>
                    <a:pt x="610492" y="591766"/>
                    <a:pt x="632298" y="569960"/>
                    <a:pt x="632298" y="543128"/>
                  </a:cubicBezTo>
                  <a:lnTo>
                    <a:pt x="632298" y="0"/>
                  </a:lnTo>
                  <a:lnTo>
                    <a:pt x="397213" y="0"/>
                  </a:lnTo>
                  <a:close/>
                  <a:moveTo>
                    <a:pt x="150617" y="429071"/>
                  </a:moveTo>
                  <a:cubicBezTo>
                    <a:pt x="156129" y="435961"/>
                    <a:pt x="161560" y="442852"/>
                    <a:pt x="167154" y="449904"/>
                  </a:cubicBezTo>
                  <a:cubicBezTo>
                    <a:pt x="164479" y="449904"/>
                    <a:pt x="162047" y="449904"/>
                    <a:pt x="159453" y="449904"/>
                  </a:cubicBezTo>
                  <a:cubicBezTo>
                    <a:pt x="159453" y="467982"/>
                    <a:pt x="159453" y="485897"/>
                    <a:pt x="159453" y="503893"/>
                  </a:cubicBezTo>
                  <a:cubicBezTo>
                    <a:pt x="153535" y="503893"/>
                    <a:pt x="147779" y="503893"/>
                    <a:pt x="141862" y="503893"/>
                  </a:cubicBezTo>
                  <a:cubicBezTo>
                    <a:pt x="141862" y="485978"/>
                    <a:pt x="141862" y="467982"/>
                    <a:pt x="141862" y="449985"/>
                  </a:cubicBezTo>
                  <a:cubicBezTo>
                    <a:pt x="139268" y="449985"/>
                    <a:pt x="136836" y="449985"/>
                    <a:pt x="134080" y="449985"/>
                  </a:cubicBezTo>
                  <a:cubicBezTo>
                    <a:pt x="139673" y="442933"/>
                    <a:pt x="145104" y="436042"/>
                    <a:pt x="150617" y="429071"/>
                  </a:cubicBezTo>
                  <a:close/>
                  <a:moveTo>
                    <a:pt x="95655" y="429071"/>
                  </a:moveTo>
                  <a:cubicBezTo>
                    <a:pt x="101249" y="436042"/>
                    <a:pt x="106680" y="442933"/>
                    <a:pt x="112192" y="449904"/>
                  </a:cubicBezTo>
                  <a:cubicBezTo>
                    <a:pt x="109517" y="449904"/>
                    <a:pt x="107085" y="449904"/>
                    <a:pt x="104491" y="449904"/>
                  </a:cubicBezTo>
                  <a:cubicBezTo>
                    <a:pt x="104491" y="467900"/>
                    <a:pt x="104491" y="485897"/>
                    <a:pt x="104491" y="503893"/>
                  </a:cubicBezTo>
                  <a:cubicBezTo>
                    <a:pt x="98574" y="503893"/>
                    <a:pt x="92818" y="503893"/>
                    <a:pt x="86900" y="503893"/>
                  </a:cubicBezTo>
                  <a:cubicBezTo>
                    <a:pt x="86900" y="485897"/>
                    <a:pt x="86900" y="467982"/>
                    <a:pt x="86900" y="449904"/>
                  </a:cubicBezTo>
                  <a:cubicBezTo>
                    <a:pt x="84225" y="449904"/>
                    <a:pt x="81793" y="449904"/>
                    <a:pt x="79118" y="449904"/>
                  </a:cubicBezTo>
                  <a:cubicBezTo>
                    <a:pt x="84631" y="442852"/>
                    <a:pt x="90062" y="436042"/>
                    <a:pt x="95655" y="429071"/>
                  </a:cubicBezTo>
                  <a:close/>
                  <a:moveTo>
                    <a:pt x="178016" y="528536"/>
                  </a:moveTo>
                  <a:cubicBezTo>
                    <a:pt x="141456" y="528536"/>
                    <a:pt x="104897" y="528536"/>
                    <a:pt x="68175" y="528536"/>
                  </a:cubicBezTo>
                  <a:cubicBezTo>
                    <a:pt x="68175" y="524888"/>
                    <a:pt x="68175" y="521321"/>
                    <a:pt x="68175" y="517674"/>
                  </a:cubicBezTo>
                  <a:cubicBezTo>
                    <a:pt x="104816" y="517674"/>
                    <a:pt x="141375" y="517674"/>
                    <a:pt x="178016" y="517674"/>
                  </a:cubicBezTo>
                  <a:cubicBezTo>
                    <a:pt x="178016" y="521240"/>
                    <a:pt x="178016" y="524807"/>
                    <a:pt x="178016" y="528536"/>
                  </a:cubicBezTo>
                  <a:close/>
                </a:path>
              </a:pathLst>
            </a:custGeom>
            <a:grpFill/>
            <a:ln w="8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sp>
          <p:nvSpPr>
            <p:cNvPr id="86" name="자유형: 도형 85">
              <a:extLst>
                <a:ext uri="{FF2B5EF4-FFF2-40B4-BE49-F238E27FC236}">
                  <a16:creationId xmlns:a16="http://schemas.microsoft.com/office/drawing/2014/main" id="{514C26B3-B38B-40CF-846E-C0C08AA0D3FE}"/>
                </a:ext>
              </a:extLst>
            </p:cNvPr>
            <p:cNvSpPr/>
            <p:nvPr/>
          </p:nvSpPr>
          <p:spPr>
            <a:xfrm>
              <a:off x="3034867" y="1817856"/>
              <a:ext cx="632297" cy="591765"/>
            </a:xfrm>
            <a:custGeom>
              <a:avLst/>
              <a:gdLst>
                <a:gd name="connsiteX0" fmla="*/ 397132 w 632297"/>
                <a:gd name="connsiteY0" fmla="*/ 0 h 591765"/>
                <a:gd name="connsiteX1" fmla="*/ 397132 w 632297"/>
                <a:gd name="connsiteY1" fmla="*/ 110733 h 591765"/>
                <a:gd name="connsiteX2" fmla="*/ 378163 w 632297"/>
                <a:gd name="connsiteY2" fmla="*/ 129702 h 591765"/>
                <a:gd name="connsiteX3" fmla="*/ 254054 w 632297"/>
                <a:gd name="connsiteY3" fmla="*/ 129702 h 591765"/>
                <a:gd name="connsiteX4" fmla="*/ 235085 w 632297"/>
                <a:gd name="connsiteY4" fmla="*/ 110733 h 591765"/>
                <a:gd name="connsiteX5" fmla="*/ 235085 w 632297"/>
                <a:gd name="connsiteY5" fmla="*/ 0 h 591765"/>
                <a:gd name="connsiteX6" fmla="*/ 0 w 632297"/>
                <a:gd name="connsiteY6" fmla="*/ 0 h 591765"/>
                <a:gd name="connsiteX7" fmla="*/ 0 w 632297"/>
                <a:gd name="connsiteY7" fmla="*/ 543128 h 591765"/>
                <a:gd name="connsiteX8" fmla="*/ 48638 w 632297"/>
                <a:gd name="connsiteY8" fmla="*/ 591766 h 591765"/>
                <a:gd name="connsiteX9" fmla="*/ 583660 w 632297"/>
                <a:gd name="connsiteY9" fmla="*/ 591766 h 591765"/>
                <a:gd name="connsiteX10" fmla="*/ 632298 w 632297"/>
                <a:gd name="connsiteY10" fmla="*/ 543128 h 591765"/>
                <a:gd name="connsiteX11" fmla="*/ 632298 w 632297"/>
                <a:gd name="connsiteY11" fmla="*/ 0 h 591765"/>
                <a:gd name="connsiteX12" fmla="*/ 397132 w 632297"/>
                <a:gd name="connsiteY12" fmla="*/ 0 h 591765"/>
                <a:gd name="connsiteX13" fmla="*/ 155318 w 632297"/>
                <a:gd name="connsiteY13" fmla="*/ 429071 h 591765"/>
                <a:gd name="connsiteX14" fmla="*/ 171855 w 632297"/>
                <a:gd name="connsiteY14" fmla="*/ 449904 h 591765"/>
                <a:gd name="connsiteX15" fmla="*/ 164154 w 632297"/>
                <a:gd name="connsiteY15" fmla="*/ 449904 h 591765"/>
                <a:gd name="connsiteX16" fmla="*/ 164154 w 632297"/>
                <a:gd name="connsiteY16" fmla="*/ 503893 h 591765"/>
                <a:gd name="connsiteX17" fmla="*/ 146563 w 632297"/>
                <a:gd name="connsiteY17" fmla="*/ 503893 h 591765"/>
                <a:gd name="connsiteX18" fmla="*/ 146563 w 632297"/>
                <a:gd name="connsiteY18" fmla="*/ 449985 h 591765"/>
                <a:gd name="connsiteX19" fmla="*/ 138781 w 632297"/>
                <a:gd name="connsiteY19" fmla="*/ 449985 h 591765"/>
                <a:gd name="connsiteX20" fmla="*/ 155318 w 632297"/>
                <a:gd name="connsiteY20" fmla="*/ 429071 h 591765"/>
                <a:gd name="connsiteX21" fmla="*/ 100357 w 632297"/>
                <a:gd name="connsiteY21" fmla="*/ 429071 h 591765"/>
                <a:gd name="connsiteX22" fmla="*/ 116894 w 632297"/>
                <a:gd name="connsiteY22" fmla="*/ 449904 h 591765"/>
                <a:gd name="connsiteX23" fmla="*/ 109193 w 632297"/>
                <a:gd name="connsiteY23" fmla="*/ 449904 h 591765"/>
                <a:gd name="connsiteX24" fmla="*/ 109193 w 632297"/>
                <a:gd name="connsiteY24" fmla="*/ 503893 h 591765"/>
                <a:gd name="connsiteX25" fmla="*/ 91602 w 632297"/>
                <a:gd name="connsiteY25" fmla="*/ 503893 h 591765"/>
                <a:gd name="connsiteX26" fmla="*/ 91602 w 632297"/>
                <a:gd name="connsiteY26" fmla="*/ 449904 h 591765"/>
                <a:gd name="connsiteX27" fmla="*/ 83820 w 632297"/>
                <a:gd name="connsiteY27" fmla="*/ 449904 h 591765"/>
                <a:gd name="connsiteX28" fmla="*/ 100357 w 632297"/>
                <a:gd name="connsiteY28" fmla="*/ 429071 h 591765"/>
                <a:gd name="connsiteX29" fmla="*/ 182718 w 632297"/>
                <a:gd name="connsiteY29" fmla="*/ 528536 h 591765"/>
                <a:gd name="connsiteX30" fmla="*/ 72876 w 632297"/>
                <a:gd name="connsiteY30" fmla="*/ 528536 h 591765"/>
                <a:gd name="connsiteX31" fmla="*/ 72876 w 632297"/>
                <a:gd name="connsiteY31" fmla="*/ 517674 h 591765"/>
                <a:gd name="connsiteX32" fmla="*/ 182718 w 632297"/>
                <a:gd name="connsiteY32" fmla="*/ 517674 h 591765"/>
                <a:gd name="connsiteX33" fmla="*/ 182718 w 632297"/>
                <a:gd name="connsiteY33" fmla="*/ 528536 h 591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32297" h="591765">
                  <a:moveTo>
                    <a:pt x="397132" y="0"/>
                  </a:moveTo>
                  <a:lnTo>
                    <a:pt x="397132" y="110733"/>
                  </a:lnTo>
                  <a:cubicBezTo>
                    <a:pt x="397132" y="121190"/>
                    <a:pt x="388620" y="129702"/>
                    <a:pt x="378163" y="129702"/>
                  </a:cubicBezTo>
                  <a:lnTo>
                    <a:pt x="254054" y="129702"/>
                  </a:lnTo>
                  <a:cubicBezTo>
                    <a:pt x="243597" y="129702"/>
                    <a:pt x="235085" y="121190"/>
                    <a:pt x="235085" y="110733"/>
                  </a:cubicBezTo>
                  <a:lnTo>
                    <a:pt x="235085" y="0"/>
                  </a:lnTo>
                  <a:lnTo>
                    <a:pt x="0" y="0"/>
                  </a:lnTo>
                  <a:lnTo>
                    <a:pt x="0" y="543128"/>
                  </a:lnTo>
                  <a:cubicBezTo>
                    <a:pt x="0" y="569960"/>
                    <a:pt x="21806" y="591766"/>
                    <a:pt x="48638" y="591766"/>
                  </a:cubicBezTo>
                  <a:lnTo>
                    <a:pt x="583660" y="591766"/>
                  </a:lnTo>
                  <a:cubicBezTo>
                    <a:pt x="610492" y="591766"/>
                    <a:pt x="632298" y="569960"/>
                    <a:pt x="632298" y="543128"/>
                  </a:cubicBezTo>
                  <a:lnTo>
                    <a:pt x="632298" y="0"/>
                  </a:lnTo>
                  <a:lnTo>
                    <a:pt x="397132" y="0"/>
                  </a:lnTo>
                  <a:close/>
                  <a:moveTo>
                    <a:pt x="155318" y="429071"/>
                  </a:moveTo>
                  <a:cubicBezTo>
                    <a:pt x="160831" y="435961"/>
                    <a:pt x="166262" y="442852"/>
                    <a:pt x="171855" y="449904"/>
                  </a:cubicBezTo>
                  <a:cubicBezTo>
                    <a:pt x="169180" y="449904"/>
                    <a:pt x="166748" y="449904"/>
                    <a:pt x="164154" y="449904"/>
                  </a:cubicBezTo>
                  <a:cubicBezTo>
                    <a:pt x="164154" y="467982"/>
                    <a:pt x="164154" y="485897"/>
                    <a:pt x="164154" y="503893"/>
                  </a:cubicBezTo>
                  <a:cubicBezTo>
                    <a:pt x="158237" y="503893"/>
                    <a:pt x="152481" y="503893"/>
                    <a:pt x="146563" y="503893"/>
                  </a:cubicBezTo>
                  <a:cubicBezTo>
                    <a:pt x="146563" y="485978"/>
                    <a:pt x="146563" y="467982"/>
                    <a:pt x="146563" y="449985"/>
                  </a:cubicBezTo>
                  <a:cubicBezTo>
                    <a:pt x="143969" y="449985"/>
                    <a:pt x="141537" y="449985"/>
                    <a:pt x="138781" y="449985"/>
                  </a:cubicBezTo>
                  <a:cubicBezTo>
                    <a:pt x="144375" y="442933"/>
                    <a:pt x="149806" y="436042"/>
                    <a:pt x="155318" y="429071"/>
                  </a:cubicBezTo>
                  <a:close/>
                  <a:moveTo>
                    <a:pt x="100357" y="429071"/>
                  </a:moveTo>
                  <a:cubicBezTo>
                    <a:pt x="105950" y="436042"/>
                    <a:pt x="111382" y="442933"/>
                    <a:pt x="116894" y="449904"/>
                  </a:cubicBezTo>
                  <a:cubicBezTo>
                    <a:pt x="114219" y="449904"/>
                    <a:pt x="111787" y="449904"/>
                    <a:pt x="109193" y="449904"/>
                  </a:cubicBezTo>
                  <a:cubicBezTo>
                    <a:pt x="109193" y="467900"/>
                    <a:pt x="109193" y="485897"/>
                    <a:pt x="109193" y="503893"/>
                  </a:cubicBezTo>
                  <a:cubicBezTo>
                    <a:pt x="103275" y="503893"/>
                    <a:pt x="97520" y="503893"/>
                    <a:pt x="91602" y="503893"/>
                  </a:cubicBezTo>
                  <a:cubicBezTo>
                    <a:pt x="91602" y="485897"/>
                    <a:pt x="91602" y="467982"/>
                    <a:pt x="91602" y="449904"/>
                  </a:cubicBezTo>
                  <a:cubicBezTo>
                    <a:pt x="88927" y="449904"/>
                    <a:pt x="86495" y="449904"/>
                    <a:pt x="83820" y="449904"/>
                  </a:cubicBezTo>
                  <a:cubicBezTo>
                    <a:pt x="89332" y="442852"/>
                    <a:pt x="94764" y="436042"/>
                    <a:pt x="100357" y="429071"/>
                  </a:cubicBezTo>
                  <a:close/>
                  <a:moveTo>
                    <a:pt x="182718" y="528536"/>
                  </a:moveTo>
                  <a:cubicBezTo>
                    <a:pt x="146158" y="528536"/>
                    <a:pt x="109598" y="528536"/>
                    <a:pt x="72876" y="528536"/>
                  </a:cubicBezTo>
                  <a:cubicBezTo>
                    <a:pt x="72876" y="524888"/>
                    <a:pt x="72876" y="521321"/>
                    <a:pt x="72876" y="517674"/>
                  </a:cubicBezTo>
                  <a:cubicBezTo>
                    <a:pt x="109517" y="517674"/>
                    <a:pt x="146077" y="517674"/>
                    <a:pt x="182718" y="517674"/>
                  </a:cubicBezTo>
                  <a:cubicBezTo>
                    <a:pt x="182718" y="521240"/>
                    <a:pt x="182718" y="524807"/>
                    <a:pt x="182718" y="528536"/>
                  </a:cubicBezTo>
                  <a:close/>
                </a:path>
              </a:pathLst>
            </a:custGeom>
            <a:grpFill/>
            <a:ln w="8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82926B3F-40AE-4047-86D0-C2CB430A5FCC}"/>
              </a:ext>
            </a:extLst>
          </p:cNvPr>
          <p:cNvSpPr/>
          <p:nvPr/>
        </p:nvSpPr>
        <p:spPr>
          <a:xfrm>
            <a:off x="6661093" y="2962408"/>
            <a:ext cx="995861" cy="559292"/>
          </a:xfrm>
          <a:custGeom>
            <a:avLst/>
            <a:gdLst>
              <a:gd name="connsiteX0" fmla="*/ 1838933 w 2398355"/>
              <a:gd name="connsiteY0" fmla="*/ 1161563 h 1346956"/>
              <a:gd name="connsiteX1" fmla="*/ 1838933 w 2398355"/>
              <a:gd name="connsiteY1" fmla="*/ 1172426 h 1346956"/>
              <a:gd name="connsiteX2" fmla="*/ 1948775 w 2398355"/>
              <a:gd name="connsiteY2" fmla="*/ 1172426 h 1346956"/>
              <a:gd name="connsiteX3" fmla="*/ 1948775 w 2398355"/>
              <a:gd name="connsiteY3" fmla="*/ 1161563 h 1346956"/>
              <a:gd name="connsiteX4" fmla="*/ 1838933 w 2398355"/>
              <a:gd name="connsiteY4" fmla="*/ 1161563 h 1346956"/>
              <a:gd name="connsiteX5" fmla="*/ 263296 w 2398355"/>
              <a:gd name="connsiteY5" fmla="*/ 1140486 h 1346956"/>
              <a:gd name="connsiteX6" fmla="*/ 316392 w 2398355"/>
              <a:gd name="connsiteY6" fmla="*/ 1189043 h 1346956"/>
              <a:gd name="connsiteX7" fmla="*/ 262647 w 2398355"/>
              <a:gd name="connsiteY7" fmla="*/ 1241167 h 1346956"/>
              <a:gd name="connsiteX8" fmla="*/ 206470 w 2398355"/>
              <a:gd name="connsiteY8" fmla="*/ 1190340 h 1346956"/>
              <a:gd name="connsiteX9" fmla="*/ 263296 w 2398355"/>
              <a:gd name="connsiteY9" fmla="*/ 1140486 h 1346956"/>
              <a:gd name="connsiteX10" fmla="*/ 1404431 w 2398355"/>
              <a:gd name="connsiteY10" fmla="*/ 1140082 h 1346956"/>
              <a:gd name="connsiteX11" fmla="*/ 1457284 w 2398355"/>
              <a:gd name="connsiteY11" fmla="*/ 1190260 h 1346956"/>
              <a:gd name="connsiteX12" fmla="*/ 1401350 w 2398355"/>
              <a:gd name="connsiteY12" fmla="*/ 1241168 h 1346956"/>
              <a:gd name="connsiteX13" fmla="*/ 1346227 w 2398355"/>
              <a:gd name="connsiteY13" fmla="*/ 1189044 h 1346956"/>
              <a:gd name="connsiteX14" fmla="*/ 1404431 w 2398355"/>
              <a:gd name="connsiteY14" fmla="*/ 1140082 h 1346956"/>
              <a:gd name="connsiteX15" fmla="*/ 1402566 w 2398355"/>
              <a:gd name="connsiteY15" fmla="*/ 1096388 h 1346956"/>
              <a:gd name="connsiteX16" fmla="*/ 1302452 w 2398355"/>
              <a:gd name="connsiteY16" fmla="*/ 1191152 h 1346956"/>
              <a:gd name="connsiteX17" fmla="*/ 1399648 w 2398355"/>
              <a:gd name="connsiteY17" fmla="*/ 1283321 h 1346956"/>
              <a:gd name="connsiteX18" fmla="*/ 1502275 w 2398355"/>
              <a:gd name="connsiteY18" fmla="*/ 1192125 h 1346956"/>
              <a:gd name="connsiteX19" fmla="*/ 1402566 w 2398355"/>
              <a:gd name="connsiteY19" fmla="*/ 1096388 h 1346956"/>
              <a:gd name="connsiteX20" fmla="*/ 262808 w 2398355"/>
              <a:gd name="connsiteY20" fmla="*/ 1096225 h 1346956"/>
              <a:gd name="connsiteX21" fmla="*/ 161154 w 2398355"/>
              <a:gd name="connsiteY21" fmla="*/ 1189935 h 1346956"/>
              <a:gd name="connsiteX22" fmla="*/ 261674 w 2398355"/>
              <a:gd name="connsiteY22" fmla="*/ 1283564 h 1346956"/>
              <a:gd name="connsiteX23" fmla="*/ 364219 w 2398355"/>
              <a:gd name="connsiteY23" fmla="*/ 1191070 h 1346956"/>
              <a:gd name="connsiteX24" fmla="*/ 262808 w 2398355"/>
              <a:gd name="connsiteY24" fmla="*/ 1096225 h 1346956"/>
              <a:gd name="connsiteX25" fmla="*/ 1921375 w 2398355"/>
              <a:gd name="connsiteY25" fmla="*/ 1072961 h 1346956"/>
              <a:gd name="connsiteX26" fmla="*/ 1904838 w 2398355"/>
              <a:gd name="connsiteY26" fmla="*/ 1093875 h 1346956"/>
              <a:gd name="connsiteX27" fmla="*/ 1912620 w 2398355"/>
              <a:gd name="connsiteY27" fmla="*/ 1093875 h 1346956"/>
              <a:gd name="connsiteX28" fmla="*/ 1912620 w 2398355"/>
              <a:gd name="connsiteY28" fmla="*/ 1147783 h 1346956"/>
              <a:gd name="connsiteX29" fmla="*/ 1930211 w 2398355"/>
              <a:gd name="connsiteY29" fmla="*/ 1147783 h 1346956"/>
              <a:gd name="connsiteX30" fmla="*/ 1930211 w 2398355"/>
              <a:gd name="connsiteY30" fmla="*/ 1093794 h 1346956"/>
              <a:gd name="connsiteX31" fmla="*/ 1937912 w 2398355"/>
              <a:gd name="connsiteY31" fmla="*/ 1093794 h 1346956"/>
              <a:gd name="connsiteX32" fmla="*/ 1921375 w 2398355"/>
              <a:gd name="connsiteY32" fmla="*/ 1072961 h 1346956"/>
              <a:gd name="connsiteX33" fmla="*/ 1866414 w 2398355"/>
              <a:gd name="connsiteY33" fmla="*/ 1072961 h 1346956"/>
              <a:gd name="connsiteX34" fmla="*/ 1849877 w 2398355"/>
              <a:gd name="connsiteY34" fmla="*/ 1093794 h 1346956"/>
              <a:gd name="connsiteX35" fmla="*/ 1857659 w 2398355"/>
              <a:gd name="connsiteY35" fmla="*/ 1093794 h 1346956"/>
              <a:gd name="connsiteX36" fmla="*/ 1857659 w 2398355"/>
              <a:gd name="connsiteY36" fmla="*/ 1147783 h 1346956"/>
              <a:gd name="connsiteX37" fmla="*/ 1875250 w 2398355"/>
              <a:gd name="connsiteY37" fmla="*/ 1147783 h 1346956"/>
              <a:gd name="connsiteX38" fmla="*/ 1875250 w 2398355"/>
              <a:gd name="connsiteY38" fmla="*/ 1093794 h 1346956"/>
              <a:gd name="connsiteX39" fmla="*/ 1882951 w 2398355"/>
              <a:gd name="connsiteY39" fmla="*/ 1093794 h 1346956"/>
              <a:gd name="connsiteX40" fmla="*/ 1866414 w 2398355"/>
              <a:gd name="connsiteY40" fmla="*/ 1072961 h 1346956"/>
              <a:gd name="connsiteX41" fmla="*/ 262484 w 2398355"/>
              <a:gd name="connsiteY41" fmla="*/ 1033725 h 1346956"/>
              <a:gd name="connsiteX42" fmla="*/ 433286 w 2398355"/>
              <a:gd name="connsiteY42" fmla="*/ 1190989 h 1346956"/>
              <a:gd name="connsiteX43" fmla="*/ 261836 w 2398355"/>
              <a:gd name="connsiteY43" fmla="*/ 1346956 h 1346956"/>
              <a:gd name="connsiteX44" fmla="*/ 90953 w 2398355"/>
              <a:gd name="connsiteY44" fmla="*/ 1190340 h 1346956"/>
              <a:gd name="connsiteX45" fmla="*/ 262484 w 2398355"/>
              <a:gd name="connsiteY45" fmla="*/ 1033725 h 1346956"/>
              <a:gd name="connsiteX46" fmla="*/ 1401674 w 2398355"/>
              <a:gd name="connsiteY46" fmla="*/ 1033483 h 1346956"/>
              <a:gd name="connsiteX47" fmla="*/ 1572476 w 2398355"/>
              <a:gd name="connsiteY47" fmla="*/ 1190422 h 1346956"/>
              <a:gd name="connsiteX48" fmla="*/ 1402080 w 2398355"/>
              <a:gd name="connsiteY48" fmla="*/ 1346875 h 1346956"/>
              <a:gd name="connsiteX49" fmla="*/ 1231035 w 2398355"/>
              <a:gd name="connsiteY49" fmla="*/ 1190828 h 1346956"/>
              <a:gd name="connsiteX50" fmla="*/ 1401674 w 2398355"/>
              <a:gd name="connsiteY50" fmla="*/ 1033483 h 1346956"/>
              <a:gd name="connsiteX51" fmla="*/ 1766057 w 2398355"/>
              <a:gd name="connsiteY51" fmla="*/ 643971 h 1346956"/>
              <a:gd name="connsiteX52" fmla="*/ 2001142 w 2398355"/>
              <a:gd name="connsiteY52" fmla="*/ 643971 h 1346956"/>
              <a:gd name="connsiteX53" fmla="*/ 2001142 w 2398355"/>
              <a:gd name="connsiteY53" fmla="*/ 754704 h 1346956"/>
              <a:gd name="connsiteX54" fmla="*/ 2020111 w 2398355"/>
              <a:gd name="connsiteY54" fmla="*/ 773673 h 1346956"/>
              <a:gd name="connsiteX55" fmla="*/ 2144220 w 2398355"/>
              <a:gd name="connsiteY55" fmla="*/ 773673 h 1346956"/>
              <a:gd name="connsiteX56" fmla="*/ 2163189 w 2398355"/>
              <a:gd name="connsiteY56" fmla="*/ 754704 h 1346956"/>
              <a:gd name="connsiteX57" fmla="*/ 2163189 w 2398355"/>
              <a:gd name="connsiteY57" fmla="*/ 643971 h 1346956"/>
              <a:gd name="connsiteX58" fmla="*/ 2398355 w 2398355"/>
              <a:gd name="connsiteY58" fmla="*/ 643971 h 1346956"/>
              <a:gd name="connsiteX59" fmla="*/ 2398355 w 2398355"/>
              <a:gd name="connsiteY59" fmla="*/ 1187099 h 1346956"/>
              <a:gd name="connsiteX60" fmla="*/ 2349717 w 2398355"/>
              <a:gd name="connsiteY60" fmla="*/ 1235737 h 1346956"/>
              <a:gd name="connsiteX61" fmla="*/ 1814695 w 2398355"/>
              <a:gd name="connsiteY61" fmla="*/ 1235737 h 1346956"/>
              <a:gd name="connsiteX62" fmla="*/ 1766057 w 2398355"/>
              <a:gd name="connsiteY62" fmla="*/ 1187099 h 1346956"/>
              <a:gd name="connsiteX63" fmla="*/ 1838933 w 2398355"/>
              <a:gd name="connsiteY63" fmla="*/ 547505 h 1346956"/>
              <a:gd name="connsiteX64" fmla="*/ 1838933 w 2398355"/>
              <a:gd name="connsiteY64" fmla="*/ 558367 h 1346956"/>
              <a:gd name="connsiteX65" fmla="*/ 1948775 w 2398355"/>
              <a:gd name="connsiteY65" fmla="*/ 558367 h 1346956"/>
              <a:gd name="connsiteX66" fmla="*/ 1948775 w 2398355"/>
              <a:gd name="connsiteY66" fmla="*/ 547505 h 1346956"/>
              <a:gd name="connsiteX67" fmla="*/ 1838933 w 2398355"/>
              <a:gd name="connsiteY67" fmla="*/ 547505 h 1346956"/>
              <a:gd name="connsiteX68" fmla="*/ 1921375 w 2398355"/>
              <a:gd name="connsiteY68" fmla="*/ 458902 h 1346956"/>
              <a:gd name="connsiteX69" fmla="*/ 1904838 w 2398355"/>
              <a:gd name="connsiteY69" fmla="*/ 479816 h 1346956"/>
              <a:gd name="connsiteX70" fmla="*/ 1912620 w 2398355"/>
              <a:gd name="connsiteY70" fmla="*/ 479816 h 1346956"/>
              <a:gd name="connsiteX71" fmla="*/ 1912620 w 2398355"/>
              <a:gd name="connsiteY71" fmla="*/ 533724 h 1346956"/>
              <a:gd name="connsiteX72" fmla="*/ 1930211 w 2398355"/>
              <a:gd name="connsiteY72" fmla="*/ 533724 h 1346956"/>
              <a:gd name="connsiteX73" fmla="*/ 1930211 w 2398355"/>
              <a:gd name="connsiteY73" fmla="*/ 479735 h 1346956"/>
              <a:gd name="connsiteX74" fmla="*/ 1937912 w 2398355"/>
              <a:gd name="connsiteY74" fmla="*/ 479735 h 1346956"/>
              <a:gd name="connsiteX75" fmla="*/ 1921375 w 2398355"/>
              <a:gd name="connsiteY75" fmla="*/ 458902 h 1346956"/>
              <a:gd name="connsiteX76" fmla="*/ 1866414 w 2398355"/>
              <a:gd name="connsiteY76" fmla="*/ 458902 h 1346956"/>
              <a:gd name="connsiteX77" fmla="*/ 1849877 w 2398355"/>
              <a:gd name="connsiteY77" fmla="*/ 479735 h 1346956"/>
              <a:gd name="connsiteX78" fmla="*/ 1857659 w 2398355"/>
              <a:gd name="connsiteY78" fmla="*/ 479735 h 1346956"/>
              <a:gd name="connsiteX79" fmla="*/ 1857659 w 2398355"/>
              <a:gd name="connsiteY79" fmla="*/ 533724 h 1346956"/>
              <a:gd name="connsiteX80" fmla="*/ 1875250 w 2398355"/>
              <a:gd name="connsiteY80" fmla="*/ 533724 h 1346956"/>
              <a:gd name="connsiteX81" fmla="*/ 1875250 w 2398355"/>
              <a:gd name="connsiteY81" fmla="*/ 479735 h 1346956"/>
              <a:gd name="connsiteX82" fmla="*/ 1882951 w 2398355"/>
              <a:gd name="connsiteY82" fmla="*/ 479735 h 1346956"/>
              <a:gd name="connsiteX83" fmla="*/ 1866414 w 2398355"/>
              <a:gd name="connsiteY83" fmla="*/ 458902 h 1346956"/>
              <a:gd name="connsiteX84" fmla="*/ 543047 w 2398355"/>
              <a:gd name="connsiteY84" fmla="*/ 72957 h 1346956"/>
              <a:gd name="connsiteX85" fmla="*/ 502515 w 2398355"/>
              <a:gd name="connsiteY85" fmla="*/ 89170 h 1346956"/>
              <a:gd name="connsiteX86" fmla="*/ 463280 w 2398355"/>
              <a:gd name="connsiteY86" fmla="*/ 425990 h 1346956"/>
              <a:gd name="connsiteX87" fmla="*/ 446256 w 2398355"/>
              <a:gd name="connsiteY87" fmla="*/ 692204 h 1346956"/>
              <a:gd name="connsiteX88" fmla="*/ 469522 w 2398355"/>
              <a:gd name="connsiteY88" fmla="*/ 724630 h 1346956"/>
              <a:gd name="connsiteX89" fmla="*/ 593468 w 2398355"/>
              <a:gd name="connsiteY89" fmla="*/ 726170 h 1346956"/>
              <a:gd name="connsiteX90" fmla="*/ 562745 w 2398355"/>
              <a:gd name="connsiteY90" fmla="*/ 659130 h 1346956"/>
              <a:gd name="connsiteX91" fmla="*/ 521078 w 2398355"/>
              <a:gd name="connsiteY91" fmla="*/ 432394 h 1346956"/>
              <a:gd name="connsiteX92" fmla="*/ 565501 w 2398355"/>
              <a:gd name="connsiteY92" fmla="*/ 394213 h 1346956"/>
              <a:gd name="connsiteX93" fmla="*/ 605952 w 2398355"/>
              <a:gd name="connsiteY93" fmla="*/ 441555 h 1346956"/>
              <a:gd name="connsiteX94" fmla="*/ 633838 w 2398355"/>
              <a:gd name="connsiteY94" fmla="*/ 592577 h 1346956"/>
              <a:gd name="connsiteX95" fmla="*/ 682720 w 2398355"/>
              <a:gd name="connsiteY95" fmla="*/ 633352 h 1346956"/>
              <a:gd name="connsiteX96" fmla="*/ 844766 w 2398355"/>
              <a:gd name="connsiteY96" fmla="*/ 633514 h 1346956"/>
              <a:gd name="connsiteX97" fmla="*/ 882623 w 2398355"/>
              <a:gd name="connsiteY97" fmla="*/ 652483 h 1346956"/>
              <a:gd name="connsiteX98" fmla="*/ 855305 w 2398355"/>
              <a:gd name="connsiteY98" fmla="*/ 696419 h 1346956"/>
              <a:gd name="connsiteX99" fmla="*/ 802451 w 2398355"/>
              <a:gd name="connsiteY99" fmla="*/ 729574 h 1346956"/>
              <a:gd name="connsiteX100" fmla="*/ 916751 w 2398355"/>
              <a:gd name="connsiteY100" fmla="*/ 863735 h 1346956"/>
              <a:gd name="connsiteX101" fmla="*/ 940827 w 2398355"/>
              <a:gd name="connsiteY101" fmla="*/ 897296 h 1346956"/>
              <a:gd name="connsiteX102" fmla="*/ 1212391 w 2398355"/>
              <a:gd name="connsiteY102" fmla="*/ 820123 h 1346956"/>
              <a:gd name="connsiteX103" fmla="*/ 1205257 w 2398355"/>
              <a:gd name="connsiteY103" fmla="*/ 757055 h 1346956"/>
              <a:gd name="connsiteX104" fmla="*/ 1140082 w 2398355"/>
              <a:gd name="connsiteY104" fmla="*/ 678261 h 1346956"/>
              <a:gd name="connsiteX105" fmla="*/ 1070610 w 2398355"/>
              <a:gd name="connsiteY105" fmla="*/ 572797 h 1346956"/>
              <a:gd name="connsiteX106" fmla="*/ 1031051 w 2398355"/>
              <a:gd name="connsiteY106" fmla="*/ 527644 h 1346956"/>
              <a:gd name="connsiteX107" fmla="*/ 978603 w 2398355"/>
              <a:gd name="connsiteY107" fmla="*/ 509892 h 1346956"/>
              <a:gd name="connsiteX108" fmla="*/ 946096 w 2398355"/>
              <a:gd name="connsiteY108" fmla="*/ 514917 h 1346956"/>
              <a:gd name="connsiteX109" fmla="*/ 942205 w 2398355"/>
              <a:gd name="connsiteY109" fmla="*/ 501704 h 1346956"/>
              <a:gd name="connsiteX110" fmla="*/ 1099064 w 2398355"/>
              <a:gd name="connsiteY110" fmla="*/ 421046 h 1346956"/>
              <a:gd name="connsiteX111" fmla="*/ 1106197 w 2398355"/>
              <a:gd name="connsiteY111" fmla="*/ 430287 h 1346956"/>
              <a:gd name="connsiteX112" fmla="*/ 1069070 w 2398355"/>
              <a:gd name="connsiteY112" fmla="*/ 473007 h 1346956"/>
              <a:gd name="connsiteX113" fmla="*/ 1271405 w 2398355"/>
              <a:gd name="connsiteY113" fmla="*/ 631812 h 1346956"/>
              <a:gd name="connsiteX114" fmla="*/ 1273108 w 2398355"/>
              <a:gd name="connsiteY114" fmla="*/ 613248 h 1346956"/>
              <a:gd name="connsiteX115" fmla="*/ 1159942 w 2398355"/>
              <a:gd name="connsiteY115" fmla="*/ 229330 h 1346956"/>
              <a:gd name="connsiteX116" fmla="*/ 998950 w 2398355"/>
              <a:gd name="connsiteY116" fmla="*/ 113084 h 1346956"/>
              <a:gd name="connsiteX117" fmla="*/ 543047 w 2398355"/>
              <a:gd name="connsiteY117" fmla="*/ 72957 h 1346956"/>
              <a:gd name="connsiteX118" fmla="*/ 1766057 w 2398355"/>
              <a:gd name="connsiteY118" fmla="*/ 29912 h 1346956"/>
              <a:gd name="connsiteX119" fmla="*/ 2001142 w 2398355"/>
              <a:gd name="connsiteY119" fmla="*/ 29912 h 1346956"/>
              <a:gd name="connsiteX120" fmla="*/ 2001142 w 2398355"/>
              <a:gd name="connsiteY120" fmla="*/ 140645 h 1346956"/>
              <a:gd name="connsiteX121" fmla="*/ 2020111 w 2398355"/>
              <a:gd name="connsiteY121" fmla="*/ 159614 h 1346956"/>
              <a:gd name="connsiteX122" fmla="*/ 2144220 w 2398355"/>
              <a:gd name="connsiteY122" fmla="*/ 159614 h 1346956"/>
              <a:gd name="connsiteX123" fmla="*/ 2163189 w 2398355"/>
              <a:gd name="connsiteY123" fmla="*/ 140645 h 1346956"/>
              <a:gd name="connsiteX124" fmla="*/ 2163189 w 2398355"/>
              <a:gd name="connsiteY124" fmla="*/ 29912 h 1346956"/>
              <a:gd name="connsiteX125" fmla="*/ 2398355 w 2398355"/>
              <a:gd name="connsiteY125" fmla="*/ 29912 h 1346956"/>
              <a:gd name="connsiteX126" fmla="*/ 2398355 w 2398355"/>
              <a:gd name="connsiteY126" fmla="*/ 573040 h 1346956"/>
              <a:gd name="connsiteX127" fmla="*/ 2349717 w 2398355"/>
              <a:gd name="connsiteY127" fmla="*/ 621678 h 1346956"/>
              <a:gd name="connsiteX128" fmla="*/ 1814695 w 2398355"/>
              <a:gd name="connsiteY128" fmla="*/ 621678 h 1346956"/>
              <a:gd name="connsiteX129" fmla="*/ 1766057 w 2398355"/>
              <a:gd name="connsiteY129" fmla="*/ 573040 h 1346956"/>
              <a:gd name="connsiteX130" fmla="*/ 510621 w 2398355"/>
              <a:gd name="connsiteY130" fmla="*/ 0 h 1346956"/>
              <a:gd name="connsiteX131" fmla="*/ 1034780 w 2398355"/>
              <a:gd name="connsiteY131" fmla="*/ 38992 h 1346956"/>
              <a:gd name="connsiteX132" fmla="*/ 1254949 w 2398355"/>
              <a:gd name="connsiteY132" fmla="*/ 238166 h 1346956"/>
              <a:gd name="connsiteX133" fmla="*/ 1401270 w 2398355"/>
              <a:gd name="connsiteY133" fmla="*/ 780888 h 1346956"/>
              <a:gd name="connsiteX134" fmla="*/ 1496114 w 2398355"/>
              <a:gd name="connsiteY134" fmla="*/ 683044 h 1346956"/>
              <a:gd name="connsiteX135" fmla="*/ 1497411 w 2398355"/>
              <a:gd name="connsiteY135" fmla="*/ 168370 h 1346956"/>
              <a:gd name="connsiteX136" fmla="*/ 1520595 w 2398355"/>
              <a:gd name="connsiteY136" fmla="*/ 111868 h 1346956"/>
              <a:gd name="connsiteX137" fmla="*/ 1621115 w 2398355"/>
              <a:gd name="connsiteY137" fmla="*/ 113408 h 1346956"/>
              <a:gd name="connsiteX138" fmla="*/ 1636517 w 2398355"/>
              <a:gd name="connsiteY138" fmla="*/ 165857 h 1346956"/>
              <a:gd name="connsiteX139" fmla="*/ 1637003 w 2398355"/>
              <a:gd name="connsiteY139" fmla="*/ 512080 h 1346956"/>
              <a:gd name="connsiteX140" fmla="*/ 1723336 w 2398355"/>
              <a:gd name="connsiteY140" fmla="*/ 616734 h 1346956"/>
              <a:gd name="connsiteX141" fmla="*/ 1723417 w 2398355"/>
              <a:gd name="connsiteY141" fmla="*/ 1188153 h 1346956"/>
              <a:gd name="connsiteX142" fmla="*/ 1789079 w 2398355"/>
              <a:gd name="connsiteY142" fmla="*/ 1254868 h 1346956"/>
              <a:gd name="connsiteX143" fmla="*/ 2374441 w 2398355"/>
              <a:gd name="connsiteY143" fmla="*/ 1265163 h 1346956"/>
              <a:gd name="connsiteX144" fmla="*/ 2375414 w 2398355"/>
              <a:gd name="connsiteY144" fmla="*/ 1277161 h 1346956"/>
              <a:gd name="connsiteX145" fmla="*/ 2343880 w 2398355"/>
              <a:gd name="connsiteY145" fmla="*/ 1280322 h 1346956"/>
              <a:gd name="connsiteX146" fmla="*/ 1740035 w 2398355"/>
              <a:gd name="connsiteY146" fmla="*/ 1280403 h 1346956"/>
              <a:gd name="connsiteX147" fmla="*/ 1682723 w 2398355"/>
              <a:gd name="connsiteY147" fmla="*/ 1221227 h 1346956"/>
              <a:gd name="connsiteX148" fmla="*/ 1677940 w 2398355"/>
              <a:gd name="connsiteY148" fmla="*/ 916021 h 1346956"/>
              <a:gd name="connsiteX149" fmla="*/ 1653621 w 2398355"/>
              <a:gd name="connsiteY149" fmla="*/ 875489 h 1346956"/>
              <a:gd name="connsiteX150" fmla="*/ 1637409 w 2398355"/>
              <a:gd name="connsiteY150" fmla="*/ 916021 h 1346956"/>
              <a:gd name="connsiteX151" fmla="*/ 1636436 w 2398355"/>
              <a:gd name="connsiteY151" fmla="*/ 1211337 h 1346956"/>
              <a:gd name="connsiteX152" fmla="*/ 1622655 w 2398355"/>
              <a:gd name="connsiteY152" fmla="*/ 1239142 h 1346956"/>
              <a:gd name="connsiteX153" fmla="*/ 1606604 w 2398355"/>
              <a:gd name="connsiteY153" fmla="*/ 1209554 h 1346956"/>
              <a:gd name="connsiteX154" fmla="*/ 1548238 w 2398355"/>
              <a:gd name="connsiteY154" fmla="*/ 1045723 h 1346956"/>
              <a:gd name="connsiteX155" fmla="*/ 1475281 w 2398355"/>
              <a:gd name="connsiteY155" fmla="*/ 997085 h 1346956"/>
              <a:gd name="connsiteX156" fmla="*/ 1313802 w 2398355"/>
              <a:gd name="connsiteY156" fmla="*/ 1006732 h 1346956"/>
              <a:gd name="connsiteX157" fmla="*/ 1182235 w 2398355"/>
              <a:gd name="connsiteY157" fmla="*/ 1192044 h 1346956"/>
              <a:gd name="connsiteX158" fmla="*/ 1182235 w 2398355"/>
              <a:gd name="connsiteY158" fmla="*/ 1223496 h 1346956"/>
              <a:gd name="connsiteX159" fmla="*/ 486707 w 2398355"/>
              <a:gd name="connsiteY159" fmla="*/ 1223496 h 1346956"/>
              <a:gd name="connsiteX160" fmla="*/ 270105 w 2398355"/>
              <a:gd name="connsiteY160" fmla="*/ 988006 h 1346956"/>
              <a:gd name="connsiteX161" fmla="*/ 33966 w 2398355"/>
              <a:gd name="connsiteY161" fmla="*/ 1205419 h 1346956"/>
              <a:gd name="connsiteX162" fmla="*/ 0 w 2398355"/>
              <a:gd name="connsiteY162" fmla="*/ 1143000 h 1346956"/>
              <a:gd name="connsiteX163" fmla="*/ 0 w 2398355"/>
              <a:gd name="connsiteY163" fmla="*/ 899809 h 1346956"/>
              <a:gd name="connsiteX164" fmla="*/ 47179 w 2398355"/>
              <a:gd name="connsiteY164" fmla="*/ 695528 h 1346956"/>
              <a:gd name="connsiteX165" fmla="*/ 106194 w 2398355"/>
              <a:gd name="connsiteY165" fmla="*/ 648024 h 1346956"/>
              <a:gd name="connsiteX166" fmla="*/ 300504 w 2398355"/>
              <a:gd name="connsiteY166" fmla="*/ 649159 h 1346956"/>
              <a:gd name="connsiteX167" fmla="*/ 357654 w 2398355"/>
              <a:gd name="connsiteY167" fmla="*/ 598413 h 1346956"/>
              <a:gd name="connsiteX168" fmla="*/ 423883 w 2398355"/>
              <a:gd name="connsiteY168" fmla="*/ 88927 h 1346956"/>
              <a:gd name="connsiteX169" fmla="*/ 510621 w 2398355"/>
              <a:gd name="connsiteY169" fmla="*/ 0 h 1346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</a:cxnLst>
            <a:rect l="l" t="t" r="r" b="b"/>
            <a:pathLst>
              <a:path w="2398355" h="1346956">
                <a:moveTo>
                  <a:pt x="1838933" y="1161563"/>
                </a:moveTo>
                <a:cubicBezTo>
                  <a:pt x="1838933" y="1165211"/>
                  <a:pt x="1838933" y="1168778"/>
                  <a:pt x="1838933" y="1172426"/>
                </a:cubicBezTo>
                <a:cubicBezTo>
                  <a:pt x="1875655" y="1172426"/>
                  <a:pt x="1912215" y="1172426"/>
                  <a:pt x="1948775" y="1172426"/>
                </a:cubicBezTo>
                <a:cubicBezTo>
                  <a:pt x="1948775" y="1168778"/>
                  <a:pt x="1948775" y="1165211"/>
                  <a:pt x="1948775" y="1161563"/>
                </a:cubicBezTo>
                <a:cubicBezTo>
                  <a:pt x="1912134" y="1161563"/>
                  <a:pt x="1875574" y="1161563"/>
                  <a:pt x="1838933" y="1161563"/>
                </a:cubicBezTo>
                <a:close/>
                <a:moveTo>
                  <a:pt x="263296" y="1140486"/>
                </a:moveTo>
                <a:cubicBezTo>
                  <a:pt x="293532" y="1142026"/>
                  <a:pt x="314366" y="1156375"/>
                  <a:pt x="316392" y="1189043"/>
                </a:cubicBezTo>
                <a:cubicBezTo>
                  <a:pt x="318176" y="1218226"/>
                  <a:pt x="294100" y="1240843"/>
                  <a:pt x="262647" y="1241167"/>
                </a:cubicBezTo>
                <a:cubicBezTo>
                  <a:pt x="232167" y="1241492"/>
                  <a:pt x="206308" y="1218145"/>
                  <a:pt x="206470" y="1190340"/>
                </a:cubicBezTo>
                <a:cubicBezTo>
                  <a:pt x="206551" y="1162373"/>
                  <a:pt x="232248" y="1138865"/>
                  <a:pt x="263296" y="1140486"/>
                </a:cubicBezTo>
                <a:close/>
                <a:moveTo>
                  <a:pt x="1404431" y="1140082"/>
                </a:moveTo>
                <a:cubicBezTo>
                  <a:pt x="1435397" y="1142108"/>
                  <a:pt x="1455095" y="1158564"/>
                  <a:pt x="1457284" y="1190260"/>
                </a:cubicBezTo>
                <a:cubicBezTo>
                  <a:pt x="1459230" y="1218632"/>
                  <a:pt x="1432641" y="1241573"/>
                  <a:pt x="1401350" y="1241168"/>
                </a:cubicBezTo>
                <a:cubicBezTo>
                  <a:pt x="1369816" y="1240763"/>
                  <a:pt x="1345335" y="1217579"/>
                  <a:pt x="1346227" y="1189044"/>
                </a:cubicBezTo>
                <a:cubicBezTo>
                  <a:pt x="1347199" y="1160834"/>
                  <a:pt x="1373383" y="1138055"/>
                  <a:pt x="1404431" y="1140082"/>
                </a:cubicBezTo>
                <a:close/>
                <a:moveTo>
                  <a:pt x="1402566" y="1096388"/>
                </a:moveTo>
                <a:cubicBezTo>
                  <a:pt x="1347767" y="1095496"/>
                  <a:pt x="1302128" y="1138704"/>
                  <a:pt x="1302452" y="1191152"/>
                </a:cubicBezTo>
                <a:cubicBezTo>
                  <a:pt x="1302776" y="1243519"/>
                  <a:pt x="1343876" y="1282511"/>
                  <a:pt x="1399648" y="1283321"/>
                </a:cubicBezTo>
                <a:cubicBezTo>
                  <a:pt x="1457203" y="1284132"/>
                  <a:pt x="1501788" y="1244492"/>
                  <a:pt x="1502275" y="1192125"/>
                </a:cubicBezTo>
                <a:cubicBezTo>
                  <a:pt x="1502761" y="1140325"/>
                  <a:pt x="1457933" y="1097280"/>
                  <a:pt x="1402566" y="1096388"/>
                </a:cubicBezTo>
                <a:close/>
                <a:moveTo>
                  <a:pt x="262808" y="1096225"/>
                </a:moveTo>
                <a:cubicBezTo>
                  <a:pt x="208820" y="1095739"/>
                  <a:pt x="161479" y="1139351"/>
                  <a:pt x="161154" y="1189935"/>
                </a:cubicBezTo>
                <a:cubicBezTo>
                  <a:pt x="160830" y="1241492"/>
                  <a:pt x="205577" y="1283240"/>
                  <a:pt x="261674" y="1283564"/>
                </a:cubicBezTo>
                <a:cubicBezTo>
                  <a:pt x="316797" y="1283888"/>
                  <a:pt x="363895" y="1241411"/>
                  <a:pt x="364219" y="1191070"/>
                </a:cubicBezTo>
                <a:cubicBezTo>
                  <a:pt x="364544" y="1141621"/>
                  <a:pt x="316473" y="1096631"/>
                  <a:pt x="262808" y="1096225"/>
                </a:cubicBezTo>
                <a:close/>
                <a:moveTo>
                  <a:pt x="1921375" y="1072961"/>
                </a:moveTo>
                <a:cubicBezTo>
                  <a:pt x="1915863" y="1080013"/>
                  <a:pt x="1910432" y="1086823"/>
                  <a:pt x="1904838" y="1093875"/>
                </a:cubicBezTo>
                <a:cubicBezTo>
                  <a:pt x="1907594" y="1093875"/>
                  <a:pt x="1910026" y="1093875"/>
                  <a:pt x="1912620" y="1093875"/>
                </a:cubicBezTo>
                <a:cubicBezTo>
                  <a:pt x="1912620" y="1111871"/>
                  <a:pt x="1912620" y="1129868"/>
                  <a:pt x="1912620" y="1147783"/>
                </a:cubicBezTo>
                <a:cubicBezTo>
                  <a:pt x="1918538" y="1147783"/>
                  <a:pt x="1924294" y="1147783"/>
                  <a:pt x="1930211" y="1147783"/>
                </a:cubicBezTo>
                <a:cubicBezTo>
                  <a:pt x="1930211" y="1129786"/>
                  <a:pt x="1930211" y="1111871"/>
                  <a:pt x="1930211" y="1093794"/>
                </a:cubicBezTo>
                <a:cubicBezTo>
                  <a:pt x="1932805" y="1093794"/>
                  <a:pt x="1935237" y="1093794"/>
                  <a:pt x="1937912" y="1093794"/>
                </a:cubicBezTo>
                <a:cubicBezTo>
                  <a:pt x="1932319" y="1086742"/>
                  <a:pt x="1926888" y="1079851"/>
                  <a:pt x="1921375" y="1072961"/>
                </a:cubicBezTo>
                <a:close/>
                <a:moveTo>
                  <a:pt x="1866414" y="1072961"/>
                </a:moveTo>
                <a:cubicBezTo>
                  <a:pt x="1860821" y="1079932"/>
                  <a:pt x="1855389" y="1086823"/>
                  <a:pt x="1849877" y="1093794"/>
                </a:cubicBezTo>
                <a:cubicBezTo>
                  <a:pt x="1852552" y="1093794"/>
                  <a:pt x="1854984" y="1093794"/>
                  <a:pt x="1857659" y="1093794"/>
                </a:cubicBezTo>
                <a:cubicBezTo>
                  <a:pt x="1857659" y="1111871"/>
                  <a:pt x="1857659" y="1129786"/>
                  <a:pt x="1857659" y="1147783"/>
                </a:cubicBezTo>
                <a:cubicBezTo>
                  <a:pt x="1863577" y="1147783"/>
                  <a:pt x="1869332" y="1147783"/>
                  <a:pt x="1875250" y="1147783"/>
                </a:cubicBezTo>
                <a:cubicBezTo>
                  <a:pt x="1875250" y="1129786"/>
                  <a:pt x="1875250" y="1111790"/>
                  <a:pt x="1875250" y="1093794"/>
                </a:cubicBezTo>
                <a:cubicBezTo>
                  <a:pt x="1877844" y="1093794"/>
                  <a:pt x="1880276" y="1093794"/>
                  <a:pt x="1882951" y="1093794"/>
                </a:cubicBezTo>
                <a:cubicBezTo>
                  <a:pt x="1877439" y="1086823"/>
                  <a:pt x="1872007" y="1079932"/>
                  <a:pt x="1866414" y="1072961"/>
                </a:cubicBezTo>
                <a:close/>
                <a:moveTo>
                  <a:pt x="262484" y="1033725"/>
                </a:moveTo>
                <a:cubicBezTo>
                  <a:pt x="358221" y="1033725"/>
                  <a:pt x="433448" y="1103035"/>
                  <a:pt x="433286" y="1190989"/>
                </a:cubicBezTo>
                <a:cubicBezTo>
                  <a:pt x="433042" y="1279186"/>
                  <a:pt x="358302" y="1347199"/>
                  <a:pt x="261836" y="1346956"/>
                </a:cubicBezTo>
                <a:cubicBezTo>
                  <a:pt x="165208" y="1346713"/>
                  <a:pt x="90629" y="1278376"/>
                  <a:pt x="90953" y="1190340"/>
                </a:cubicBezTo>
                <a:cubicBezTo>
                  <a:pt x="91277" y="1102305"/>
                  <a:pt x="166342" y="1033725"/>
                  <a:pt x="262484" y="1033725"/>
                </a:cubicBezTo>
                <a:close/>
                <a:moveTo>
                  <a:pt x="1401674" y="1033483"/>
                </a:moveTo>
                <a:cubicBezTo>
                  <a:pt x="1497735" y="1033239"/>
                  <a:pt x="1572152" y="1101657"/>
                  <a:pt x="1572476" y="1190422"/>
                </a:cubicBezTo>
                <a:cubicBezTo>
                  <a:pt x="1572719" y="1279511"/>
                  <a:pt x="1499518" y="1346713"/>
                  <a:pt x="1402080" y="1346875"/>
                </a:cubicBezTo>
                <a:cubicBezTo>
                  <a:pt x="1305208" y="1347038"/>
                  <a:pt x="1231116" y="1279430"/>
                  <a:pt x="1231035" y="1190828"/>
                </a:cubicBezTo>
                <a:cubicBezTo>
                  <a:pt x="1230954" y="1102954"/>
                  <a:pt x="1306100" y="1033726"/>
                  <a:pt x="1401674" y="1033483"/>
                </a:cubicBezTo>
                <a:close/>
                <a:moveTo>
                  <a:pt x="1766057" y="643971"/>
                </a:moveTo>
                <a:lnTo>
                  <a:pt x="2001142" y="643971"/>
                </a:lnTo>
                <a:lnTo>
                  <a:pt x="2001142" y="754704"/>
                </a:lnTo>
                <a:cubicBezTo>
                  <a:pt x="2001142" y="765161"/>
                  <a:pt x="2009654" y="773673"/>
                  <a:pt x="2020111" y="773673"/>
                </a:cubicBezTo>
                <a:lnTo>
                  <a:pt x="2144220" y="773673"/>
                </a:lnTo>
                <a:cubicBezTo>
                  <a:pt x="2154677" y="773673"/>
                  <a:pt x="2163189" y="765161"/>
                  <a:pt x="2163189" y="754704"/>
                </a:cubicBezTo>
                <a:lnTo>
                  <a:pt x="2163189" y="643971"/>
                </a:lnTo>
                <a:lnTo>
                  <a:pt x="2398355" y="643971"/>
                </a:lnTo>
                <a:lnTo>
                  <a:pt x="2398355" y="1187099"/>
                </a:lnTo>
                <a:cubicBezTo>
                  <a:pt x="2398355" y="1213931"/>
                  <a:pt x="2376549" y="1235737"/>
                  <a:pt x="2349717" y="1235737"/>
                </a:cubicBezTo>
                <a:lnTo>
                  <a:pt x="1814695" y="1235737"/>
                </a:lnTo>
                <a:cubicBezTo>
                  <a:pt x="1787863" y="1235737"/>
                  <a:pt x="1766057" y="1213931"/>
                  <a:pt x="1766057" y="1187099"/>
                </a:cubicBezTo>
                <a:close/>
                <a:moveTo>
                  <a:pt x="1838933" y="547505"/>
                </a:moveTo>
                <a:cubicBezTo>
                  <a:pt x="1838933" y="551152"/>
                  <a:pt x="1838933" y="554719"/>
                  <a:pt x="1838933" y="558367"/>
                </a:cubicBezTo>
                <a:cubicBezTo>
                  <a:pt x="1875655" y="558367"/>
                  <a:pt x="1912215" y="558367"/>
                  <a:pt x="1948775" y="558367"/>
                </a:cubicBezTo>
                <a:cubicBezTo>
                  <a:pt x="1948775" y="554719"/>
                  <a:pt x="1948775" y="551152"/>
                  <a:pt x="1948775" y="547505"/>
                </a:cubicBezTo>
                <a:cubicBezTo>
                  <a:pt x="1912134" y="547505"/>
                  <a:pt x="1875574" y="547505"/>
                  <a:pt x="1838933" y="547505"/>
                </a:cubicBezTo>
                <a:close/>
                <a:moveTo>
                  <a:pt x="1921375" y="458902"/>
                </a:moveTo>
                <a:cubicBezTo>
                  <a:pt x="1915863" y="465954"/>
                  <a:pt x="1910432" y="472764"/>
                  <a:pt x="1904838" y="479816"/>
                </a:cubicBezTo>
                <a:cubicBezTo>
                  <a:pt x="1907594" y="479816"/>
                  <a:pt x="1910026" y="479816"/>
                  <a:pt x="1912620" y="479816"/>
                </a:cubicBezTo>
                <a:cubicBezTo>
                  <a:pt x="1912620" y="497812"/>
                  <a:pt x="1912620" y="515809"/>
                  <a:pt x="1912620" y="533724"/>
                </a:cubicBezTo>
                <a:cubicBezTo>
                  <a:pt x="1918538" y="533724"/>
                  <a:pt x="1924294" y="533724"/>
                  <a:pt x="1930211" y="533724"/>
                </a:cubicBezTo>
                <a:cubicBezTo>
                  <a:pt x="1930211" y="515728"/>
                  <a:pt x="1930211" y="497812"/>
                  <a:pt x="1930211" y="479735"/>
                </a:cubicBezTo>
                <a:cubicBezTo>
                  <a:pt x="1932805" y="479735"/>
                  <a:pt x="1935237" y="479735"/>
                  <a:pt x="1937912" y="479735"/>
                </a:cubicBezTo>
                <a:cubicBezTo>
                  <a:pt x="1932319" y="472683"/>
                  <a:pt x="1926888" y="465792"/>
                  <a:pt x="1921375" y="458902"/>
                </a:cubicBezTo>
                <a:close/>
                <a:moveTo>
                  <a:pt x="1866414" y="458902"/>
                </a:moveTo>
                <a:cubicBezTo>
                  <a:pt x="1860821" y="465873"/>
                  <a:pt x="1855389" y="472764"/>
                  <a:pt x="1849877" y="479735"/>
                </a:cubicBezTo>
                <a:cubicBezTo>
                  <a:pt x="1852552" y="479735"/>
                  <a:pt x="1854984" y="479735"/>
                  <a:pt x="1857659" y="479735"/>
                </a:cubicBezTo>
                <a:cubicBezTo>
                  <a:pt x="1857659" y="497812"/>
                  <a:pt x="1857659" y="515728"/>
                  <a:pt x="1857659" y="533724"/>
                </a:cubicBezTo>
                <a:cubicBezTo>
                  <a:pt x="1863577" y="533724"/>
                  <a:pt x="1869332" y="533724"/>
                  <a:pt x="1875250" y="533724"/>
                </a:cubicBezTo>
                <a:cubicBezTo>
                  <a:pt x="1875250" y="515728"/>
                  <a:pt x="1875250" y="497731"/>
                  <a:pt x="1875250" y="479735"/>
                </a:cubicBezTo>
                <a:cubicBezTo>
                  <a:pt x="1877844" y="479735"/>
                  <a:pt x="1880276" y="479735"/>
                  <a:pt x="1882951" y="479735"/>
                </a:cubicBezTo>
                <a:cubicBezTo>
                  <a:pt x="1877439" y="472764"/>
                  <a:pt x="1872007" y="465873"/>
                  <a:pt x="1866414" y="458902"/>
                </a:cubicBezTo>
                <a:close/>
                <a:moveTo>
                  <a:pt x="543047" y="72957"/>
                </a:moveTo>
                <a:cubicBezTo>
                  <a:pt x="526591" y="72066"/>
                  <a:pt x="505352" y="72957"/>
                  <a:pt x="502515" y="89170"/>
                </a:cubicBezTo>
                <a:cubicBezTo>
                  <a:pt x="490923" y="155886"/>
                  <a:pt x="472764" y="341603"/>
                  <a:pt x="463280" y="425990"/>
                </a:cubicBezTo>
                <a:cubicBezTo>
                  <a:pt x="453390" y="514269"/>
                  <a:pt x="449985" y="603358"/>
                  <a:pt x="446256" y="692204"/>
                </a:cubicBezTo>
                <a:cubicBezTo>
                  <a:pt x="445770" y="721468"/>
                  <a:pt x="445770" y="721468"/>
                  <a:pt x="469522" y="724630"/>
                </a:cubicBezTo>
                <a:cubicBezTo>
                  <a:pt x="509324" y="728277"/>
                  <a:pt x="549532" y="726170"/>
                  <a:pt x="593468" y="726170"/>
                </a:cubicBezTo>
                <a:cubicBezTo>
                  <a:pt x="575472" y="713362"/>
                  <a:pt x="566798" y="678910"/>
                  <a:pt x="562745" y="659130"/>
                </a:cubicBezTo>
                <a:cubicBezTo>
                  <a:pt x="547262" y="583903"/>
                  <a:pt x="534535" y="508108"/>
                  <a:pt x="521078" y="432394"/>
                </a:cubicBezTo>
                <a:cubicBezTo>
                  <a:pt x="514512" y="395267"/>
                  <a:pt x="531617" y="378487"/>
                  <a:pt x="565501" y="394213"/>
                </a:cubicBezTo>
                <a:cubicBezTo>
                  <a:pt x="582930" y="402320"/>
                  <a:pt x="601007" y="423072"/>
                  <a:pt x="605952" y="441555"/>
                </a:cubicBezTo>
                <a:cubicBezTo>
                  <a:pt x="619003" y="490923"/>
                  <a:pt x="625570" y="541993"/>
                  <a:pt x="633838" y="592577"/>
                </a:cubicBezTo>
                <a:cubicBezTo>
                  <a:pt x="638459" y="621111"/>
                  <a:pt x="651996" y="634487"/>
                  <a:pt x="682720" y="633352"/>
                </a:cubicBezTo>
                <a:cubicBezTo>
                  <a:pt x="736708" y="631406"/>
                  <a:pt x="790859" y="631406"/>
                  <a:pt x="844766" y="633514"/>
                </a:cubicBezTo>
                <a:cubicBezTo>
                  <a:pt x="875327" y="632298"/>
                  <a:pt x="883434" y="640404"/>
                  <a:pt x="882623" y="652483"/>
                </a:cubicBezTo>
                <a:cubicBezTo>
                  <a:pt x="883515" y="680936"/>
                  <a:pt x="875408" y="680936"/>
                  <a:pt x="855305" y="696419"/>
                </a:cubicBezTo>
                <a:cubicBezTo>
                  <a:pt x="847117" y="704931"/>
                  <a:pt x="818015" y="723089"/>
                  <a:pt x="802451" y="729574"/>
                </a:cubicBezTo>
                <a:cubicBezTo>
                  <a:pt x="932153" y="729574"/>
                  <a:pt x="915940" y="753894"/>
                  <a:pt x="916751" y="863735"/>
                </a:cubicBezTo>
                <a:cubicBezTo>
                  <a:pt x="915940" y="899809"/>
                  <a:pt x="915940" y="899809"/>
                  <a:pt x="940827" y="897296"/>
                </a:cubicBezTo>
                <a:cubicBezTo>
                  <a:pt x="1151026" y="899809"/>
                  <a:pt x="1134813" y="924128"/>
                  <a:pt x="1212391" y="820123"/>
                </a:cubicBezTo>
                <a:cubicBezTo>
                  <a:pt x="1233629" y="789481"/>
                  <a:pt x="1232495" y="779186"/>
                  <a:pt x="1205257" y="757055"/>
                </a:cubicBezTo>
                <a:cubicBezTo>
                  <a:pt x="1178911" y="735654"/>
                  <a:pt x="1148431" y="708498"/>
                  <a:pt x="1140082" y="678261"/>
                </a:cubicBezTo>
                <a:cubicBezTo>
                  <a:pt x="1127598" y="633027"/>
                  <a:pt x="1103279" y="601980"/>
                  <a:pt x="1070610" y="572797"/>
                </a:cubicBezTo>
                <a:cubicBezTo>
                  <a:pt x="1055776" y="559503"/>
                  <a:pt x="1040941" y="544668"/>
                  <a:pt x="1031051" y="527644"/>
                </a:cubicBezTo>
                <a:cubicBezTo>
                  <a:pt x="1017675" y="504379"/>
                  <a:pt x="1003489" y="497164"/>
                  <a:pt x="978603" y="509892"/>
                </a:cubicBezTo>
                <a:cubicBezTo>
                  <a:pt x="969361" y="514674"/>
                  <a:pt x="957040" y="513377"/>
                  <a:pt x="946096" y="514917"/>
                </a:cubicBezTo>
                <a:lnTo>
                  <a:pt x="942205" y="501704"/>
                </a:lnTo>
                <a:cubicBezTo>
                  <a:pt x="1030565" y="456308"/>
                  <a:pt x="1010704" y="466441"/>
                  <a:pt x="1099064" y="421046"/>
                </a:cubicBezTo>
                <a:lnTo>
                  <a:pt x="1106197" y="430287"/>
                </a:lnTo>
                <a:cubicBezTo>
                  <a:pt x="1095172" y="443014"/>
                  <a:pt x="1084067" y="455741"/>
                  <a:pt x="1069070" y="473007"/>
                </a:cubicBezTo>
                <a:cubicBezTo>
                  <a:pt x="1139109" y="521159"/>
                  <a:pt x="1177047" y="608708"/>
                  <a:pt x="1271405" y="631812"/>
                </a:cubicBezTo>
                <a:cubicBezTo>
                  <a:pt x="1272540" y="620949"/>
                  <a:pt x="1274161" y="616653"/>
                  <a:pt x="1273108" y="613248"/>
                </a:cubicBezTo>
                <a:cubicBezTo>
                  <a:pt x="1235899" y="485086"/>
                  <a:pt x="1201285" y="356113"/>
                  <a:pt x="1159942" y="229330"/>
                </a:cubicBezTo>
                <a:cubicBezTo>
                  <a:pt x="1135785" y="155318"/>
                  <a:pt x="1074988" y="120542"/>
                  <a:pt x="998950" y="113084"/>
                </a:cubicBezTo>
                <a:cubicBezTo>
                  <a:pt x="942529" y="107572"/>
                  <a:pt x="638864" y="78389"/>
                  <a:pt x="543047" y="72957"/>
                </a:cubicBezTo>
                <a:close/>
                <a:moveTo>
                  <a:pt x="1766057" y="29912"/>
                </a:moveTo>
                <a:lnTo>
                  <a:pt x="2001142" y="29912"/>
                </a:lnTo>
                <a:lnTo>
                  <a:pt x="2001142" y="140645"/>
                </a:lnTo>
                <a:cubicBezTo>
                  <a:pt x="2001142" y="151102"/>
                  <a:pt x="2009654" y="159614"/>
                  <a:pt x="2020111" y="159614"/>
                </a:cubicBezTo>
                <a:lnTo>
                  <a:pt x="2144220" y="159614"/>
                </a:lnTo>
                <a:cubicBezTo>
                  <a:pt x="2154677" y="159614"/>
                  <a:pt x="2163189" y="151102"/>
                  <a:pt x="2163189" y="140645"/>
                </a:cubicBezTo>
                <a:lnTo>
                  <a:pt x="2163189" y="29912"/>
                </a:lnTo>
                <a:lnTo>
                  <a:pt x="2398355" y="29912"/>
                </a:lnTo>
                <a:lnTo>
                  <a:pt x="2398355" y="573040"/>
                </a:lnTo>
                <a:cubicBezTo>
                  <a:pt x="2398355" y="599872"/>
                  <a:pt x="2376549" y="621678"/>
                  <a:pt x="2349717" y="621678"/>
                </a:cubicBezTo>
                <a:lnTo>
                  <a:pt x="1814695" y="621678"/>
                </a:lnTo>
                <a:cubicBezTo>
                  <a:pt x="1787863" y="621678"/>
                  <a:pt x="1766057" y="599872"/>
                  <a:pt x="1766057" y="573040"/>
                </a:cubicBezTo>
                <a:close/>
                <a:moveTo>
                  <a:pt x="510621" y="0"/>
                </a:moveTo>
                <a:cubicBezTo>
                  <a:pt x="540291" y="0"/>
                  <a:pt x="948204" y="26265"/>
                  <a:pt x="1034780" y="38992"/>
                </a:cubicBezTo>
                <a:cubicBezTo>
                  <a:pt x="1149972" y="56015"/>
                  <a:pt x="1224307" y="125081"/>
                  <a:pt x="1254949" y="238166"/>
                </a:cubicBezTo>
                <a:cubicBezTo>
                  <a:pt x="1301885" y="411399"/>
                  <a:pt x="1399000" y="773430"/>
                  <a:pt x="1401270" y="780888"/>
                </a:cubicBezTo>
                <a:cubicBezTo>
                  <a:pt x="1507706" y="761919"/>
                  <a:pt x="1499600" y="778132"/>
                  <a:pt x="1496114" y="683044"/>
                </a:cubicBezTo>
                <a:cubicBezTo>
                  <a:pt x="1496520" y="511513"/>
                  <a:pt x="1496357" y="339901"/>
                  <a:pt x="1497411" y="168370"/>
                </a:cubicBezTo>
                <a:cubicBezTo>
                  <a:pt x="1499519" y="121515"/>
                  <a:pt x="1499519" y="113408"/>
                  <a:pt x="1520595" y="111868"/>
                </a:cubicBezTo>
                <a:cubicBezTo>
                  <a:pt x="1555534" y="109274"/>
                  <a:pt x="1588689" y="113408"/>
                  <a:pt x="1621115" y="113408"/>
                </a:cubicBezTo>
                <a:cubicBezTo>
                  <a:pt x="1637327" y="113408"/>
                  <a:pt x="1637327" y="129621"/>
                  <a:pt x="1636517" y="165857"/>
                </a:cubicBezTo>
                <a:cubicBezTo>
                  <a:pt x="1637409" y="267186"/>
                  <a:pt x="1637003" y="498705"/>
                  <a:pt x="1637003" y="512080"/>
                </a:cubicBezTo>
                <a:cubicBezTo>
                  <a:pt x="1734685" y="518809"/>
                  <a:pt x="1726579" y="518809"/>
                  <a:pt x="1723336" y="616734"/>
                </a:cubicBezTo>
                <a:cubicBezTo>
                  <a:pt x="1723336" y="807234"/>
                  <a:pt x="1723336" y="997653"/>
                  <a:pt x="1723417" y="1188153"/>
                </a:cubicBezTo>
                <a:cubicBezTo>
                  <a:pt x="1723417" y="1251788"/>
                  <a:pt x="1724147" y="1253409"/>
                  <a:pt x="1789079" y="1254868"/>
                </a:cubicBezTo>
                <a:cubicBezTo>
                  <a:pt x="1965960" y="1258840"/>
                  <a:pt x="2356283" y="1265163"/>
                  <a:pt x="2374441" y="1265163"/>
                </a:cubicBezTo>
                <a:cubicBezTo>
                  <a:pt x="2374765" y="1269135"/>
                  <a:pt x="2375089" y="1273189"/>
                  <a:pt x="2375414" y="1277161"/>
                </a:cubicBezTo>
                <a:cubicBezTo>
                  <a:pt x="2364875" y="1278214"/>
                  <a:pt x="2354418" y="1280241"/>
                  <a:pt x="2343880" y="1280322"/>
                </a:cubicBezTo>
                <a:cubicBezTo>
                  <a:pt x="2142598" y="1280484"/>
                  <a:pt x="1941317" y="1280565"/>
                  <a:pt x="1740035" y="1280403"/>
                </a:cubicBezTo>
                <a:cubicBezTo>
                  <a:pt x="1688884" y="1280403"/>
                  <a:pt x="1683129" y="1274486"/>
                  <a:pt x="1682723" y="1221227"/>
                </a:cubicBezTo>
                <a:cubicBezTo>
                  <a:pt x="1681994" y="1123950"/>
                  <a:pt x="1677940" y="927370"/>
                  <a:pt x="1677940" y="916021"/>
                </a:cubicBezTo>
                <a:cubicBezTo>
                  <a:pt x="1677940" y="883596"/>
                  <a:pt x="1677940" y="875489"/>
                  <a:pt x="1653621" y="875489"/>
                </a:cubicBezTo>
                <a:cubicBezTo>
                  <a:pt x="1636111" y="871355"/>
                  <a:pt x="1637409" y="899809"/>
                  <a:pt x="1637409" y="916021"/>
                </a:cubicBezTo>
                <a:cubicBezTo>
                  <a:pt x="1637409" y="964660"/>
                  <a:pt x="1637571" y="1134326"/>
                  <a:pt x="1636436" y="1211337"/>
                </a:cubicBezTo>
                <a:cubicBezTo>
                  <a:pt x="1636274" y="1220659"/>
                  <a:pt x="1637409" y="1240277"/>
                  <a:pt x="1622655" y="1239142"/>
                </a:cubicBezTo>
                <a:cubicBezTo>
                  <a:pt x="1604983" y="1240277"/>
                  <a:pt x="1605875" y="1218957"/>
                  <a:pt x="1606604" y="1209554"/>
                </a:cubicBezTo>
                <a:cubicBezTo>
                  <a:pt x="1611144" y="1146405"/>
                  <a:pt x="1592418" y="1089903"/>
                  <a:pt x="1548238" y="1045723"/>
                </a:cubicBezTo>
                <a:cubicBezTo>
                  <a:pt x="1540132" y="1037617"/>
                  <a:pt x="1502032" y="1002192"/>
                  <a:pt x="1475281" y="997085"/>
                </a:cubicBezTo>
                <a:cubicBezTo>
                  <a:pt x="1423400" y="987114"/>
                  <a:pt x="1362845" y="989384"/>
                  <a:pt x="1313802" y="1006732"/>
                </a:cubicBezTo>
                <a:cubicBezTo>
                  <a:pt x="1231279" y="1035915"/>
                  <a:pt x="1183370" y="1099874"/>
                  <a:pt x="1182235" y="1192044"/>
                </a:cubicBezTo>
                <a:cubicBezTo>
                  <a:pt x="1182154" y="1201285"/>
                  <a:pt x="1182235" y="1210607"/>
                  <a:pt x="1182235" y="1223496"/>
                </a:cubicBezTo>
                <a:cubicBezTo>
                  <a:pt x="948609" y="1223496"/>
                  <a:pt x="717496" y="1223496"/>
                  <a:pt x="486707" y="1223496"/>
                </a:cubicBezTo>
                <a:cubicBezTo>
                  <a:pt x="459632" y="1060964"/>
                  <a:pt x="394376" y="990681"/>
                  <a:pt x="270105" y="988006"/>
                </a:cubicBezTo>
                <a:cubicBezTo>
                  <a:pt x="144699" y="985331"/>
                  <a:pt x="66067" y="1055289"/>
                  <a:pt x="33966" y="1205419"/>
                </a:cubicBezTo>
                <a:cubicBezTo>
                  <a:pt x="16213" y="1207851"/>
                  <a:pt x="0" y="1167319"/>
                  <a:pt x="0" y="1143000"/>
                </a:cubicBezTo>
                <a:cubicBezTo>
                  <a:pt x="0" y="1061936"/>
                  <a:pt x="0" y="980872"/>
                  <a:pt x="0" y="899809"/>
                </a:cubicBezTo>
                <a:cubicBezTo>
                  <a:pt x="15889" y="831715"/>
                  <a:pt x="32669" y="763865"/>
                  <a:pt x="47179" y="695528"/>
                </a:cubicBezTo>
                <a:cubicBezTo>
                  <a:pt x="54313" y="661967"/>
                  <a:pt x="72390" y="647538"/>
                  <a:pt x="106194" y="648024"/>
                </a:cubicBezTo>
                <a:cubicBezTo>
                  <a:pt x="170964" y="648835"/>
                  <a:pt x="235896" y="645673"/>
                  <a:pt x="300504" y="649159"/>
                </a:cubicBezTo>
                <a:cubicBezTo>
                  <a:pt x="340630" y="651267"/>
                  <a:pt x="352952" y="637405"/>
                  <a:pt x="357654" y="598413"/>
                </a:cubicBezTo>
                <a:cubicBezTo>
                  <a:pt x="377920" y="428341"/>
                  <a:pt x="401915" y="258756"/>
                  <a:pt x="423883" y="88927"/>
                </a:cubicBezTo>
                <a:cubicBezTo>
                  <a:pt x="429557" y="16213"/>
                  <a:pt x="437664" y="0"/>
                  <a:pt x="510621" y="0"/>
                </a:cubicBezTo>
                <a:close/>
              </a:path>
            </a:pathLst>
          </a:custGeom>
          <a:solidFill>
            <a:schemeClr val="accent3"/>
          </a:solidFill>
          <a:ln w="810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06C51226-0D3E-41AA-A5A4-8DF0E6F31D0B}"/>
              </a:ext>
            </a:extLst>
          </p:cNvPr>
          <p:cNvSpPr/>
          <p:nvPr/>
        </p:nvSpPr>
        <p:spPr>
          <a:xfrm>
            <a:off x="6689449" y="4015503"/>
            <a:ext cx="939150" cy="542010"/>
          </a:xfrm>
          <a:custGeom>
            <a:avLst/>
            <a:gdLst>
              <a:gd name="connsiteX0" fmla="*/ 1938834 w 2261776"/>
              <a:gd name="connsiteY0" fmla="*/ 1083462 h 1305336"/>
              <a:gd name="connsiteX1" fmla="*/ 1974502 w 2261776"/>
              <a:gd name="connsiteY1" fmla="*/ 1126183 h 1305336"/>
              <a:gd name="connsiteX2" fmla="*/ 1938834 w 2261776"/>
              <a:gd name="connsiteY2" fmla="*/ 1168904 h 1305336"/>
              <a:gd name="connsiteX3" fmla="*/ 1903166 w 2261776"/>
              <a:gd name="connsiteY3" fmla="*/ 1126183 h 1305336"/>
              <a:gd name="connsiteX4" fmla="*/ 1938834 w 2261776"/>
              <a:gd name="connsiteY4" fmla="*/ 1083462 h 1305336"/>
              <a:gd name="connsiteX5" fmla="*/ 727335 w 2261776"/>
              <a:gd name="connsiteY5" fmla="*/ 1083462 h 1305336"/>
              <a:gd name="connsiteX6" fmla="*/ 763003 w 2261776"/>
              <a:gd name="connsiteY6" fmla="*/ 1126183 h 1305336"/>
              <a:gd name="connsiteX7" fmla="*/ 727335 w 2261776"/>
              <a:gd name="connsiteY7" fmla="*/ 1168904 h 1305336"/>
              <a:gd name="connsiteX8" fmla="*/ 691667 w 2261776"/>
              <a:gd name="connsiteY8" fmla="*/ 1126183 h 1305336"/>
              <a:gd name="connsiteX9" fmla="*/ 727335 w 2261776"/>
              <a:gd name="connsiteY9" fmla="*/ 1083462 h 1305336"/>
              <a:gd name="connsiteX10" fmla="*/ 356792 w 2261776"/>
              <a:gd name="connsiteY10" fmla="*/ 1083462 h 1305336"/>
              <a:gd name="connsiteX11" fmla="*/ 392460 w 2261776"/>
              <a:gd name="connsiteY11" fmla="*/ 1126183 h 1305336"/>
              <a:gd name="connsiteX12" fmla="*/ 356792 w 2261776"/>
              <a:gd name="connsiteY12" fmla="*/ 1168904 h 1305336"/>
              <a:gd name="connsiteX13" fmla="*/ 321123 w 2261776"/>
              <a:gd name="connsiteY13" fmla="*/ 1126183 h 1305336"/>
              <a:gd name="connsiteX14" fmla="*/ 356792 w 2261776"/>
              <a:gd name="connsiteY14" fmla="*/ 1083462 h 1305336"/>
              <a:gd name="connsiteX15" fmla="*/ 723444 w 2261776"/>
              <a:gd name="connsiteY15" fmla="*/ 1029230 h 1305336"/>
              <a:gd name="connsiteX16" fmla="*/ 638652 w 2261776"/>
              <a:gd name="connsiteY16" fmla="*/ 1135667 h 1305336"/>
              <a:gd name="connsiteX17" fmla="*/ 728713 w 2261776"/>
              <a:gd name="connsiteY17" fmla="*/ 1236997 h 1305336"/>
              <a:gd name="connsiteX18" fmla="*/ 814560 w 2261776"/>
              <a:gd name="connsiteY18" fmla="*/ 1130236 h 1305336"/>
              <a:gd name="connsiteX19" fmla="*/ 723444 w 2261776"/>
              <a:gd name="connsiteY19" fmla="*/ 1029230 h 1305336"/>
              <a:gd name="connsiteX20" fmla="*/ 1944265 w 2261776"/>
              <a:gd name="connsiteY20" fmla="*/ 1029149 h 1305336"/>
              <a:gd name="connsiteX21" fmla="*/ 1857365 w 2261776"/>
              <a:gd name="connsiteY21" fmla="*/ 1131452 h 1305336"/>
              <a:gd name="connsiteX22" fmla="*/ 1941509 w 2261776"/>
              <a:gd name="connsiteY22" fmla="*/ 1237240 h 1305336"/>
              <a:gd name="connsiteX23" fmla="*/ 2031328 w 2261776"/>
              <a:gd name="connsiteY23" fmla="*/ 1134208 h 1305336"/>
              <a:gd name="connsiteX24" fmla="*/ 1944265 w 2261776"/>
              <a:gd name="connsiteY24" fmla="*/ 1029149 h 1305336"/>
              <a:gd name="connsiteX25" fmla="*/ 356549 w 2261776"/>
              <a:gd name="connsiteY25" fmla="*/ 1028744 h 1305336"/>
              <a:gd name="connsiteX26" fmla="*/ 267055 w 2261776"/>
              <a:gd name="connsiteY26" fmla="*/ 1133235 h 1305336"/>
              <a:gd name="connsiteX27" fmla="*/ 357035 w 2261776"/>
              <a:gd name="connsiteY27" fmla="*/ 1237321 h 1305336"/>
              <a:gd name="connsiteX28" fmla="*/ 446287 w 2261776"/>
              <a:gd name="connsiteY28" fmla="*/ 1132668 h 1305336"/>
              <a:gd name="connsiteX29" fmla="*/ 356549 w 2261776"/>
              <a:gd name="connsiteY29" fmla="*/ 1028744 h 1305336"/>
              <a:gd name="connsiteX30" fmla="*/ 723849 w 2261776"/>
              <a:gd name="connsiteY30" fmla="*/ 960812 h 1305336"/>
              <a:gd name="connsiteX31" fmla="*/ 871791 w 2261776"/>
              <a:gd name="connsiteY31" fmla="*/ 1130155 h 1305336"/>
              <a:gd name="connsiteX32" fmla="*/ 727984 w 2261776"/>
              <a:gd name="connsiteY32" fmla="*/ 1304361 h 1305336"/>
              <a:gd name="connsiteX33" fmla="*/ 585393 w 2261776"/>
              <a:gd name="connsiteY33" fmla="*/ 1141909 h 1305336"/>
              <a:gd name="connsiteX34" fmla="*/ 723849 w 2261776"/>
              <a:gd name="connsiteY34" fmla="*/ 960812 h 1305336"/>
              <a:gd name="connsiteX35" fmla="*/ 359954 w 2261776"/>
              <a:gd name="connsiteY35" fmla="*/ 960812 h 1305336"/>
              <a:gd name="connsiteX36" fmla="*/ 502140 w 2261776"/>
              <a:gd name="connsiteY36" fmla="*/ 1134046 h 1305336"/>
              <a:gd name="connsiteX37" fmla="*/ 357360 w 2261776"/>
              <a:gd name="connsiteY37" fmla="*/ 1305334 h 1305336"/>
              <a:gd name="connsiteX38" fmla="*/ 212013 w 2261776"/>
              <a:gd name="connsiteY38" fmla="*/ 1128209 h 1305336"/>
              <a:gd name="connsiteX39" fmla="*/ 359954 w 2261776"/>
              <a:gd name="connsiteY39" fmla="*/ 960812 h 1305336"/>
              <a:gd name="connsiteX40" fmla="*/ 1946535 w 2261776"/>
              <a:gd name="connsiteY40" fmla="*/ 960326 h 1305336"/>
              <a:gd name="connsiteX41" fmla="*/ 2087424 w 2261776"/>
              <a:gd name="connsiteY41" fmla="*/ 1136072 h 1305336"/>
              <a:gd name="connsiteX42" fmla="*/ 1939158 w 2261776"/>
              <a:gd name="connsiteY42" fmla="*/ 1304604 h 1305336"/>
              <a:gd name="connsiteX43" fmla="*/ 1800620 w 2261776"/>
              <a:gd name="connsiteY43" fmla="*/ 1128615 h 1305336"/>
              <a:gd name="connsiteX44" fmla="*/ 1946535 w 2261776"/>
              <a:gd name="connsiteY44" fmla="*/ 960326 h 1305336"/>
              <a:gd name="connsiteX45" fmla="*/ 791446 w 2261776"/>
              <a:gd name="connsiteY45" fmla="*/ 912548 h 1305336"/>
              <a:gd name="connsiteX46" fmla="*/ 1453586 w 2261776"/>
              <a:gd name="connsiteY46" fmla="*/ 912741 h 1305336"/>
              <a:gd name="connsiteX47" fmla="*/ 1486498 w 2261776"/>
              <a:gd name="connsiteY47" fmla="*/ 958542 h 1305336"/>
              <a:gd name="connsiteX48" fmla="*/ 1486498 w 2261776"/>
              <a:gd name="connsiteY48" fmla="*/ 1096107 h 1305336"/>
              <a:gd name="connsiteX49" fmla="*/ 1390519 w 2261776"/>
              <a:gd name="connsiteY49" fmla="*/ 1175712 h 1305336"/>
              <a:gd name="connsiteX50" fmla="*/ 1332963 w 2261776"/>
              <a:gd name="connsiteY50" fmla="*/ 1212596 h 1305336"/>
              <a:gd name="connsiteX51" fmla="*/ 1155109 w 2261776"/>
              <a:gd name="connsiteY51" fmla="*/ 1214299 h 1305336"/>
              <a:gd name="connsiteX52" fmla="*/ 1055887 w 2261776"/>
              <a:gd name="connsiteY52" fmla="*/ 1121075 h 1305336"/>
              <a:gd name="connsiteX53" fmla="*/ 995413 w 2261776"/>
              <a:gd name="connsiteY53" fmla="*/ 1103322 h 1305336"/>
              <a:gd name="connsiteX54" fmla="*/ 882572 w 2261776"/>
              <a:gd name="connsiteY54" fmla="*/ 1041308 h 1305336"/>
              <a:gd name="connsiteX55" fmla="*/ 722795 w 2261776"/>
              <a:gd name="connsiteY55" fmla="*/ 931062 h 1305336"/>
              <a:gd name="connsiteX56" fmla="*/ 578421 w 2261776"/>
              <a:gd name="connsiteY56" fmla="*/ 1031337 h 1305336"/>
              <a:gd name="connsiteX57" fmla="*/ 542672 w 2261776"/>
              <a:gd name="connsiteY57" fmla="*/ 1113293 h 1305336"/>
              <a:gd name="connsiteX58" fmla="*/ 508544 w 2261776"/>
              <a:gd name="connsiteY58" fmla="*/ 1040741 h 1305336"/>
              <a:gd name="connsiteX59" fmla="*/ 355981 w 2261776"/>
              <a:gd name="connsiteY59" fmla="*/ 931143 h 1305336"/>
              <a:gd name="connsiteX60" fmla="*/ 207311 w 2261776"/>
              <a:gd name="connsiteY60" fmla="*/ 1035877 h 1305336"/>
              <a:gd name="connsiteX61" fmla="*/ 136299 w 2261776"/>
              <a:gd name="connsiteY61" fmla="*/ 1100809 h 1305336"/>
              <a:gd name="connsiteX62" fmla="*/ 46399 w 2261776"/>
              <a:gd name="connsiteY62" fmla="*/ 1027203 h 1305336"/>
              <a:gd name="connsiteX63" fmla="*/ 129246 w 2261776"/>
              <a:gd name="connsiteY63" fmla="*/ 912660 h 1305336"/>
              <a:gd name="connsiteX64" fmla="*/ 791446 w 2261776"/>
              <a:gd name="connsiteY64" fmla="*/ 912548 h 1305336"/>
              <a:gd name="connsiteX65" fmla="*/ 1730936 w 2261776"/>
              <a:gd name="connsiteY65" fmla="*/ 260391 h 1305336"/>
              <a:gd name="connsiteX66" fmla="*/ 1595935 w 2261776"/>
              <a:gd name="connsiteY66" fmla="*/ 260989 h 1305336"/>
              <a:gd name="connsiteX67" fmla="*/ 1595935 w 2261776"/>
              <a:gd name="connsiteY67" fmla="*/ 614022 h 1305336"/>
              <a:gd name="connsiteX68" fmla="*/ 2015035 w 2261776"/>
              <a:gd name="connsiteY68" fmla="*/ 614022 h 1305336"/>
              <a:gd name="connsiteX69" fmla="*/ 1912408 w 2261776"/>
              <a:gd name="connsiteY69" fmla="*/ 300791 h 1305336"/>
              <a:gd name="connsiteX70" fmla="*/ 1861743 w 2261776"/>
              <a:gd name="connsiteY70" fmla="*/ 262772 h 1305336"/>
              <a:gd name="connsiteX71" fmla="*/ 1730936 w 2261776"/>
              <a:gd name="connsiteY71" fmla="*/ 260391 h 1305336"/>
              <a:gd name="connsiteX72" fmla="*/ 1891737 w 2261776"/>
              <a:gd name="connsiteY72" fmla="*/ 198407 h 1305336"/>
              <a:gd name="connsiteX73" fmla="*/ 1956182 w 2261776"/>
              <a:gd name="connsiteY73" fmla="*/ 246884 h 1305336"/>
              <a:gd name="connsiteX74" fmla="*/ 2025411 w 2261776"/>
              <a:gd name="connsiteY74" fmla="*/ 463648 h 1305336"/>
              <a:gd name="connsiteX75" fmla="*/ 2159815 w 2261776"/>
              <a:gd name="connsiteY75" fmla="*/ 655769 h 1305336"/>
              <a:gd name="connsiteX76" fmla="*/ 2203671 w 2261776"/>
              <a:gd name="connsiteY76" fmla="*/ 858672 h 1305336"/>
              <a:gd name="connsiteX77" fmla="*/ 2245337 w 2261776"/>
              <a:gd name="connsiteY77" fmla="*/ 955057 h 1305336"/>
              <a:gd name="connsiteX78" fmla="*/ 2245337 w 2261776"/>
              <a:gd name="connsiteY78" fmla="*/ 1083462 h 1305336"/>
              <a:gd name="connsiteX79" fmla="*/ 2174082 w 2261776"/>
              <a:gd name="connsiteY79" fmla="*/ 1083462 h 1305336"/>
              <a:gd name="connsiteX80" fmla="*/ 2094964 w 2261776"/>
              <a:gd name="connsiteY80" fmla="*/ 1044308 h 1305336"/>
              <a:gd name="connsiteX81" fmla="*/ 1883549 w 2261776"/>
              <a:gd name="connsiteY81" fmla="*/ 944195 h 1305336"/>
              <a:gd name="connsiteX82" fmla="*/ 1799648 w 2261776"/>
              <a:gd name="connsiteY82" fmla="*/ 1033203 h 1305336"/>
              <a:gd name="connsiteX83" fmla="*/ 1575426 w 2261776"/>
              <a:gd name="connsiteY83" fmla="*/ 1097730 h 1305336"/>
              <a:gd name="connsiteX84" fmla="*/ 1544702 w 2261776"/>
              <a:gd name="connsiteY84" fmla="*/ 1029149 h 1305336"/>
              <a:gd name="connsiteX85" fmla="*/ 1541784 w 2261776"/>
              <a:gd name="connsiteY85" fmla="*/ 260097 h 1305336"/>
              <a:gd name="connsiteX86" fmla="*/ 1606959 w 2261776"/>
              <a:gd name="connsiteY86" fmla="*/ 199299 h 1305336"/>
              <a:gd name="connsiteX87" fmla="*/ 1891737 w 2261776"/>
              <a:gd name="connsiteY87" fmla="*/ 198407 h 1305336"/>
              <a:gd name="connsiteX88" fmla="*/ 1386952 w 2261776"/>
              <a:gd name="connsiteY88" fmla="*/ 206 h 1305336"/>
              <a:gd name="connsiteX89" fmla="*/ 1493389 w 2261776"/>
              <a:gd name="connsiteY89" fmla="*/ 107373 h 1305336"/>
              <a:gd name="connsiteX90" fmla="*/ 1493226 w 2261776"/>
              <a:gd name="connsiteY90" fmla="*/ 770070 h 1305336"/>
              <a:gd name="connsiteX91" fmla="*/ 1393842 w 2261776"/>
              <a:gd name="connsiteY91" fmla="*/ 870183 h 1305336"/>
              <a:gd name="connsiteX92" fmla="*/ 104197 w 2261776"/>
              <a:gd name="connsiteY92" fmla="*/ 870265 h 1305336"/>
              <a:gd name="connsiteX93" fmla="*/ 760 w 2261776"/>
              <a:gd name="connsiteY93" fmla="*/ 766341 h 1305336"/>
              <a:gd name="connsiteX94" fmla="*/ 760 w 2261776"/>
              <a:gd name="connsiteY94" fmla="*/ 103644 h 1305336"/>
              <a:gd name="connsiteX95" fmla="*/ 104360 w 2261776"/>
              <a:gd name="connsiteY95" fmla="*/ 287 h 1305336"/>
              <a:gd name="connsiteX96" fmla="*/ 1386952 w 2261776"/>
              <a:gd name="connsiteY96" fmla="*/ 206 h 1305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2261776" h="1305336">
                <a:moveTo>
                  <a:pt x="1938834" y="1083462"/>
                </a:moveTo>
                <a:cubicBezTo>
                  <a:pt x="1958533" y="1083462"/>
                  <a:pt x="1974502" y="1102588"/>
                  <a:pt x="1974502" y="1126183"/>
                </a:cubicBezTo>
                <a:cubicBezTo>
                  <a:pt x="1974502" y="1149777"/>
                  <a:pt x="1958533" y="1168904"/>
                  <a:pt x="1938834" y="1168904"/>
                </a:cubicBezTo>
                <a:cubicBezTo>
                  <a:pt x="1919135" y="1168904"/>
                  <a:pt x="1903166" y="1149777"/>
                  <a:pt x="1903166" y="1126183"/>
                </a:cubicBezTo>
                <a:cubicBezTo>
                  <a:pt x="1903166" y="1102589"/>
                  <a:pt x="1919135" y="1083462"/>
                  <a:pt x="1938834" y="1083462"/>
                </a:cubicBezTo>
                <a:close/>
                <a:moveTo>
                  <a:pt x="727335" y="1083462"/>
                </a:moveTo>
                <a:cubicBezTo>
                  <a:pt x="747034" y="1083462"/>
                  <a:pt x="763003" y="1102588"/>
                  <a:pt x="763003" y="1126183"/>
                </a:cubicBezTo>
                <a:cubicBezTo>
                  <a:pt x="763003" y="1149777"/>
                  <a:pt x="747034" y="1168904"/>
                  <a:pt x="727335" y="1168904"/>
                </a:cubicBezTo>
                <a:cubicBezTo>
                  <a:pt x="707636" y="1168904"/>
                  <a:pt x="691667" y="1149777"/>
                  <a:pt x="691667" y="1126183"/>
                </a:cubicBezTo>
                <a:cubicBezTo>
                  <a:pt x="691667" y="1102589"/>
                  <a:pt x="707636" y="1083462"/>
                  <a:pt x="727335" y="1083462"/>
                </a:cubicBezTo>
                <a:close/>
                <a:moveTo>
                  <a:pt x="356792" y="1083462"/>
                </a:moveTo>
                <a:cubicBezTo>
                  <a:pt x="376491" y="1083462"/>
                  <a:pt x="392460" y="1102588"/>
                  <a:pt x="392460" y="1126183"/>
                </a:cubicBezTo>
                <a:cubicBezTo>
                  <a:pt x="392460" y="1149777"/>
                  <a:pt x="376491" y="1168904"/>
                  <a:pt x="356792" y="1168904"/>
                </a:cubicBezTo>
                <a:cubicBezTo>
                  <a:pt x="337093" y="1168904"/>
                  <a:pt x="321123" y="1149777"/>
                  <a:pt x="321123" y="1126183"/>
                </a:cubicBezTo>
                <a:cubicBezTo>
                  <a:pt x="321123" y="1102589"/>
                  <a:pt x="337093" y="1083462"/>
                  <a:pt x="356792" y="1083462"/>
                </a:cubicBezTo>
                <a:close/>
                <a:moveTo>
                  <a:pt x="723444" y="1029230"/>
                </a:moveTo>
                <a:cubicBezTo>
                  <a:pt x="677724" y="1030851"/>
                  <a:pt x="637435" y="1081354"/>
                  <a:pt x="638652" y="1135667"/>
                </a:cubicBezTo>
                <a:cubicBezTo>
                  <a:pt x="639867" y="1189818"/>
                  <a:pt x="683642" y="1239023"/>
                  <a:pt x="728713" y="1236997"/>
                </a:cubicBezTo>
                <a:cubicBezTo>
                  <a:pt x="772893" y="1234970"/>
                  <a:pt x="815695" y="1181711"/>
                  <a:pt x="814560" y="1130236"/>
                </a:cubicBezTo>
                <a:cubicBezTo>
                  <a:pt x="813344" y="1077787"/>
                  <a:pt x="768110" y="1027690"/>
                  <a:pt x="723444" y="1029230"/>
                </a:cubicBezTo>
                <a:close/>
                <a:moveTo>
                  <a:pt x="1944265" y="1029149"/>
                </a:moveTo>
                <a:cubicBezTo>
                  <a:pt x="1897167" y="1027933"/>
                  <a:pt x="1857770" y="1074221"/>
                  <a:pt x="1857365" y="1131452"/>
                </a:cubicBezTo>
                <a:cubicBezTo>
                  <a:pt x="1856960" y="1187710"/>
                  <a:pt x="1895870" y="1236673"/>
                  <a:pt x="1941509" y="1237240"/>
                </a:cubicBezTo>
                <a:cubicBezTo>
                  <a:pt x="1985932" y="1237727"/>
                  <a:pt x="2030436" y="1186737"/>
                  <a:pt x="2031328" y="1134208"/>
                </a:cubicBezTo>
                <a:cubicBezTo>
                  <a:pt x="2032220" y="1081679"/>
                  <a:pt x="1989661" y="1030284"/>
                  <a:pt x="1944265" y="1029149"/>
                </a:cubicBezTo>
                <a:close/>
                <a:moveTo>
                  <a:pt x="356549" y="1028744"/>
                </a:moveTo>
                <a:cubicBezTo>
                  <a:pt x="312370" y="1029230"/>
                  <a:pt x="266406" y="1082895"/>
                  <a:pt x="267055" y="1133235"/>
                </a:cubicBezTo>
                <a:cubicBezTo>
                  <a:pt x="267785" y="1184873"/>
                  <a:pt x="313342" y="1237564"/>
                  <a:pt x="357035" y="1237321"/>
                </a:cubicBezTo>
                <a:cubicBezTo>
                  <a:pt x="400486" y="1237078"/>
                  <a:pt x="446611" y="1182927"/>
                  <a:pt x="446287" y="1132668"/>
                </a:cubicBezTo>
                <a:cubicBezTo>
                  <a:pt x="445963" y="1080787"/>
                  <a:pt x="400567" y="1028258"/>
                  <a:pt x="356549" y="1028744"/>
                </a:cubicBezTo>
                <a:close/>
                <a:moveTo>
                  <a:pt x="723849" y="960812"/>
                </a:moveTo>
                <a:cubicBezTo>
                  <a:pt x="803940" y="959515"/>
                  <a:pt x="870980" y="1036201"/>
                  <a:pt x="871791" y="1130155"/>
                </a:cubicBezTo>
                <a:cubicBezTo>
                  <a:pt x="872602" y="1223783"/>
                  <a:pt x="807345" y="1302983"/>
                  <a:pt x="727984" y="1304361"/>
                </a:cubicBezTo>
                <a:cubicBezTo>
                  <a:pt x="646596" y="1305820"/>
                  <a:pt x="585960" y="1236834"/>
                  <a:pt x="585393" y="1141909"/>
                </a:cubicBezTo>
                <a:cubicBezTo>
                  <a:pt x="584663" y="1030933"/>
                  <a:pt x="637192" y="962190"/>
                  <a:pt x="723849" y="960812"/>
                </a:cubicBezTo>
                <a:close/>
                <a:moveTo>
                  <a:pt x="359954" y="960812"/>
                </a:moveTo>
                <a:cubicBezTo>
                  <a:pt x="439964" y="963488"/>
                  <a:pt x="503842" y="1041228"/>
                  <a:pt x="502140" y="1134046"/>
                </a:cubicBezTo>
                <a:cubicBezTo>
                  <a:pt x="500437" y="1229377"/>
                  <a:pt x="436640" y="1304847"/>
                  <a:pt x="357360" y="1305334"/>
                </a:cubicBezTo>
                <a:cubicBezTo>
                  <a:pt x="275323" y="1305901"/>
                  <a:pt x="209500" y="1225729"/>
                  <a:pt x="212013" y="1128209"/>
                </a:cubicBezTo>
                <a:cubicBezTo>
                  <a:pt x="214444" y="1033121"/>
                  <a:pt x="280592" y="958218"/>
                  <a:pt x="359954" y="960812"/>
                </a:cubicBezTo>
                <a:close/>
                <a:moveTo>
                  <a:pt x="1946535" y="960326"/>
                </a:moveTo>
                <a:cubicBezTo>
                  <a:pt x="2026464" y="963001"/>
                  <a:pt x="2088802" y="1040822"/>
                  <a:pt x="2087424" y="1136072"/>
                </a:cubicBezTo>
                <a:cubicBezTo>
                  <a:pt x="2086046" y="1230836"/>
                  <a:pt x="2019168" y="1306955"/>
                  <a:pt x="1939158" y="1304604"/>
                </a:cubicBezTo>
                <a:cubicBezTo>
                  <a:pt x="1857689" y="1302253"/>
                  <a:pt x="1799566" y="1228404"/>
                  <a:pt x="1800620" y="1128615"/>
                </a:cubicBezTo>
                <a:cubicBezTo>
                  <a:pt x="1801674" y="1030041"/>
                  <a:pt x="1864498" y="957570"/>
                  <a:pt x="1946535" y="960326"/>
                </a:cubicBezTo>
                <a:close/>
                <a:moveTo>
                  <a:pt x="791446" y="912548"/>
                </a:moveTo>
                <a:cubicBezTo>
                  <a:pt x="1014544" y="912579"/>
                  <a:pt x="1237632" y="912660"/>
                  <a:pt x="1453586" y="912741"/>
                </a:cubicBezTo>
                <a:cubicBezTo>
                  <a:pt x="1472231" y="912741"/>
                  <a:pt x="1489902" y="912417"/>
                  <a:pt x="1486498" y="958542"/>
                </a:cubicBezTo>
                <a:cubicBezTo>
                  <a:pt x="1486498" y="1022988"/>
                  <a:pt x="1486498" y="1036607"/>
                  <a:pt x="1486498" y="1096107"/>
                </a:cubicBezTo>
                <a:cubicBezTo>
                  <a:pt x="1429997" y="1095459"/>
                  <a:pt x="1391086" y="1113212"/>
                  <a:pt x="1390519" y="1175712"/>
                </a:cubicBezTo>
                <a:cubicBezTo>
                  <a:pt x="1390113" y="1211705"/>
                  <a:pt x="1354202" y="1210245"/>
                  <a:pt x="1332963" y="1212596"/>
                </a:cubicBezTo>
                <a:cubicBezTo>
                  <a:pt x="1283757" y="1218108"/>
                  <a:pt x="1204963" y="1215677"/>
                  <a:pt x="1155109" y="1214299"/>
                </a:cubicBezTo>
                <a:cubicBezTo>
                  <a:pt x="1062291" y="1211705"/>
                  <a:pt x="1075099" y="1228647"/>
                  <a:pt x="1055887" y="1121075"/>
                </a:cubicBezTo>
                <a:cubicBezTo>
                  <a:pt x="1048104" y="1097648"/>
                  <a:pt x="1015841" y="1101377"/>
                  <a:pt x="995413" y="1103322"/>
                </a:cubicBezTo>
                <a:cubicBezTo>
                  <a:pt x="905595" y="1111915"/>
                  <a:pt x="907215" y="1104700"/>
                  <a:pt x="882572" y="1041308"/>
                </a:cubicBezTo>
                <a:cubicBezTo>
                  <a:pt x="858658" y="979943"/>
                  <a:pt x="791051" y="929440"/>
                  <a:pt x="722795" y="931062"/>
                </a:cubicBezTo>
                <a:cubicBezTo>
                  <a:pt x="655107" y="932683"/>
                  <a:pt x="608253" y="971999"/>
                  <a:pt x="578421" y="1031337"/>
                </a:cubicBezTo>
                <a:cubicBezTo>
                  <a:pt x="549238" y="1097729"/>
                  <a:pt x="577772" y="1111996"/>
                  <a:pt x="542672" y="1113293"/>
                </a:cubicBezTo>
                <a:cubicBezTo>
                  <a:pt x="520703" y="1111996"/>
                  <a:pt x="534970" y="1097729"/>
                  <a:pt x="508544" y="1040741"/>
                </a:cubicBezTo>
                <a:cubicBezTo>
                  <a:pt x="478550" y="975079"/>
                  <a:pt x="429993" y="931062"/>
                  <a:pt x="355981" y="931143"/>
                </a:cubicBezTo>
                <a:cubicBezTo>
                  <a:pt x="285051" y="931143"/>
                  <a:pt x="237142" y="973782"/>
                  <a:pt x="207311" y="1035877"/>
                </a:cubicBezTo>
                <a:cubicBezTo>
                  <a:pt x="178614" y="1097729"/>
                  <a:pt x="185180" y="1102592"/>
                  <a:pt x="136299" y="1100809"/>
                </a:cubicBezTo>
                <a:cubicBezTo>
                  <a:pt x="50371" y="1097729"/>
                  <a:pt x="44939" y="1099431"/>
                  <a:pt x="46399" y="1027203"/>
                </a:cubicBezTo>
                <a:cubicBezTo>
                  <a:pt x="48750" y="916794"/>
                  <a:pt x="46642" y="912660"/>
                  <a:pt x="129246" y="912660"/>
                </a:cubicBezTo>
                <a:cubicBezTo>
                  <a:pt x="345240" y="912538"/>
                  <a:pt x="568348" y="912518"/>
                  <a:pt x="791446" y="912548"/>
                </a:cubicBezTo>
                <a:close/>
                <a:moveTo>
                  <a:pt x="1730936" y="260391"/>
                </a:moveTo>
                <a:cubicBezTo>
                  <a:pt x="1686848" y="260442"/>
                  <a:pt x="1642060" y="260989"/>
                  <a:pt x="1595935" y="260989"/>
                </a:cubicBezTo>
                <a:cubicBezTo>
                  <a:pt x="1595935" y="384773"/>
                  <a:pt x="1595935" y="497371"/>
                  <a:pt x="1595935" y="614022"/>
                </a:cubicBezTo>
                <a:cubicBezTo>
                  <a:pt x="1735851" y="614022"/>
                  <a:pt x="1871714" y="614022"/>
                  <a:pt x="2015035" y="614022"/>
                </a:cubicBezTo>
                <a:cubicBezTo>
                  <a:pt x="1980259" y="506045"/>
                  <a:pt x="1948806" y="402526"/>
                  <a:pt x="1912408" y="300791"/>
                </a:cubicBezTo>
                <a:cubicBezTo>
                  <a:pt x="1906328" y="283687"/>
                  <a:pt x="1879658" y="263583"/>
                  <a:pt x="1861743" y="262772"/>
                </a:cubicBezTo>
                <a:cubicBezTo>
                  <a:pt x="1818415" y="260786"/>
                  <a:pt x="1775025" y="260340"/>
                  <a:pt x="1730936" y="260391"/>
                </a:cubicBezTo>
                <a:close/>
                <a:moveTo>
                  <a:pt x="1891737" y="198407"/>
                </a:moveTo>
                <a:cubicBezTo>
                  <a:pt x="1929837" y="197272"/>
                  <a:pt x="1946049" y="212350"/>
                  <a:pt x="1956182" y="246884"/>
                </a:cubicBezTo>
                <a:cubicBezTo>
                  <a:pt x="1977502" y="319679"/>
                  <a:pt x="2003280" y="391096"/>
                  <a:pt x="2025411" y="463648"/>
                </a:cubicBezTo>
                <a:cubicBezTo>
                  <a:pt x="2074292" y="627316"/>
                  <a:pt x="2074292" y="627316"/>
                  <a:pt x="2159815" y="655769"/>
                </a:cubicBezTo>
                <a:cubicBezTo>
                  <a:pt x="2243554" y="671172"/>
                  <a:pt x="2202536" y="784013"/>
                  <a:pt x="2203671" y="858672"/>
                </a:cubicBezTo>
                <a:cubicBezTo>
                  <a:pt x="2202617" y="955057"/>
                  <a:pt x="2202617" y="940790"/>
                  <a:pt x="2245337" y="955057"/>
                </a:cubicBezTo>
                <a:cubicBezTo>
                  <a:pt x="2259604" y="955138"/>
                  <a:pt x="2273790" y="1083462"/>
                  <a:pt x="2245337" y="1083462"/>
                </a:cubicBezTo>
                <a:cubicBezTo>
                  <a:pt x="2216803" y="1083462"/>
                  <a:pt x="2202617" y="1083462"/>
                  <a:pt x="2174082" y="1083462"/>
                </a:cubicBezTo>
                <a:cubicBezTo>
                  <a:pt x="2088560" y="1083462"/>
                  <a:pt x="2117094" y="1069195"/>
                  <a:pt x="2094964" y="1044308"/>
                </a:cubicBezTo>
                <a:cubicBezTo>
                  <a:pt x="2045515" y="945573"/>
                  <a:pt x="1967126" y="904230"/>
                  <a:pt x="1883549" y="944195"/>
                </a:cubicBezTo>
                <a:cubicBezTo>
                  <a:pt x="1848935" y="960732"/>
                  <a:pt x="1819509" y="998345"/>
                  <a:pt x="1799648" y="1033203"/>
                </a:cubicBezTo>
                <a:cubicBezTo>
                  <a:pt x="1746470" y="1111916"/>
                  <a:pt x="1775005" y="1097730"/>
                  <a:pt x="1575426" y="1097730"/>
                </a:cubicBezTo>
                <a:cubicBezTo>
                  <a:pt x="1543811" y="1094649"/>
                  <a:pt x="1544865" y="1048686"/>
                  <a:pt x="1544702" y="1029149"/>
                </a:cubicBezTo>
                <a:cubicBezTo>
                  <a:pt x="1542919" y="772826"/>
                  <a:pt x="1543162" y="516502"/>
                  <a:pt x="1541784" y="260097"/>
                </a:cubicBezTo>
                <a:cubicBezTo>
                  <a:pt x="1541541" y="213485"/>
                  <a:pt x="1562374" y="198407"/>
                  <a:pt x="1606959" y="199299"/>
                </a:cubicBezTo>
                <a:cubicBezTo>
                  <a:pt x="1701885" y="201164"/>
                  <a:pt x="1796892" y="201245"/>
                  <a:pt x="1891737" y="198407"/>
                </a:cubicBezTo>
                <a:close/>
                <a:moveTo>
                  <a:pt x="1386952" y="206"/>
                </a:moveTo>
                <a:cubicBezTo>
                  <a:pt x="1483093" y="287"/>
                  <a:pt x="1493064" y="10096"/>
                  <a:pt x="1493389" y="107373"/>
                </a:cubicBezTo>
                <a:cubicBezTo>
                  <a:pt x="1494118" y="328272"/>
                  <a:pt x="1494199" y="549171"/>
                  <a:pt x="1493226" y="770070"/>
                </a:cubicBezTo>
                <a:cubicBezTo>
                  <a:pt x="1492902" y="857456"/>
                  <a:pt x="1480256" y="869941"/>
                  <a:pt x="1393842" y="870183"/>
                </a:cubicBezTo>
                <a:cubicBezTo>
                  <a:pt x="1177807" y="870913"/>
                  <a:pt x="317963" y="870832"/>
                  <a:pt x="104197" y="870265"/>
                </a:cubicBezTo>
                <a:cubicBezTo>
                  <a:pt x="15271" y="870021"/>
                  <a:pt x="1247" y="856646"/>
                  <a:pt x="760" y="766341"/>
                </a:cubicBezTo>
                <a:cubicBezTo>
                  <a:pt x="-294" y="545442"/>
                  <a:pt x="-212" y="324543"/>
                  <a:pt x="760" y="103644"/>
                </a:cubicBezTo>
                <a:cubicBezTo>
                  <a:pt x="1165" y="13663"/>
                  <a:pt x="15433" y="287"/>
                  <a:pt x="104360" y="287"/>
                </a:cubicBezTo>
                <a:cubicBezTo>
                  <a:pt x="531890" y="-37"/>
                  <a:pt x="959421" y="-118"/>
                  <a:pt x="1386952" y="206"/>
                </a:cubicBezTo>
                <a:close/>
              </a:path>
            </a:pathLst>
          </a:custGeom>
          <a:solidFill>
            <a:schemeClr val="accent2"/>
          </a:solidFill>
          <a:ln w="8102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0CDE69BC-EDC8-49F0-BDEE-0499615A4B44}"/>
              </a:ext>
            </a:extLst>
          </p:cNvPr>
          <p:cNvGrpSpPr/>
          <p:nvPr/>
        </p:nvGrpSpPr>
        <p:grpSpPr>
          <a:xfrm>
            <a:off x="5865466" y="5009439"/>
            <a:ext cx="992230" cy="542011"/>
            <a:chOff x="4853842" y="3030561"/>
            <a:chExt cx="3087435" cy="1686523"/>
          </a:xfrm>
          <a:solidFill>
            <a:schemeClr val="accent1"/>
          </a:solidFill>
        </p:grpSpPr>
        <p:sp>
          <p:nvSpPr>
            <p:cNvPr id="96" name="자유형: 도형 95">
              <a:extLst>
                <a:ext uri="{FF2B5EF4-FFF2-40B4-BE49-F238E27FC236}">
                  <a16:creationId xmlns:a16="http://schemas.microsoft.com/office/drawing/2014/main" id="{ACE0ED1F-FE1D-49D2-82B5-95656BC403FF}"/>
                </a:ext>
              </a:extLst>
            </p:cNvPr>
            <p:cNvSpPr/>
            <p:nvPr/>
          </p:nvSpPr>
          <p:spPr>
            <a:xfrm>
              <a:off x="5717924" y="3489765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9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7" y="220697"/>
                    <a:pt x="419509" y="220507"/>
                  </a:cubicBezTo>
                  <a:cubicBezTo>
                    <a:pt x="354548" y="219650"/>
                    <a:pt x="94801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A137D6F3-5A39-46CA-AD48-817DA33B6DFE}"/>
                </a:ext>
              </a:extLst>
            </p:cNvPr>
            <p:cNvSpPr/>
            <p:nvPr/>
          </p:nvSpPr>
          <p:spPr>
            <a:xfrm>
              <a:off x="4853842" y="3030561"/>
              <a:ext cx="3087435" cy="1686523"/>
            </a:xfrm>
            <a:custGeom>
              <a:avLst/>
              <a:gdLst>
                <a:gd name="connsiteX0" fmla="*/ 3087436 w 3087435"/>
                <a:gd name="connsiteY0" fmla="*/ 1107860 h 1686523"/>
                <a:gd name="connsiteX1" fmla="*/ 2771872 w 3087435"/>
                <a:gd name="connsiteY1" fmla="*/ 1107670 h 1686523"/>
                <a:gd name="connsiteX2" fmla="*/ 2753204 w 3087435"/>
                <a:gd name="connsiteY2" fmla="*/ 1126244 h 1686523"/>
                <a:gd name="connsiteX3" fmla="*/ 2753204 w 3087435"/>
                <a:gd name="connsiteY3" fmla="*/ 1165487 h 1686523"/>
                <a:gd name="connsiteX4" fmla="*/ 2730820 w 3087435"/>
                <a:gd name="connsiteY4" fmla="*/ 1187870 h 1686523"/>
                <a:gd name="connsiteX5" fmla="*/ 812675 w 3087435"/>
                <a:gd name="connsiteY5" fmla="*/ 1187870 h 1686523"/>
                <a:gd name="connsiteX6" fmla="*/ 809818 w 3087435"/>
                <a:gd name="connsiteY6" fmla="*/ 407106 h 1686523"/>
                <a:gd name="connsiteX7" fmla="*/ 825820 w 3087435"/>
                <a:gd name="connsiteY7" fmla="*/ 391009 h 1686523"/>
                <a:gd name="connsiteX8" fmla="*/ 874016 w 3087435"/>
                <a:gd name="connsiteY8" fmla="*/ 391009 h 1686523"/>
                <a:gd name="connsiteX9" fmla="*/ 885922 w 3087435"/>
                <a:gd name="connsiteY9" fmla="*/ 379103 h 1686523"/>
                <a:gd name="connsiteX10" fmla="*/ 885922 w 3087435"/>
                <a:gd name="connsiteY10" fmla="*/ 166028 h 1686523"/>
                <a:gd name="connsiteX11" fmla="*/ 863253 w 3087435"/>
                <a:gd name="connsiteY11" fmla="*/ 143359 h 1686523"/>
                <a:gd name="connsiteX12" fmla="*/ 499493 w 3087435"/>
                <a:gd name="connsiteY12" fmla="*/ 143359 h 1686523"/>
                <a:gd name="connsiteX13" fmla="*/ 484253 w 3087435"/>
                <a:gd name="connsiteY13" fmla="*/ 129547 h 1686523"/>
                <a:gd name="connsiteX14" fmla="*/ 447677 w 3087435"/>
                <a:gd name="connsiteY14" fmla="*/ 76684 h 1686523"/>
                <a:gd name="connsiteX15" fmla="*/ 409387 w 3087435"/>
                <a:gd name="connsiteY15" fmla="*/ 126404 h 1686523"/>
                <a:gd name="connsiteX16" fmla="*/ 392813 w 3087435"/>
                <a:gd name="connsiteY16" fmla="*/ 143263 h 1686523"/>
                <a:gd name="connsiteX17" fmla="*/ 367667 w 3087435"/>
                <a:gd name="connsiteY17" fmla="*/ 143263 h 1686523"/>
                <a:gd name="connsiteX18" fmla="*/ 352141 w 3087435"/>
                <a:gd name="connsiteY18" fmla="*/ 128023 h 1686523"/>
                <a:gd name="connsiteX19" fmla="*/ 352332 w 3087435"/>
                <a:gd name="connsiteY19" fmla="*/ 10580 h 1686523"/>
                <a:gd name="connsiteX20" fmla="*/ 342045 w 3087435"/>
                <a:gd name="connsiteY20" fmla="*/ 103 h 1686523"/>
                <a:gd name="connsiteX21" fmla="*/ 279180 w 3087435"/>
                <a:gd name="connsiteY21" fmla="*/ 388 h 1686523"/>
                <a:gd name="connsiteX22" fmla="*/ 267083 w 3087435"/>
                <a:gd name="connsiteY22" fmla="*/ 13152 h 1686523"/>
                <a:gd name="connsiteX23" fmla="*/ 266702 w 3087435"/>
                <a:gd name="connsiteY23" fmla="*/ 95734 h 1686523"/>
                <a:gd name="connsiteX24" fmla="*/ 200027 w 3087435"/>
                <a:gd name="connsiteY24" fmla="*/ 143359 h 1686523"/>
                <a:gd name="connsiteX25" fmla="*/ 147544 w 3087435"/>
                <a:gd name="connsiteY25" fmla="*/ 206605 h 1686523"/>
                <a:gd name="connsiteX26" fmla="*/ 191455 w 3087435"/>
                <a:gd name="connsiteY26" fmla="*/ 372625 h 1686523"/>
                <a:gd name="connsiteX27" fmla="*/ 220792 w 3087435"/>
                <a:gd name="connsiteY27" fmla="*/ 403772 h 1686523"/>
                <a:gd name="connsiteX28" fmla="*/ 221173 w 3087435"/>
                <a:gd name="connsiteY28" fmla="*/ 1153485 h 1686523"/>
                <a:gd name="connsiteX29" fmla="*/ 188978 w 3087435"/>
                <a:gd name="connsiteY29" fmla="*/ 1185584 h 1686523"/>
                <a:gd name="connsiteX30" fmla="*/ 41722 w 3087435"/>
                <a:gd name="connsiteY30" fmla="*/ 1184346 h 1686523"/>
                <a:gd name="connsiteX31" fmla="*/ 383 w 3087435"/>
                <a:gd name="connsiteY31" fmla="*/ 1227494 h 1686523"/>
                <a:gd name="connsiteX32" fmla="*/ 3622 w 3087435"/>
                <a:gd name="connsiteY32" fmla="*/ 1551059 h 1686523"/>
                <a:gd name="connsiteX33" fmla="*/ 135352 w 3087435"/>
                <a:gd name="connsiteY33" fmla="*/ 1683742 h 1686523"/>
                <a:gd name="connsiteX34" fmla="*/ 2673098 w 3087435"/>
                <a:gd name="connsiteY34" fmla="*/ 1683837 h 1686523"/>
                <a:gd name="connsiteX35" fmla="*/ 2730343 w 3087435"/>
                <a:gd name="connsiteY35" fmla="*/ 1653452 h 1686523"/>
                <a:gd name="connsiteX36" fmla="*/ 3087436 w 3087435"/>
                <a:gd name="connsiteY36" fmla="*/ 1107860 h 1686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087435" h="1686523">
                  <a:moveTo>
                    <a:pt x="3087436" y="1107860"/>
                  </a:moveTo>
                  <a:cubicBezTo>
                    <a:pt x="2999234" y="1107860"/>
                    <a:pt x="2828451" y="1108146"/>
                    <a:pt x="2771872" y="1107670"/>
                  </a:cubicBezTo>
                  <a:cubicBezTo>
                    <a:pt x="2761585" y="1107575"/>
                    <a:pt x="2753204" y="1115957"/>
                    <a:pt x="2753204" y="1126244"/>
                  </a:cubicBezTo>
                  <a:lnTo>
                    <a:pt x="2753204" y="1165487"/>
                  </a:lnTo>
                  <a:cubicBezTo>
                    <a:pt x="2753204" y="1177869"/>
                    <a:pt x="2743202" y="1187870"/>
                    <a:pt x="2730820" y="1187870"/>
                  </a:cubicBezTo>
                  <a:lnTo>
                    <a:pt x="812675" y="1187870"/>
                  </a:lnTo>
                  <a:lnTo>
                    <a:pt x="809818" y="407106"/>
                  </a:lnTo>
                  <a:cubicBezTo>
                    <a:pt x="809818" y="398248"/>
                    <a:pt x="816961" y="391009"/>
                    <a:pt x="825820" y="391009"/>
                  </a:cubicBezTo>
                  <a:lnTo>
                    <a:pt x="874016" y="391009"/>
                  </a:lnTo>
                  <a:cubicBezTo>
                    <a:pt x="880588" y="391009"/>
                    <a:pt x="885922" y="385675"/>
                    <a:pt x="885922" y="379103"/>
                  </a:cubicBezTo>
                  <a:lnTo>
                    <a:pt x="885922" y="166028"/>
                  </a:lnTo>
                  <a:cubicBezTo>
                    <a:pt x="885922" y="153551"/>
                    <a:pt x="875826" y="143359"/>
                    <a:pt x="863253" y="143359"/>
                  </a:cubicBezTo>
                  <a:lnTo>
                    <a:pt x="499493" y="143359"/>
                  </a:lnTo>
                  <a:cubicBezTo>
                    <a:pt x="491683" y="143359"/>
                    <a:pt x="485015" y="137358"/>
                    <a:pt x="484253" y="129547"/>
                  </a:cubicBezTo>
                  <a:cubicBezTo>
                    <a:pt x="478443" y="68302"/>
                    <a:pt x="492159" y="76684"/>
                    <a:pt x="447677" y="76684"/>
                  </a:cubicBezTo>
                  <a:cubicBezTo>
                    <a:pt x="403957" y="76684"/>
                    <a:pt x="408434" y="68683"/>
                    <a:pt x="409387" y="126404"/>
                  </a:cubicBezTo>
                  <a:cubicBezTo>
                    <a:pt x="409577" y="135644"/>
                    <a:pt x="402148" y="143359"/>
                    <a:pt x="392813" y="143263"/>
                  </a:cubicBezTo>
                  <a:cubicBezTo>
                    <a:pt x="385098" y="143263"/>
                    <a:pt x="376144" y="143263"/>
                    <a:pt x="367667" y="143263"/>
                  </a:cubicBezTo>
                  <a:cubicBezTo>
                    <a:pt x="359095" y="143263"/>
                    <a:pt x="352237" y="136501"/>
                    <a:pt x="352141" y="128023"/>
                  </a:cubicBezTo>
                  <a:cubicBezTo>
                    <a:pt x="351665" y="89066"/>
                    <a:pt x="352237" y="39251"/>
                    <a:pt x="352332" y="10580"/>
                  </a:cubicBezTo>
                  <a:cubicBezTo>
                    <a:pt x="352332" y="4865"/>
                    <a:pt x="347760" y="198"/>
                    <a:pt x="342045" y="103"/>
                  </a:cubicBezTo>
                  <a:cubicBezTo>
                    <a:pt x="325471" y="-183"/>
                    <a:pt x="297849" y="198"/>
                    <a:pt x="279180" y="388"/>
                  </a:cubicBezTo>
                  <a:cubicBezTo>
                    <a:pt x="272227" y="484"/>
                    <a:pt x="266797" y="6199"/>
                    <a:pt x="267083" y="13152"/>
                  </a:cubicBezTo>
                  <a:cubicBezTo>
                    <a:pt x="268131" y="37726"/>
                    <a:pt x="266702" y="84209"/>
                    <a:pt x="266702" y="95734"/>
                  </a:cubicBezTo>
                  <a:cubicBezTo>
                    <a:pt x="266702" y="152884"/>
                    <a:pt x="276227" y="143359"/>
                    <a:pt x="200027" y="143359"/>
                  </a:cubicBezTo>
                  <a:cubicBezTo>
                    <a:pt x="142877" y="143359"/>
                    <a:pt x="152402" y="152884"/>
                    <a:pt x="147544" y="206605"/>
                  </a:cubicBezTo>
                  <a:cubicBezTo>
                    <a:pt x="152402" y="381484"/>
                    <a:pt x="133352" y="374054"/>
                    <a:pt x="191455" y="372625"/>
                  </a:cubicBezTo>
                  <a:cubicBezTo>
                    <a:pt x="219077" y="371959"/>
                    <a:pt x="220792" y="387103"/>
                    <a:pt x="220792" y="403772"/>
                  </a:cubicBezTo>
                  <a:cubicBezTo>
                    <a:pt x="220601" y="653708"/>
                    <a:pt x="220315" y="903549"/>
                    <a:pt x="221173" y="1153485"/>
                  </a:cubicBezTo>
                  <a:cubicBezTo>
                    <a:pt x="221268" y="1178726"/>
                    <a:pt x="213553" y="1186346"/>
                    <a:pt x="188978" y="1185584"/>
                  </a:cubicBezTo>
                  <a:cubicBezTo>
                    <a:pt x="139924" y="1184060"/>
                    <a:pt x="133352" y="1181679"/>
                    <a:pt x="41722" y="1184346"/>
                  </a:cubicBezTo>
                  <a:cubicBezTo>
                    <a:pt x="6955" y="1185394"/>
                    <a:pt x="-2093" y="1195300"/>
                    <a:pt x="383" y="1227494"/>
                  </a:cubicBezTo>
                  <a:cubicBezTo>
                    <a:pt x="2193" y="1251688"/>
                    <a:pt x="3145" y="1413994"/>
                    <a:pt x="3622" y="1551059"/>
                  </a:cubicBezTo>
                  <a:cubicBezTo>
                    <a:pt x="3812" y="1623925"/>
                    <a:pt x="62486" y="1682980"/>
                    <a:pt x="135352" y="1683742"/>
                  </a:cubicBezTo>
                  <a:cubicBezTo>
                    <a:pt x="770479" y="1690314"/>
                    <a:pt x="2196467" y="1683075"/>
                    <a:pt x="2673098" y="1683837"/>
                  </a:cubicBezTo>
                  <a:cubicBezTo>
                    <a:pt x="2699864" y="1683837"/>
                    <a:pt x="2715484" y="1675931"/>
                    <a:pt x="2730343" y="1653452"/>
                  </a:cubicBezTo>
                  <a:cubicBezTo>
                    <a:pt x="2844263" y="1482288"/>
                    <a:pt x="3019522" y="1229209"/>
                    <a:pt x="3087436" y="11078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8" name="자유형: 도형 97">
              <a:extLst>
                <a:ext uri="{FF2B5EF4-FFF2-40B4-BE49-F238E27FC236}">
                  <a16:creationId xmlns:a16="http://schemas.microsoft.com/office/drawing/2014/main" id="{5AA3DDA3-5F73-4F74-ACB8-37436B3FB4DC}"/>
                </a:ext>
              </a:extLst>
            </p:cNvPr>
            <p:cNvSpPr/>
            <p:nvPr/>
          </p:nvSpPr>
          <p:spPr>
            <a:xfrm>
              <a:off x="5717924" y="3729986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9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7" y="220697"/>
                    <a:pt x="419509" y="220507"/>
                  </a:cubicBezTo>
                  <a:cubicBezTo>
                    <a:pt x="354548" y="219650"/>
                    <a:pt x="94801" y="219269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9" name="자유형: 도형 98">
              <a:extLst>
                <a:ext uri="{FF2B5EF4-FFF2-40B4-BE49-F238E27FC236}">
                  <a16:creationId xmlns:a16="http://schemas.microsoft.com/office/drawing/2014/main" id="{338FBD9D-8EC6-44CA-98F2-351E9BE7C6A0}"/>
                </a:ext>
              </a:extLst>
            </p:cNvPr>
            <p:cNvSpPr/>
            <p:nvPr/>
          </p:nvSpPr>
          <p:spPr>
            <a:xfrm>
              <a:off x="5717924" y="3970111"/>
              <a:ext cx="451355" cy="220627"/>
            </a:xfrm>
            <a:custGeom>
              <a:avLst/>
              <a:gdLst>
                <a:gd name="connsiteX0" fmla="*/ 29936 w 451355"/>
                <a:gd name="connsiteY0" fmla="*/ 220602 h 220627"/>
                <a:gd name="connsiteX1" fmla="*/ 28 w 451355"/>
                <a:gd name="connsiteY1" fmla="*/ 191551 h 220627"/>
                <a:gd name="connsiteX2" fmla="*/ 123 w 451355"/>
                <a:gd name="connsiteY2" fmla="*/ 30102 h 220627"/>
                <a:gd name="connsiteX3" fmla="*/ 29079 w 451355"/>
                <a:gd name="connsiteY3" fmla="*/ 3 h 220627"/>
                <a:gd name="connsiteX4" fmla="*/ 423414 w 451355"/>
                <a:gd name="connsiteY4" fmla="*/ 99 h 220627"/>
                <a:gd name="connsiteX5" fmla="*/ 451227 w 451355"/>
                <a:gd name="connsiteY5" fmla="*/ 26864 h 220627"/>
                <a:gd name="connsiteX6" fmla="*/ 451322 w 451355"/>
                <a:gd name="connsiteY6" fmla="*/ 193075 h 220627"/>
                <a:gd name="connsiteX7" fmla="*/ 419509 w 451355"/>
                <a:gd name="connsiteY7" fmla="*/ 220507 h 220627"/>
                <a:gd name="connsiteX8" fmla="*/ 29936 w 451355"/>
                <a:gd name="connsiteY8" fmla="*/ 220602 h 22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7">
                  <a:moveTo>
                    <a:pt x="29936" y="220602"/>
                  </a:moveTo>
                  <a:cubicBezTo>
                    <a:pt x="7648" y="221079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9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9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7" y="220697"/>
                    <a:pt x="419509" y="220507"/>
                  </a:cubicBezTo>
                  <a:cubicBezTo>
                    <a:pt x="354548" y="219745"/>
                    <a:pt x="94801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F8E8F2DB-24EB-4087-9384-F0DD094C9B3A}"/>
                </a:ext>
              </a:extLst>
            </p:cNvPr>
            <p:cNvSpPr/>
            <p:nvPr/>
          </p:nvSpPr>
          <p:spPr>
            <a:xfrm>
              <a:off x="6184744" y="3489765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8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6" y="220697"/>
                    <a:pt x="419509" y="220507"/>
                  </a:cubicBezTo>
                  <a:cubicBezTo>
                    <a:pt x="354548" y="219650"/>
                    <a:pt x="94802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1" name="자유형: 도형 100">
              <a:extLst>
                <a:ext uri="{FF2B5EF4-FFF2-40B4-BE49-F238E27FC236}">
                  <a16:creationId xmlns:a16="http://schemas.microsoft.com/office/drawing/2014/main" id="{CECAB23C-B68E-47FA-89B1-552380E354A1}"/>
                </a:ext>
              </a:extLst>
            </p:cNvPr>
            <p:cNvSpPr/>
            <p:nvPr/>
          </p:nvSpPr>
          <p:spPr>
            <a:xfrm>
              <a:off x="6184744" y="3729986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8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6" y="220697"/>
                    <a:pt x="419509" y="220507"/>
                  </a:cubicBezTo>
                  <a:cubicBezTo>
                    <a:pt x="354548" y="219650"/>
                    <a:pt x="94802" y="219269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2" name="자유형: 도형 101">
              <a:extLst>
                <a:ext uri="{FF2B5EF4-FFF2-40B4-BE49-F238E27FC236}">
                  <a16:creationId xmlns:a16="http://schemas.microsoft.com/office/drawing/2014/main" id="{B75D4B46-BB07-4690-9070-C0A8EDBFF3A8}"/>
                </a:ext>
              </a:extLst>
            </p:cNvPr>
            <p:cNvSpPr/>
            <p:nvPr/>
          </p:nvSpPr>
          <p:spPr>
            <a:xfrm>
              <a:off x="6184744" y="3970111"/>
              <a:ext cx="451355" cy="220627"/>
            </a:xfrm>
            <a:custGeom>
              <a:avLst/>
              <a:gdLst>
                <a:gd name="connsiteX0" fmla="*/ 29936 w 451355"/>
                <a:gd name="connsiteY0" fmla="*/ 220602 h 220627"/>
                <a:gd name="connsiteX1" fmla="*/ 28 w 451355"/>
                <a:gd name="connsiteY1" fmla="*/ 191551 h 220627"/>
                <a:gd name="connsiteX2" fmla="*/ 123 w 451355"/>
                <a:gd name="connsiteY2" fmla="*/ 30102 h 220627"/>
                <a:gd name="connsiteX3" fmla="*/ 29079 w 451355"/>
                <a:gd name="connsiteY3" fmla="*/ 3 h 220627"/>
                <a:gd name="connsiteX4" fmla="*/ 423414 w 451355"/>
                <a:gd name="connsiteY4" fmla="*/ 99 h 220627"/>
                <a:gd name="connsiteX5" fmla="*/ 451227 w 451355"/>
                <a:gd name="connsiteY5" fmla="*/ 26864 h 220627"/>
                <a:gd name="connsiteX6" fmla="*/ 451322 w 451355"/>
                <a:gd name="connsiteY6" fmla="*/ 193075 h 220627"/>
                <a:gd name="connsiteX7" fmla="*/ 419509 w 451355"/>
                <a:gd name="connsiteY7" fmla="*/ 220507 h 220627"/>
                <a:gd name="connsiteX8" fmla="*/ 29936 w 451355"/>
                <a:gd name="connsiteY8" fmla="*/ 220602 h 22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7">
                  <a:moveTo>
                    <a:pt x="29936" y="220602"/>
                  </a:moveTo>
                  <a:cubicBezTo>
                    <a:pt x="7648" y="221079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8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9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6" y="220697"/>
                    <a:pt x="419509" y="220507"/>
                  </a:cubicBezTo>
                  <a:cubicBezTo>
                    <a:pt x="354548" y="219745"/>
                    <a:pt x="94802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A193A431-89DC-47BE-B36B-02F225E4EFB2}"/>
                </a:ext>
              </a:extLst>
            </p:cNvPr>
            <p:cNvSpPr/>
            <p:nvPr/>
          </p:nvSpPr>
          <p:spPr>
            <a:xfrm>
              <a:off x="6651564" y="3489765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9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7" y="220697"/>
                    <a:pt x="419509" y="220507"/>
                  </a:cubicBezTo>
                  <a:cubicBezTo>
                    <a:pt x="354548" y="219650"/>
                    <a:pt x="94801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4" name="자유형: 도형 103">
              <a:extLst>
                <a:ext uri="{FF2B5EF4-FFF2-40B4-BE49-F238E27FC236}">
                  <a16:creationId xmlns:a16="http://schemas.microsoft.com/office/drawing/2014/main" id="{75009375-FDD5-4690-9E75-B449F49FFA1F}"/>
                </a:ext>
              </a:extLst>
            </p:cNvPr>
            <p:cNvSpPr/>
            <p:nvPr/>
          </p:nvSpPr>
          <p:spPr>
            <a:xfrm>
              <a:off x="6651564" y="3729986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9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7" y="220697"/>
                    <a:pt x="419509" y="220507"/>
                  </a:cubicBezTo>
                  <a:cubicBezTo>
                    <a:pt x="354548" y="219650"/>
                    <a:pt x="94801" y="219269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5" name="자유형: 도형 104">
              <a:extLst>
                <a:ext uri="{FF2B5EF4-FFF2-40B4-BE49-F238E27FC236}">
                  <a16:creationId xmlns:a16="http://schemas.microsoft.com/office/drawing/2014/main" id="{0270B03D-94CD-471D-88BF-1E1A116084EC}"/>
                </a:ext>
              </a:extLst>
            </p:cNvPr>
            <p:cNvSpPr/>
            <p:nvPr/>
          </p:nvSpPr>
          <p:spPr>
            <a:xfrm>
              <a:off x="6651564" y="3970111"/>
              <a:ext cx="451355" cy="220627"/>
            </a:xfrm>
            <a:custGeom>
              <a:avLst/>
              <a:gdLst>
                <a:gd name="connsiteX0" fmla="*/ 29936 w 451355"/>
                <a:gd name="connsiteY0" fmla="*/ 220602 h 220627"/>
                <a:gd name="connsiteX1" fmla="*/ 28 w 451355"/>
                <a:gd name="connsiteY1" fmla="*/ 191551 h 220627"/>
                <a:gd name="connsiteX2" fmla="*/ 123 w 451355"/>
                <a:gd name="connsiteY2" fmla="*/ 30102 h 220627"/>
                <a:gd name="connsiteX3" fmla="*/ 29079 w 451355"/>
                <a:gd name="connsiteY3" fmla="*/ 3 h 220627"/>
                <a:gd name="connsiteX4" fmla="*/ 423414 w 451355"/>
                <a:gd name="connsiteY4" fmla="*/ 99 h 220627"/>
                <a:gd name="connsiteX5" fmla="*/ 451227 w 451355"/>
                <a:gd name="connsiteY5" fmla="*/ 26864 h 220627"/>
                <a:gd name="connsiteX6" fmla="*/ 451322 w 451355"/>
                <a:gd name="connsiteY6" fmla="*/ 193075 h 220627"/>
                <a:gd name="connsiteX7" fmla="*/ 419509 w 451355"/>
                <a:gd name="connsiteY7" fmla="*/ 220507 h 220627"/>
                <a:gd name="connsiteX8" fmla="*/ 29936 w 451355"/>
                <a:gd name="connsiteY8" fmla="*/ 220602 h 22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7">
                  <a:moveTo>
                    <a:pt x="29936" y="220602"/>
                  </a:moveTo>
                  <a:cubicBezTo>
                    <a:pt x="7648" y="221079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9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9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7" y="220697"/>
                    <a:pt x="419509" y="220507"/>
                  </a:cubicBezTo>
                  <a:cubicBezTo>
                    <a:pt x="354548" y="219745"/>
                    <a:pt x="94801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2B5E3740-D6EE-4DAB-B126-2FC208925750}"/>
                </a:ext>
              </a:extLst>
            </p:cNvPr>
            <p:cNvSpPr/>
            <p:nvPr/>
          </p:nvSpPr>
          <p:spPr>
            <a:xfrm>
              <a:off x="7118385" y="3489765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8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6" y="220697"/>
                    <a:pt x="419509" y="220507"/>
                  </a:cubicBezTo>
                  <a:cubicBezTo>
                    <a:pt x="354548" y="219650"/>
                    <a:pt x="94897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033509F5-6A8F-45DE-8ED1-9EB7CBCC7EB5}"/>
                </a:ext>
              </a:extLst>
            </p:cNvPr>
            <p:cNvSpPr/>
            <p:nvPr/>
          </p:nvSpPr>
          <p:spPr>
            <a:xfrm>
              <a:off x="7118385" y="3729986"/>
              <a:ext cx="451355" cy="220626"/>
            </a:xfrm>
            <a:custGeom>
              <a:avLst/>
              <a:gdLst>
                <a:gd name="connsiteX0" fmla="*/ 29936 w 451355"/>
                <a:gd name="connsiteY0" fmla="*/ 220602 h 220626"/>
                <a:gd name="connsiteX1" fmla="*/ 28 w 451355"/>
                <a:gd name="connsiteY1" fmla="*/ 191551 h 220626"/>
                <a:gd name="connsiteX2" fmla="*/ 123 w 451355"/>
                <a:gd name="connsiteY2" fmla="*/ 30102 h 220626"/>
                <a:gd name="connsiteX3" fmla="*/ 29079 w 451355"/>
                <a:gd name="connsiteY3" fmla="*/ 3 h 220626"/>
                <a:gd name="connsiteX4" fmla="*/ 423414 w 451355"/>
                <a:gd name="connsiteY4" fmla="*/ 98 h 220626"/>
                <a:gd name="connsiteX5" fmla="*/ 451227 w 451355"/>
                <a:gd name="connsiteY5" fmla="*/ 26864 h 220626"/>
                <a:gd name="connsiteX6" fmla="*/ 451322 w 451355"/>
                <a:gd name="connsiteY6" fmla="*/ 193075 h 220626"/>
                <a:gd name="connsiteX7" fmla="*/ 419509 w 451355"/>
                <a:gd name="connsiteY7" fmla="*/ 220507 h 220626"/>
                <a:gd name="connsiteX8" fmla="*/ 29936 w 451355"/>
                <a:gd name="connsiteY8" fmla="*/ 220602 h 220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6">
                  <a:moveTo>
                    <a:pt x="29936" y="220602"/>
                  </a:moveTo>
                  <a:cubicBezTo>
                    <a:pt x="7648" y="221078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8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8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6" y="220697"/>
                    <a:pt x="419509" y="220507"/>
                  </a:cubicBezTo>
                  <a:cubicBezTo>
                    <a:pt x="354548" y="219650"/>
                    <a:pt x="94897" y="219269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8" name="자유형: 도형 107">
              <a:extLst>
                <a:ext uri="{FF2B5EF4-FFF2-40B4-BE49-F238E27FC236}">
                  <a16:creationId xmlns:a16="http://schemas.microsoft.com/office/drawing/2014/main" id="{4B11D0E6-9D5D-476C-9B10-696ED2CB1551}"/>
                </a:ext>
              </a:extLst>
            </p:cNvPr>
            <p:cNvSpPr/>
            <p:nvPr/>
          </p:nvSpPr>
          <p:spPr>
            <a:xfrm>
              <a:off x="7118385" y="3970111"/>
              <a:ext cx="451355" cy="220627"/>
            </a:xfrm>
            <a:custGeom>
              <a:avLst/>
              <a:gdLst>
                <a:gd name="connsiteX0" fmla="*/ 29936 w 451355"/>
                <a:gd name="connsiteY0" fmla="*/ 220602 h 220627"/>
                <a:gd name="connsiteX1" fmla="*/ 28 w 451355"/>
                <a:gd name="connsiteY1" fmla="*/ 191551 h 220627"/>
                <a:gd name="connsiteX2" fmla="*/ 123 w 451355"/>
                <a:gd name="connsiteY2" fmla="*/ 30102 h 220627"/>
                <a:gd name="connsiteX3" fmla="*/ 29079 w 451355"/>
                <a:gd name="connsiteY3" fmla="*/ 3 h 220627"/>
                <a:gd name="connsiteX4" fmla="*/ 423414 w 451355"/>
                <a:gd name="connsiteY4" fmla="*/ 99 h 220627"/>
                <a:gd name="connsiteX5" fmla="*/ 451227 w 451355"/>
                <a:gd name="connsiteY5" fmla="*/ 26864 h 220627"/>
                <a:gd name="connsiteX6" fmla="*/ 451322 w 451355"/>
                <a:gd name="connsiteY6" fmla="*/ 193075 h 220627"/>
                <a:gd name="connsiteX7" fmla="*/ 419509 w 451355"/>
                <a:gd name="connsiteY7" fmla="*/ 220507 h 220627"/>
                <a:gd name="connsiteX8" fmla="*/ 29936 w 451355"/>
                <a:gd name="connsiteY8" fmla="*/ 220602 h 22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355" h="220627">
                  <a:moveTo>
                    <a:pt x="29936" y="220602"/>
                  </a:moveTo>
                  <a:cubicBezTo>
                    <a:pt x="7648" y="221079"/>
                    <a:pt x="-544" y="214792"/>
                    <a:pt x="28" y="191551"/>
                  </a:cubicBezTo>
                  <a:cubicBezTo>
                    <a:pt x="1552" y="137735"/>
                    <a:pt x="1361" y="83918"/>
                    <a:pt x="123" y="30102"/>
                  </a:cubicBezTo>
                  <a:cubicBezTo>
                    <a:pt x="-448" y="8004"/>
                    <a:pt x="5647" y="-187"/>
                    <a:pt x="29079" y="3"/>
                  </a:cubicBezTo>
                  <a:cubicBezTo>
                    <a:pt x="160524" y="956"/>
                    <a:pt x="291969" y="765"/>
                    <a:pt x="423414" y="99"/>
                  </a:cubicBezTo>
                  <a:cubicBezTo>
                    <a:pt x="443512" y="3"/>
                    <a:pt x="451608" y="5718"/>
                    <a:pt x="451227" y="26864"/>
                  </a:cubicBezTo>
                  <a:cubicBezTo>
                    <a:pt x="450084" y="82299"/>
                    <a:pt x="449703" y="137735"/>
                    <a:pt x="451322" y="193075"/>
                  </a:cubicBezTo>
                  <a:cubicBezTo>
                    <a:pt x="452084" y="218507"/>
                    <a:pt x="439606" y="220697"/>
                    <a:pt x="419509" y="220507"/>
                  </a:cubicBezTo>
                  <a:cubicBezTo>
                    <a:pt x="354548" y="219745"/>
                    <a:pt x="94897" y="219364"/>
                    <a:pt x="29936" y="2206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A562D41-2D1F-27BE-936D-CE40EE620D99}"/>
              </a:ext>
            </a:extLst>
          </p:cNvPr>
          <p:cNvSpPr txBox="1"/>
          <p:nvPr/>
        </p:nvSpPr>
        <p:spPr>
          <a:xfrm>
            <a:off x="2114553" y="1043112"/>
            <a:ext cx="796556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Published service promises become constraints for our model</a:t>
            </a:r>
            <a:endParaRPr lang="en-US" altLang="ko-KR" dirty="0">
              <a:cs typeface="Arial" pitchFamily="34" charset="0"/>
            </a:endParaRPr>
          </a:p>
        </p:txBody>
      </p:sp>
      <p:sp>
        <p:nvSpPr>
          <p:cNvPr id="4" name="Freeform: Shape 11">
            <a:extLst>
              <a:ext uri="{FF2B5EF4-FFF2-40B4-BE49-F238E27FC236}">
                <a16:creationId xmlns:a16="http://schemas.microsoft.com/office/drawing/2014/main" id="{B3CE321B-5898-CD83-D8B2-116DEAD286D4}"/>
              </a:ext>
            </a:extLst>
          </p:cNvPr>
          <p:cNvSpPr/>
          <p:nvPr/>
        </p:nvSpPr>
        <p:spPr>
          <a:xfrm>
            <a:off x="3307892" y="3208059"/>
            <a:ext cx="524573" cy="595461"/>
          </a:xfrm>
          <a:custGeom>
            <a:avLst/>
            <a:gdLst>
              <a:gd name="connsiteX0" fmla="*/ 353854 w 352425"/>
              <a:gd name="connsiteY0" fmla="*/ 203700 h 400050"/>
              <a:gd name="connsiteX1" fmla="*/ 353854 w 352425"/>
              <a:gd name="connsiteY1" fmla="*/ 328478 h 400050"/>
              <a:gd name="connsiteX2" fmla="*/ 343376 w 352425"/>
              <a:gd name="connsiteY2" fmla="*/ 339908 h 400050"/>
              <a:gd name="connsiteX3" fmla="*/ 336709 w 352425"/>
              <a:gd name="connsiteY3" fmla="*/ 347528 h 400050"/>
              <a:gd name="connsiteX4" fmla="*/ 336709 w 352425"/>
              <a:gd name="connsiteY4" fmla="*/ 386580 h 400050"/>
              <a:gd name="connsiteX5" fmla="*/ 328136 w 352425"/>
              <a:gd name="connsiteY5" fmla="*/ 395153 h 400050"/>
              <a:gd name="connsiteX6" fmla="*/ 279559 w 352425"/>
              <a:gd name="connsiteY6" fmla="*/ 395153 h 400050"/>
              <a:gd name="connsiteX7" fmla="*/ 271939 w 352425"/>
              <a:gd name="connsiteY7" fmla="*/ 387533 h 400050"/>
              <a:gd name="connsiteX8" fmla="*/ 271939 w 352425"/>
              <a:gd name="connsiteY8" fmla="*/ 347528 h 400050"/>
              <a:gd name="connsiteX9" fmla="*/ 264319 w 352425"/>
              <a:gd name="connsiteY9" fmla="*/ 339908 h 400050"/>
              <a:gd name="connsiteX10" fmla="*/ 94774 w 352425"/>
              <a:gd name="connsiteY10" fmla="*/ 339908 h 400050"/>
              <a:gd name="connsiteX11" fmla="*/ 87154 w 352425"/>
              <a:gd name="connsiteY11" fmla="*/ 347528 h 400050"/>
              <a:gd name="connsiteX12" fmla="*/ 87154 w 352425"/>
              <a:gd name="connsiteY12" fmla="*/ 387533 h 400050"/>
              <a:gd name="connsiteX13" fmla="*/ 80486 w 352425"/>
              <a:gd name="connsiteY13" fmla="*/ 395153 h 400050"/>
              <a:gd name="connsiteX14" fmla="*/ 30956 w 352425"/>
              <a:gd name="connsiteY14" fmla="*/ 395153 h 400050"/>
              <a:gd name="connsiteX15" fmla="*/ 23336 w 352425"/>
              <a:gd name="connsiteY15" fmla="*/ 387533 h 400050"/>
              <a:gd name="connsiteX16" fmla="*/ 23336 w 352425"/>
              <a:gd name="connsiteY16" fmla="*/ 348480 h 400050"/>
              <a:gd name="connsiteX17" fmla="*/ 15716 w 352425"/>
              <a:gd name="connsiteY17" fmla="*/ 339908 h 400050"/>
              <a:gd name="connsiteX18" fmla="*/ 7144 w 352425"/>
              <a:gd name="connsiteY18" fmla="*/ 329430 h 400050"/>
              <a:gd name="connsiteX19" fmla="*/ 7144 w 352425"/>
              <a:gd name="connsiteY19" fmla="*/ 80828 h 400050"/>
              <a:gd name="connsiteX20" fmla="*/ 38576 w 352425"/>
              <a:gd name="connsiteY20" fmla="*/ 28440 h 400050"/>
              <a:gd name="connsiteX21" fmla="*/ 114776 w 352425"/>
              <a:gd name="connsiteY21" fmla="*/ 10343 h 400050"/>
              <a:gd name="connsiteX22" fmla="*/ 275749 w 352425"/>
              <a:gd name="connsiteY22" fmla="*/ 14153 h 400050"/>
              <a:gd name="connsiteX23" fmla="*/ 324326 w 352425"/>
              <a:gd name="connsiteY23" fmla="*/ 30345 h 400050"/>
              <a:gd name="connsiteX24" fmla="*/ 352901 w 352425"/>
              <a:gd name="connsiteY24" fmla="*/ 78923 h 400050"/>
              <a:gd name="connsiteX25" fmla="*/ 353854 w 352425"/>
              <a:gd name="connsiteY25" fmla="*/ 203700 h 400050"/>
              <a:gd name="connsiteX26" fmla="*/ 98584 w 352425"/>
              <a:gd name="connsiteY26" fmla="*/ 77018 h 400050"/>
              <a:gd name="connsiteX27" fmla="*/ 33814 w 352425"/>
              <a:gd name="connsiteY27" fmla="*/ 77018 h 400050"/>
              <a:gd name="connsiteX28" fmla="*/ 25241 w 352425"/>
              <a:gd name="connsiteY28" fmla="*/ 84638 h 400050"/>
              <a:gd name="connsiteX29" fmla="*/ 25241 w 352425"/>
              <a:gd name="connsiteY29" fmla="*/ 175125 h 400050"/>
              <a:gd name="connsiteX30" fmla="*/ 32861 w 352425"/>
              <a:gd name="connsiteY30" fmla="*/ 182745 h 400050"/>
              <a:gd name="connsiteX31" fmla="*/ 162401 w 352425"/>
              <a:gd name="connsiteY31" fmla="*/ 182745 h 400050"/>
              <a:gd name="connsiteX32" fmla="*/ 170974 w 352425"/>
              <a:gd name="connsiteY32" fmla="*/ 174173 h 400050"/>
              <a:gd name="connsiteX33" fmla="*/ 170974 w 352425"/>
              <a:gd name="connsiteY33" fmla="*/ 86543 h 400050"/>
              <a:gd name="connsiteX34" fmla="*/ 161449 w 352425"/>
              <a:gd name="connsiteY34" fmla="*/ 77970 h 400050"/>
              <a:gd name="connsiteX35" fmla="*/ 98584 w 352425"/>
              <a:gd name="connsiteY35" fmla="*/ 77018 h 400050"/>
              <a:gd name="connsiteX36" fmla="*/ 263366 w 352425"/>
              <a:gd name="connsiteY36" fmla="*/ 181793 h 400050"/>
              <a:gd name="connsiteX37" fmla="*/ 328136 w 352425"/>
              <a:gd name="connsiteY37" fmla="*/ 181793 h 400050"/>
              <a:gd name="connsiteX38" fmla="*/ 336709 w 352425"/>
              <a:gd name="connsiteY38" fmla="*/ 174173 h 400050"/>
              <a:gd name="connsiteX39" fmla="*/ 336709 w 352425"/>
              <a:gd name="connsiteY39" fmla="*/ 83685 h 400050"/>
              <a:gd name="connsiteX40" fmla="*/ 329089 w 352425"/>
              <a:gd name="connsiteY40" fmla="*/ 76065 h 400050"/>
              <a:gd name="connsiteX41" fmla="*/ 199549 w 352425"/>
              <a:gd name="connsiteY41" fmla="*/ 76065 h 400050"/>
              <a:gd name="connsiteX42" fmla="*/ 190976 w 352425"/>
              <a:gd name="connsiteY42" fmla="*/ 84638 h 400050"/>
              <a:gd name="connsiteX43" fmla="*/ 190976 w 352425"/>
              <a:gd name="connsiteY43" fmla="*/ 172268 h 400050"/>
              <a:gd name="connsiteX44" fmla="*/ 200501 w 352425"/>
              <a:gd name="connsiteY44" fmla="*/ 180840 h 400050"/>
              <a:gd name="connsiteX45" fmla="*/ 263366 w 352425"/>
              <a:gd name="connsiteY45" fmla="*/ 181793 h 400050"/>
              <a:gd name="connsiteX46" fmla="*/ 179546 w 352425"/>
              <a:gd name="connsiteY46" fmla="*/ 321810 h 400050"/>
              <a:gd name="connsiteX47" fmla="*/ 264319 w 352425"/>
              <a:gd name="connsiteY47" fmla="*/ 321810 h 400050"/>
              <a:gd name="connsiteX48" fmla="*/ 273844 w 352425"/>
              <a:gd name="connsiteY48" fmla="*/ 315143 h 400050"/>
              <a:gd name="connsiteX49" fmla="*/ 265271 w 352425"/>
              <a:gd name="connsiteY49" fmla="*/ 307523 h 400050"/>
              <a:gd name="connsiteX50" fmla="*/ 96679 w 352425"/>
              <a:gd name="connsiteY50" fmla="*/ 307523 h 400050"/>
              <a:gd name="connsiteX51" fmla="*/ 88106 w 352425"/>
              <a:gd name="connsiteY51" fmla="*/ 314190 h 400050"/>
              <a:gd name="connsiteX52" fmla="*/ 96679 w 352425"/>
              <a:gd name="connsiteY52" fmla="*/ 320858 h 400050"/>
              <a:gd name="connsiteX53" fmla="*/ 179546 w 352425"/>
              <a:gd name="connsiteY53" fmla="*/ 321810 h 400050"/>
              <a:gd name="connsiteX54" fmla="*/ 180499 w 352425"/>
              <a:gd name="connsiteY54" fmla="*/ 282758 h 400050"/>
              <a:gd name="connsiteX55" fmla="*/ 96679 w 352425"/>
              <a:gd name="connsiteY55" fmla="*/ 282758 h 400050"/>
              <a:gd name="connsiteX56" fmla="*/ 88106 w 352425"/>
              <a:gd name="connsiteY56" fmla="*/ 288473 h 400050"/>
              <a:gd name="connsiteX57" fmla="*/ 96679 w 352425"/>
              <a:gd name="connsiteY57" fmla="*/ 295140 h 400050"/>
              <a:gd name="connsiteX58" fmla="*/ 265271 w 352425"/>
              <a:gd name="connsiteY58" fmla="*/ 295140 h 400050"/>
              <a:gd name="connsiteX59" fmla="*/ 273844 w 352425"/>
              <a:gd name="connsiteY59" fmla="*/ 289425 h 400050"/>
              <a:gd name="connsiteX60" fmla="*/ 265271 w 352425"/>
              <a:gd name="connsiteY60" fmla="*/ 282758 h 400050"/>
              <a:gd name="connsiteX61" fmla="*/ 180499 w 352425"/>
              <a:gd name="connsiteY61" fmla="*/ 282758 h 400050"/>
              <a:gd name="connsiteX62" fmla="*/ 48101 w 352425"/>
              <a:gd name="connsiteY62" fmla="*/ 278948 h 400050"/>
              <a:gd name="connsiteX63" fmla="*/ 26194 w 352425"/>
              <a:gd name="connsiteY63" fmla="*/ 299903 h 400050"/>
              <a:gd name="connsiteX64" fmla="*/ 47149 w 352425"/>
              <a:gd name="connsiteY64" fmla="*/ 322763 h 400050"/>
              <a:gd name="connsiteX65" fmla="*/ 70009 w 352425"/>
              <a:gd name="connsiteY65" fmla="*/ 300855 h 400050"/>
              <a:gd name="connsiteX66" fmla="*/ 48101 w 352425"/>
              <a:gd name="connsiteY66" fmla="*/ 278948 h 400050"/>
              <a:gd name="connsiteX67" fmla="*/ 335756 w 352425"/>
              <a:gd name="connsiteY67" fmla="*/ 300855 h 400050"/>
              <a:gd name="connsiteX68" fmla="*/ 313849 w 352425"/>
              <a:gd name="connsiteY68" fmla="*/ 278948 h 400050"/>
              <a:gd name="connsiteX69" fmla="*/ 290989 w 352425"/>
              <a:gd name="connsiteY69" fmla="*/ 301808 h 400050"/>
              <a:gd name="connsiteX70" fmla="*/ 313849 w 352425"/>
              <a:gd name="connsiteY70" fmla="*/ 322763 h 400050"/>
              <a:gd name="connsiteX71" fmla="*/ 335756 w 352425"/>
              <a:gd name="connsiteY71" fmla="*/ 300855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52425" h="400050">
                <a:moveTo>
                  <a:pt x="353854" y="203700"/>
                </a:moveTo>
                <a:cubicBezTo>
                  <a:pt x="353854" y="245610"/>
                  <a:pt x="353854" y="286568"/>
                  <a:pt x="353854" y="328478"/>
                </a:cubicBezTo>
                <a:cubicBezTo>
                  <a:pt x="353854" y="336098"/>
                  <a:pt x="352901" y="341813"/>
                  <a:pt x="343376" y="339908"/>
                </a:cubicBezTo>
                <a:cubicBezTo>
                  <a:pt x="337661" y="338955"/>
                  <a:pt x="336709" y="342765"/>
                  <a:pt x="336709" y="347528"/>
                </a:cubicBezTo>
                <a:cubicBezTo>
                  <a:pt x="336709" y="360863"/>
                  <a:pt x="336709" y="374198"/>
                  <a:pt x="336709" y="386580"/>
                </a:cubicBezTo>
                <a:cubicBezTo>
                  <a:pt x="336709" y="393248"/>
                  <a:pt x="334804" y="395153"/>
                  <a:pt x="328136" y="395153"/>
                </a:cubicBezTo>
                <a:cubicBezTo>
                  <a:pt x="311944" y="395153"/>
                  <a:pt x="295751" y="395153"/>
                  <a:pt x="279559" y="395153"/>
                </a:cubicBezTo>
                <a:cubicBezTo>
                  <a:pt x="273844" y="395153"/>
                  <a:pt x="271939" y="393248"/>
                  <a:pt x="271939" y="387533"/>
                </a:cubicBezTo>
                <a:cubicBezTo>
                  <a:pt x="271939" y="374198"/>
                  <a:pt x="271939" y="360863"/>
                  <a:pt x="271939" y="347528"/>
                </a:cubicBezTo>
                <a:cubicBezTo>
                  <a:pt x="271939" y="341813"/>
                  <a:pt x="270034" y="339908"/>
                  <a:pt x="264319" y="339908"/>
                </a:cubicBezTo>
                <a:cubicBezTo>
                  <a:pt x="208121" y="339908"/>
                  <a:pt x="150971" y="339908"/>
                  <a:pt x="94774" y="339908"/>
                </a:cubicBezTo>
                <a:cubicBezTo>
                  <a:pt x="89059" y="339908"/>
                  <a:pt x="87154" y="341813"/>
                  <a:pt x="87154" y="347528"/>
                </a:cubicBezTo>
                <a:cubicBezTo>
                  <a:pt x="87154" y="360863"/>
                  <a:pt x="87154" y="374198"/>
                  <a:pt x="87154" y="387533"/>
                </a:cubicBezTo>
                <a:cubicBezTo>
                  <a:pt x="87154" y="393248"/>
                  <a:pt x="86201" y="395153"/>
                  <a:pt x="80486" y="395153"/>
                </a:cubicBezTo>
                <a:cubicBezTo>
                  <a:pt x="64294" y="395153"/>
                  <a:pt x="47149" y="395153"/>
                  <a:pt x="30956" y="395153"/>
                </a:cubicBezTo>
                <a:cubicBezTo>
                  <a:pt x="25241" y="395153"/>
                  <a:pt x="23336" y="393248"/>
                  <a:pt x="23336" y="387533"/>
                </a:cubicBezTo>
                <a:cubicBezTo>
                  <a:pt x="23336" y="374198"/>
                  <a:pt x="23336" y="360863"/>
                  <a:pt x="23336" y="348480"/>
                </a:cubicBezTo>
                <a:cubicBezTo>
                  <a:pt x="23336" y="342765"/>
                  <a:pt x="22384" y="338955"/>
                  <a:pt x="15716" y="339908"/>
                </a:cubicBezTo>
                <a:cubicBezTo>
                  <a:pt x="7144" y="340860"/>
                  <a:pt x="7144" y="336098"/>
                  <a:pt x="7144" y="329430"/>
                </a:cubicBezTo>
                <a:cubicBezTo>
                  <a:pt x="7144" y="246563"/>
                  <a:pt x="7144" y="163695"/>
                  <a:pt x="7144" y="80828"/>
                </a:cubicBezTo>
                <a:cubicBezTo>
                  <a:pt x="7144" y="57015"/>
                  <a:pt x="17621" y="39870"/>
                  <a:pt x="38576" y="28440"/>
                </a:cubicBezTo>
                <a:cubicBezTo>
                  <a:pt x="62389" y="16058"/>
                  <a:pt x="88106" y="12248"/>
                  <a:pt x="114776" y="10343"/>
                </a:cubicBezTo>
                <a:cubicBezTo>
                  <a:pt x="169069" y="5580"/>
                  <a:pt x="222409" y="5580"/>
                  <a:pt x="275749" y="14153"/>
                </a:cubicBezTo>
                <a:cubicBezTo>
                  <a:pt x="292894" y="17010"/>
                  <a:pt x="309086" y="21773"/>
                  <a:pt x="324326" y="30345"/>
                </a:cubicBezTo>
                <a:cubicBezTo>
                  <a:pt x="343376" y="40823"/>
                  <a:pt x="352901" y="57015"/>
                  <a:pt x="352901" y="78923"/>
                </a:cubicBezTo>
                <a:cubicBezTo>
                  <a:pt x="353854" y="120833"/>
                  <a:pt x="353854" y="161790"/>
                  <a:pt x="353854" y="203700"/>
                </a:cubicBezTo>
                <a:close/>
                <a:moveTo>
                  <a:pt x="98584" y="77018"/>
                </a:moveTo>
                <a:cubicBezTo>
                  <a:pt x="76676" y="77018"/>
                  <a:pt x="55721" y="77018"/>
                  <a:pt x="33814" y="77018"/>
                </a:cubicBezTo>
                <a:cubicBezTo>
                  <a:pt x="28099" y="77018"/>
                  <a:pt x="25241" y="77970"/>
                  <a:pt x="25241" y="84638"/>
                </a:cubicBezTo>
                <a:cubicBezTo>
                  <a:pt x="25241" y="115118"/>
                  <a:pt x="25241" y="144645"/>
                  <a:pt x="25241" y="175125"/>
                </a:cubicBezTo>
                <a:cubicBezTo>
                  <a:pt x="25241" y="181793"/>
                  <a:pt x="27146" y="182745"/>
                  <a:pt x="32861" y="182745"/>
                </a:cubicBezTo>
                <a:cubicBezTo>
                  <a:pt x="75724" y="182745"/>
                  <a:pt x="119539" y="182745"/>
                  <a:pt x="162401" y="182745"/>
                </a:cubicBezTo>
                <a:cubicBezTo>
                  <a:pt x="169069" y="182745"/>
                  <a:pt x="170974" y="180840"/>
                  <a:pt x="170974" y="174173"/>
                </a:cubicBezTo>
                <a:cubicBezTo>
                  <a:pt x="170974" y="144645"/>
                  <a:pt x="170974" y="116070"/>
                  <a:pt x="170974" y="86543"/>
                </a:cubicBezTo>
                <a:cubicBezTo>
                  <a:pt x="170974" y="78923"/>
                  <a:pt x="168116" y="77970"/>
                  <a:pt x="161449" y="77970"/>
                </a:cubicBezTo>
                <a:cubicBezTo>
                  <a:pt x="140494" y="77018"/>
                  <a:pt x="119539" y="77018"/>
                  <a:pt x="98584" y="77018"/>
                </a:cubicBezTo>
                <a:close/>
                <a:moveTo>
                  <a:pt x="263366" y="181793"/>
                </a:moveTo>
                <a:cubicBezTo>
                  <a:pt x="285274" y="181793"/>
                  <a:pt x="306229" y="181793"/>
                  <a:pt x="328136" y="181793"/>
                </a:cubicBezTo>
                <a:cubicBezTo>
                  <a:pt x="333851" y="181793"/>
                  <a:pt x="336709" y="180840"/>
                  <a:pt x="336709" y="174173"/>
                </a:cubicBezTo>
                <a:cubicBezTo>
                  <a:pt x="336709" y="143693"/>
                  <a:pt x="336709" y="114165"/>
                  <a:pt x="336709" y="83685"/>
                </a:cubicBezTo>
                <a:cubicBezTo>
                  <a:pt x="336709" y="77018"/>
                  <a:pt x="334804" y="76065"/>
                  <a:pt x="329089" y="76065"/>
                </a:cubicBezTo>
                <a:cubicBezTo>
                  <a:pt x="286226" y="76065"/>
                  <a:pt x="242411" y="76065"/>
                  <a:pt x="199549" y="76065"/>
                </a:cubicBezTo>
                <a:cubicBezTo>
                  <a:pt x="192881" y="76065"/>
                  <a:pt x="190976" y="77970"/>
                  <a:pt x="190976" y="84638"/>
                </a:cubicBezTo>
                <a:cubicBezTo>
                  <a:pt x="190976" y="114165"/>
                  <a:pt x="190976" y="142740"/>
                  <a:pt x="190976" y="172268"/>
                </a:cubicBezTo>
                <a:cubicBezTo>
                  <a:pt x="190976" y="179888"/>
                  <a:pt x="193834" y="180840"/>
                  <a:pt x="200501" y="180840"/>
                </a:cubicBezTo>
                <a:cubicBezTo>
                  <a:pt x="220504" y="180840"/>
                  <a:pt x="241459" y="181793"/>
                  <a:pt x="263366" y="181793"/>
                </a:cubicBezTo>
                <a:close/>
                <a:moveTo>
                  <a:pt x="179546" y="321810"/>
                </a:moveTo>
                <a:cubicBezTo>
                  <a:pt x="208121" y="321810"/>
                  <a:pt x="235744" y="321810"/>
                  <a:pt x="264319" y="321810"/>
                </a:cubicBezTo>
                <a:cubicBezTo>
                  <a:pt x="269081" y="321810"/>
                  <a:pt x="273844" y="322763"/>
                  <a:pt x="273844" y="315143"/>
                </a:cubicBezTo>
                <a:cubicBezTo>
                  <a:pt x="273844" y="308475"/>
                  <a:pt x="270986" y="307523"/>
                  <a:pt x="265271" y="307523"/>
                </a:cubicBezTo>
                <a:cubicBezTo>
                  <a:pt x="209074" y="307523"/>
                  <a:pt x="152876" y="307523"/>
                  <a:pt x="96679" y="307523"/>
                </a:cubicBezTo>
                <a:cubicBezTo>
                  <a:pt x="91916" y="307523"/>
                  <a:pt x="88106" y="307523"/>
                  <a:pt x="88106" y="314190"/>
                </a:cubicBezTo>
                <a:cubicBezTo>
                  <a:pt x="88106" y="321810"/>
                  <a:pt x="91916" y="320858"/>
                  <a:pt x="96679" y="320858"/>
                </a:cubicBezTo>
                <a:cubicBezTo>
                  <a:pt x="124301" y="321810"/>
                  <a:pt x="151924" y="321810"/>
                  <a:pt x="179546" y="321810"/>
                </a:cubicBezTo>
                <a:close/>
                <a:moveTo>
                  <a:pt x="180499" y="282758"/>
                </a:moveTo>
                <a:cubicBezTo>
                  <a:pt x="152876" y="282758"/>
                  <a:pt x="124301" y="282758"/>
                  <a:pt x="96679" y="282758"/>
                </a:cubicBezTo>
                <a:cubicBezTo>
                  <a:pt x="92869" y="282758"/>
                  <a:pt x="88106" y="280853"/>
                  <a:pt x="88106" y="288473"/>
                </a:cubicBezTo>
                <a:cubicBezTo>
                  <a:pt x="88106" y="296093"/>
                  <a:pt x="91916" y="295140"/>
                  <a:pt x="96679" y="295140"/>
                </a:cubicBezTo>
                <a:cubicBezTo>
                  <a:pt x="152876" y="295140"/>
                  <a:pt x="209074" y="295140"/>
                  <a:pt x="265271" y="295140"/>
                </a:cubicBezTo>
                <a:cubicBezTo>
                  <a:pt x="269081" y="295140"/>
                  <a:pt x="273844" y="296093"/>
                  <a:pt x="273844" y="289425"/>
                </a:cubicBezTo>
                <a:cubicBezTo>
                  <a:pt x="273844" y="281805"/>
                  <a:pt x="270034" y="282758"/>
                  <a:pt x="265271" y="282758"/>
                </a:cubicBezTo>
                <a:cubicBezTo>
                  <a:pt x="236696" y="282758"/>
                  <a:pt x="209074" y="282758"/>
                  <a:pt x="180499" y="282758"/>
                </a:cubicBezTo>
                <a:close/>
                <a:moveTo>
                  <a:pt x="48101" y="278948"/>
                </a:moveTo>
                <a:cubicBezTo>
                  <a:pt x="35719" y="278948"/>
                  <a:pt x="26194" y="287520"/>
                  <a:pt x="26194" y="299903"/>
                </a:cubicBezTo>
                <a:cubicBezTo>
                  <a:pt x="26194" y="312285"/>
                  <a:pt x="34766" y="321810"/>
                  <a:pt x="47149" y="322763"/>
                </a:cubicBezTo>
                <a:cubicBezTo>
                  <a:pt x="59531" y="323715"/>
                  <a:pt x="70009" y="313238"/>
                  <a:pt x="70009" y="300855"/>
                </a:cubicBezTo>
                <a:cubicBezTo>
                  <a:pt x="70009" y="289425"/>
                  <a:pt x="59531" y="279900"/>
                  <a:pt x="48101" y="278948"/>
                </a:cubicBezTo>
                <a:close/>
                <a:moveTo>
                  <a:pt x="335756" y="300855"/>
                </a:moveTo>
                <a:cubicBezTo>
                  <a:pt x="335756" y="288473"/>
                  <a:pt x="326231" y="278948"/>
                  <a:pt x="313849" y="278948"/>
                </a:cubicBezTo>
                <a:cubicBezTo>
                  <a:pt x="301466" y="278948"/>
                  <a:pt x="290989" y="289425"/>
                  <a:pt x="290989" y="301808"/>
                </a:cubicBezTo>
                <a:cubicBezTo>
                  <a:pt x="290989" y="313238"/>
                  <a:pt x="301466" y="323715"/>
                  <a:pt x="313849" y="322763"/>
                </a:cubicBezTo>
                <a:cubicBezTo>
                  <a:pt x="327184" y="322763"/>
                  <a:pt x="335756" y="313238"/>
                  <a:pt x="335756" y="300855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 32">
            <a:extLst>
              <a:ext uri="{FF2B5EF4-FFF2-40B4-BE49-F238E27FC236}">
                <a16:creationId xmlns:a16="http://schemas.microsoft.com/office/drawing/2014/main" id="{34D69E56-C2F6-401E-1C04-1661DD2D0023}"/>
              </a:ext>
            </a:extLst>
          </p:cNvPr>
          <p:cNvSpPr txBox="1"/>
          <p:nvPr/>
        </p:nvSpPr>
        <p:spPr>
          <a:xfrm>
            <a:off x="2302307" y="5999076"/>
            <a:ext cx="7587386" cy="3840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 dirty="0">
                <a:solidFill>
                  <a:srgbClr val="C77F0A"/>
                </a:solidFill>
                <a:uFillTx/>
                <a:ea typeface="Calibri" pitchFamily="34"/>
                <a:cs typeface="Calibri" pitchFamily="34"/>
              </a:rPr>
              <a:t>→  </a:t>
            </a:r>
            <a:r>
              <a:rPr lang="en-US" sz="15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A safety-first service with firm limits on wait time, ride time, and capacity. Distance alone does not determine the solution.</a:t>
            </a: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6" name="Text 33">
            <a:extLst>
              <a:ext uri="{FF2B5EF4-FFF2-40B4-BE49-F238E27FC236}">
                <a16:creationId xmlns:a16="http://schemas.microsoft.com/office/drawing/2014/main" id="{D021D9DD-DBA3-0206-F459-B6931C5B8749}"/>
              </a:ext>
            </a:extLst>
          </p:cNvPr>
          <p:cNvSpPr txBox="1"/>
          <p:nvPr/>
        </p:nvSpPr>
        <p:spPr>
          <a:xfrm>
            <a:off x="554780" y="6456636"/>
            <a:ext cx="109728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0" i="1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If no van can meet these promises, dispatch assigns the trip to Lyft as paid overflow.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50651"/>
            <a:ext cx="12191999" cy="724247"/>
          </a:xfrm>
        </p:spPr>
        <p:txBody>
          <a:bodyPr/>
          <a:lstStyle/>
          <a:p>
            <a:r>
              <a:rPr lang="en-US" sz="4800" b="1" dirty="0"/>
              <a:t>Motivation – The Demand</a:t>
            </a:r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3D9892DA-C4E4-451F-AC89-BE597D0F6EF3}"/>
              </a:ext>
            </a:extLst>
          </p:cNvPr>
          <p:cNvSpPr/>
          <p:nvPr/>
        </p:nvSpPr>
        <p:spPr>
          <a:xfrm>
            <a:off x="6594166" y="2243988"/>
            <a:ext cx="66021" cy="26574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1399AAA-7609-B863-8E21-E2810E49B32B}"/>
              </a:ext>
            </a:extLst>
          </p:cNvPr>
          <p:cNvSpPr txBox="1"/>
          <p:nvPr/>
        </p:nvSpPr>
        <p:spPr>
          <a:xfrm>
            <a:off x="2114553" y="960129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cs typeface="Arial" pitchFamily="34" charset="0"/>
              </a:rPr>
              <a:t>Demand is heavy, sharply peaked, and spread across the city.</a:t>
            </a:r>
          </a:p>
        </p:txBody>
      </p:sp>
      <p:sp>
        <p:nvSpPr>
          <p:cNvPr id="83" name="Text 2">
            <a:extLst>
              <a:ext uri="{FF2B5EF4-FFF2-40B4-BE49-F238E27FC236}">
                <a16:creationId xmlns:a16="http://schemas.microsoft.com/office/drawing/2014/main" id="{46352B7F-B7DC-D6B8-3D7F-9E34117AC628}"/>
              </a:ext>
            </a:extLst>
          </p:cNvPr>
          <p:cNvSpPr txBox="1"/>
          <p:nvPr/>
        </p:nvSpPr>
        <p:spPr>
          <a:xfrm>
            <a:off x="548640" y="1407438"/>
            <a:ext cx="603504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 dirty="0">
                <a:solidFill>
                  <a:srgbClr val="ED5D62"/>
                </a:solidFill>
                <a:uFillTx/>
                <a:ea typeface="Calibri" pitchFamily="34"/>
                <a:cs typeface="Calibri" pitchFamily="34"/>
              </a:rPr>
              <a:t>44,374</a:t>
            </a:r>
            <a:r>
              <a:rPr lang="en-US" sz="1600" b="0" i="0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  riders in April 2026</a:t>
            </a:r>
            <a:endParaRPr lang="en-US" sz="40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graphicFrame>
        <p:nvGraphicFramePr>
          <p:cNvPr id="84" name="Chart 0">
            <a:extLst>
              <a:ext uri="{FF2B5EF4-FFF2-40B4-BE49-F238E27FC236}">
                <a16:creationId xmlns:a16="http://schemas.microsoft.com/office/drawing/2014/main" id="{16B65BB3-C060-0AAA-D873-A14F67467F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9765308"/>
              </p:ext>
            </p:extLst>
          </p:nvPr>
        </p:nvGraphicFramePr>
        <p:xfrm>
          <a:off x="270204" y="2150890"/>
          <a:ext cx="61264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5" name="Text 3">
            <a:extLst>
              <a:ext uri="{FF2B5EF4-FFF2-40B4-BE49-F238E27FC236}">
                <a16:creationId xmlns:a16="http://schemas.microsoft.com/office/drawing/2014/main" id="{2E72A115-1BF7-C4F4-C262-C2BD42186D2F}"/>
              </a:ext>
            </a:extLst>
          </p:cNvPr>
          <p:cNvSpPr txBox="1"/>
          <p:nvPr/>
        </p:nvSpPr>
        <p:spPr>
          <a:xfrm>
            <a:off x="270204" y="5433586"/>
            <a:ext cx="612648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1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Completed rides by hour  (April 2026, 30-day totals)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86" name="Text 4">
            <a:extLst>
              <a:ext uri="{FF2B5EF4-FFF2-40B4-BE49-F238E27FC236}">
                <a16:creationId xmlns:a16="http://schemas.microsoft.com/office/drawing/2014/main" id="{2C3536E0-9660-0F71-A738-4A9CC10E652C}"/>
              </a:ext>
            </a:extLst>
          </p:cNvPr>
          <p:cNvSpPr txBox="1"/>
          <p:nvPr/>
        </p:nvSpPr>
        <p:spPr>
          <a:xfrm>
            <a:off x="548640" y="2029229"/>
            <a:ext cx="4999047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</a:rPr>
              <a:t>At the </a:t>
            </a:r>
            <a:r>
              <a:rPr lang="en-US" sz="1200" b="1" dirty="0">
                <a:solidFill>
                  <a:srgbClr val="2681AC"/>
                </a:solidFill>
                <a:ea typeface="Calibri" pitchFamily="34"/>
                <a:cs typeface="Calibri" pitchFamily="34"/>
              </a:rPr>
              <a:t>6 PM peak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</a:rPr>
              <a:t>, demand reaches approximately 5,100 rides per hour, with about 28 vans in service.</a:t>
            </a:r>
          </a:p>
        </p:txBody>
      </p:sp>
      <p:pic>
        <p:nvPicPr>
          <p:cNvPr id="88" name="Image 0" descr="img/map_campus.png">
            <a:extLst>
              <a:ext uri="{FF2B5EF4-FFF2-40B4-BE49-F238E27FC236}">
                <a16:creationId xmlns:a16="http://schemas.microsoft.com/office/drawing/2014/main" id="{89DF02BD-420E-1861-8363-885B1DCCF2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141"/>
          <a:stretch>
            <a:fillRect/>
          </a:stretch>
        </p:blipFill>
        <p:spPr>
          <a:xfrm>
            <a:off x="6937578" y="1977892"/>
            <a:ext cx="4999047" cy="347472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9" name="Text 6">
            <a:extLst>
              <a:ext uri="{FF2B5EF4-FFF2-40B4-BE49-F238E27FC236}">
                <a16:creationId xmlns:a16="http://schemas.microsoft.com/office/drawing/2014/main" id="{B49CB104-B477-E77F-9203-5EFE0CB8E423}"/>
              </a:ext>
            </a:extLst>
          </p:cNvPr>
          <p:cNvSpPr txBox="1"/>
          <p:nvPr/>
        </p:nvSpPr>
        <p:spPr>
          <a:xfrm>
            <a:off x="7172107" y="1679283"/>
            <a:ext cx="44805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Ride origins near campus (density)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90" name="Text 7">
            <a:extLst>
              <a:ext uri="{FF2B5EF4-FFF2-40B4-BE49-F238E27FC236}">
                <a16:creationId xmlns:a16="http://schemas.microsoft.com/office/drawing/2014/main" id="{1BB18A4B-B4C9-9CF8-0644-6F7A51227B58}"/>
              </a:ext>
            </a:extLst>
          </p:cNvPr>
          <p:cNvSpPr txBox="1"/>
          <p:nvPr/>
        </p:nvSpPr>
        <p:spPr>
          <a:xfrm>
            <a:off x="548640" y="5838512"/>
            <a:ext cx="11091672" cy="3840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 dirty="0">
                <a:solidFill>
                  <a:srgbClr val="C77F0A"/>
                </a:solidFill>
                <a:uFillTx/>
                <a:ea typeface="Calibri" pitchFamily="34"/>
                <a:cs typeface="Calibri" pitchFamily="34"/>
              </a:rPr>
              <a:t>→ </a:t>
            </a:r>
            <a:r>
              <a:rPr lang="en-US" sz="15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Supply already scales with peak demand. The challenge is smarter trip assignment, not simply adding more vans.</a:t>
            </a: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91" name="Text 8">
            <a:extLst>
              <a:ext uri="{FF2B5EF4-FFF2-40B4-BE49-F238E27FC236}">
                <a16:creationId xmlns:a16="http://schemas.microsoft.com/office/drawing/2014/main" id="{9D16E456-E005-303B-21EA-B630639B5B21}"/>
              </a:ext>
            </a:extLst>
          </p:cNvPr>
          <p:cNvSpPr txBox="1"/>
          <p:nvPr/>
        </p:nvSpPr>
        <p:spPr>
          <a:xfrm>
            <a:off x="548640" y="6323144"/>
            <a:ext cx="11091672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1" u="none" strike="noStrike" kern="1200" cap="none" spc="0" baseline="0">
                <a:solidFill>
                  <a:srgbClr val="9AA2B1"/>
                </a:solidFill>
                <a:uFillTx/>
                <a:ea typeface="Calibri" pitchFamily="34"/>
                <a:cs typeface="Calibri" pitchFamily="34"/>
              </a:rPr>
              <a:t>Source: JHU Transportation / TransLoc dashboards, April 2026.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5CFA650-1861-BC5E-CDC4-03B20C2951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50651"/>
            <a:ext cx="12191999" cy="724247"/>
          </a:xfrm>
        </p:spPr>
        <p:txBody>
          <a:bodyPr/>
          <a:lstStyle/>
          <a:p>
            <a:r>
              <a:rPr lang="en-US" sz="4800" b="1" dirty="0"/>
              <a:t>Motivation – The Gap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91F2F7-488F-8052-3EDE-24E1C9194834}"/>
              </a:ext>
            </a:extLst>
          </p:cNvPr>
          <p:cNvSpPr txBox="1"/>
          <p:nvPr/>
        </p:nvSpPr>
        <p:spPr>
          <a:xfrm>
            <a:off x="2708339" y="1055401"/>
            <a:ext cx="677227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cs typeface="Arial" pitchFamily="34" charset="0"/>
              </a:rPr>
              <a:t>Most riders have an acceptable experience. The challenge is concentrated among those with the longest waits.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38B847C-E97B-6ECB-FE75-B0E505C2B505}"/>
              </a:ext>
            </a:extLst>
          </p:cNvPr>
          <p:cNvSpPr txBox="1"/>
          <p:nvPr/>
        </p:nvSpPr>
        <p:spPr>
          <a:xfrm>
            <a:off x="548640" y="1810512"/>
            <a:ext cx="3319272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Wait: request → pickup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D095305-A71C-BFF4-6803-B828A7248447}"/>
              </a:ext>
            </a:extLst>
          </p:cNvPr>
          <p:cNvSpPr/>
          <p:nvPr/>
        </p:nvSpPr>
        <p:spPr>
          <a:xfrm>
            <a:off x="548640" y="2286000"/>
            <a:ext cx="6035040" cy="45720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2B134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100B8D2-68CF-2C4A-AAD7-6AE6B157FA0F}"/>
              </a:ext>
            </a:extLst>
          </p:cNvPr>
          <p:cNvSpPr/>
          <p:nvPr/>
        </p:nvSpPr>
        <p:spPr>
          <a:xfrm>
            <a:off x="4320540" y="2286000"/>
            <a:ext cx="2263139" cy="457200"/>
          </a:xfrm>
          <a:prstGeom prst="rect">
            <a:avLst/>
          </a:prstGeom>
          <a:solidFill>
            <a:srgbClr val="EDBE43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312FE29C-75D1-ED1E-780E-C9BBFBF94594}"/>
              </a:ext>
            </a:extLst>
          </p:cNvPr>
          <p:cNvSpPr/>
          <p:nvPr/>
        </p:nvSpPr>
        <p:spPr>
          <a:xfrm>
            <a:off x="3754755" y="2359152"/>
            <a:ext cx="754380" cy="310896"/>
          </a:xfrm>
          <a:custGeom>
            <a:avLst>
              <a:gd name="f0" fmla="val 317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5D62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47108380-1E4F-F6A8-08D8-DBD9C25ACFA9}"/>
              </a:ext>
            </a:extLst>
          </p:cNvPr>
          <p:cNvSpPr txBox="1"/>
          <p:nvPr/>
        </p:nvSpPr>
        <p:spPr>
          <a:xfrm>
            <a:off x="2988945" y="2011680"/>
            <a:ext cx="2286000" cy="2194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 dirty="0">
                <a:solidFill>
                  <a:srgbClr val="E8624A"/>
                </a:solidFill>
                <a:uFillTx/>
                <a:ea typeface="Calibri" pitchFamily="34"/>
                <a:cs typeface="Calibri" pitchFamily="34"/>
              </a:rPr>
              <a:t>slowest 1 in 10 riders</a:t>
            </a: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C5ACE515-65F4-A764-39F0-3F400BCE7058}"/>
              </a:ext>
            </a:extLst>
          </p:cNvPr>
          <p:cNvSpPr txBox="1"/>
          <p:nvPr/>
        </p:nvSpPr>
        <p:spPr>
          <a:xfrm>
            <a:off x="4600575" y="2386584"/>
            <a:ext cx="1463040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chemeClr val="bg1"/>
                </a:solidFill>
                <a:uFillTx/>
                <a:ea typeface="Calibri" pitchFamily="34"/>
                <a:cs typeface="Calibri" pitchFamily="34"/>
              </a:rPr>
              <a:t>17–21 min</a:t>
            </a:r>
            <a:endParaRPr lang="en-US" sz="1100" b="0" i="0" u="none" strike="noStrike" kern="1200" cap="none" spc="0" baseline="0" dirty="0">
              <a:solidFill>
                <a:schemeClr val="bg1"/>
              </a:solidFill>
              <a:uFillTx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4387940D-60DC-5D09-2D0E-33A79DD9A741}"/>
              </a:ext>
            </a:extLst>
          </p:cNvPr>
          <p:cNvSpPr/>
          <p:nvPr/>
        </p:nvSpPr>
        <p:spPr>
          <a:xfrm>
            <a:off x="2522601" y="2414016"/>
            <a:ext cx="201168" cy="20116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chemeClr val="bg1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2E578AB3-7FED-FAFE-97E3-8B4FB806F573}"/>
              </a:ext>
            </a:extLst>
          </p:cNvPr>
          <p:cNvSpPr/>
          <p:nvPr/>
        </p:nvSpPr>
        <p:spPr>
          <a:xfrm>
            <a:off x="4320540" y="2157984"/>
            <a:ext cx="0" cy="67665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19046" cap="flat">
            <a:solidFill>
              <a:srgbClr val="1B2540"/>
            </a:solidFill>
            <a:custDash>
              <a:ds d="300063" sp="300063"/>
            </a:custDash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2DE4FBAC-82D1-1AB1-5400-ACA8AE190174}"/>
              </a:ext>
            </a:extLst>
          </p:cNvPr>
          <p:cNvSpPr txBox="1"/>
          <p:nvPr/>
        </p:nvSpPr>
        <p:spPr>
          <a:xfrm>
            <a:off x="1754505" y="2834640"/>
            <a:ext cx="1737360" cy="2194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2FA36B"/>
                </a:solidFill>
                <a:uFillTx/>
                <a:ea typeface="Calibri" pitchFamily="34"/>
                <a:cs typeface="Calibri" pitchFamily="34"/>
              </a:rPr>
              <a:t>typical  11 min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B922EA50-09E4-99B1-3825-4BA5558A25D1}"/>
              </a:ext>
            </a:extLst>
          </p:cNvPr>
          <p:cNvSpPr txBox="1"/>
          <p:nvPr/>
        </p:nvSpPr>
        <p:spPr>
          <a:xfrm>
            <a:off x="3451860" y="2834640"/>
            <a:ext cx="1737360" cy="2194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20-min target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944FC7F3-2E79-1F80-913C-32C4FBA47D37}"/>
              </a:ext>
            </a:extLst>
          </p:cNvPr>
          <p:cNvSpPr txBox="1"/>
          <p:nvPr/>
        </p:nvSpPr>
        <p:spPr>
          <a:xfrm>
            <a:off x="548640" y="3593591"/>
            <a:ext cx="3319272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Time on the van (ride length)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7F27951F-BC22-A8E1-57B5-9436F49731FB}"/>
              </a:ext>
            </a:extLst>
          </p:cNvPr>
          <p:cNvSpPr/>
          <p:nvPr/>
        </p:nvSpPr>
        <p:spPr>
          <a:xfrm>
            <a:off x="548640" y="4069080"/>
            <a:ext cx="6035040" cy="45720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2B134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4D59639A-A463-A42F-8B28-439E5D6F14E2}"/>
              </a:ext>
            </a:extLst>
          </p:cNvPr>
          <p:cNvSpPr/>
          <p:nvPr/>
        </p:nvSpPr>
        <p:spPr>
          <a:xfrm>
            <a:off x="5263515" y="4069080"/>
            <a:ext cx="1320164" cy="457200"/>
          </a:xfrm>
          <a:prstGeom prst="rect">
            <a:avLst/>
          </a:prstGeom>
          <a:solidFill>
            <a:srgbClr val="EDBE43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32A9DABA-616B-763D-AC83-C2E31E533C21}"/>
              </a:ext>
            </a:extLst>
          </p:cNvPr>
          <p:cNvSpPr/>
          <p:nvPr/>
        </p:nvSpPr>
        <p:spPr>
          <a:xfrm>
            <a:off x="4509135" y="4142232"/>
            <a:ext cx="1697355" cy="310896"/>
          </a:xfrm>
          <a:custGeom>
            <a:avLst>
              <a:gd name="f0" fmla="val 317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5D62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CC30ED59-19C6-EE9A-D2D0-EE845477EC6D}"/>
              </a:ext>
            </a:extLst>
          </p:cNvPr>
          <p:cNvSpPr txBox="1"/>
          <p:nvPr/>
        </p:nvSpPr>
        <p:spPr>
          <a:xfrm>
            <a:off x="4214817" y="3794759"/>
            <a:ext cx="2286000" cy="2194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E8624A"/>
                </a:solidFill>
                <a:uFillTx/>
                <a:ea typeface="Calibri" pitchFamily="34"/>
                <a:cs typeface="Calibri" pitchFamily="34"/>
              </a:rPr>
              <a:t>slowest 1 in 10 riders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EF341E33-20C5-2343-AF51-A43E2BD07A93}"/>
              </a:ext>
            </a:extLst>
          </p:cNvPr>
          <p:cNvSpPr txBox="1"/>
          <p:nvPr/>
        </p:nvSpPr>
        <p:spPr>
          <a:xfrm>
            <a:off x="6297929" y="4169663"/>
            <a:ext cx="1463040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E8624A"/>
                </a:solidFill>
                <a:uFillTx/>
                <a:ea typeface="Calibri" pitchFamily="34"/>
                <a:cs typeface="Calibri" pitchFamily="34"/>
              </a:rPr>
              <a:t>21–30 min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98F71DDD-7AC1-3F32-F045-61474FF784A0}"/>
              </a:ext>
            </a:extLst>
          </p:cNvPr>
          <p:cNvSpPr/>
          <p:nvPr/>
        </p:nvSpPr>
        <p:spPr>
          <a:xfrm>
            <a:off x="2522601" y="4197096"/>
            <a:ext cx="201168" cy="20116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chemeClr val="bg1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C1CC5ABB-10BE-37F0-2008-347DA3F51092}"/>
              </a:ext>
            </a:extLst>
          </p:cNvPr>
          <p:cNvSpPr/>
          <p:nvPr/>
        </p:nvSpPr>
        <p:spPr>
          <a:xfrm>
            <a:off x="5263515" y="3941063"/>
            <a:ext cx="0" cy="67665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19046" cap="flat">
            <a:solidFill>
              <a:srgbClr val="1B2540"/>
            </a:solidFill>
            <a:custDash>
              <a:ds d="300063" sp="300063"/>
            </a:custDash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6EF9C6B1-B178-FD5B-EA17-09AA247C6D21}"/>
              </a:ext>
            </a:extLst>
          </p:cNvPr>
          <p:cNvSpPr txBox="1"/>
          <p:nvPr/>
        </p:nvSpPr>
        <p:spPr>
          <a:xfrm>
            <a:off x="1754505" y="4617720"/>
            <a:ext cx="1737360" cy="2194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2FA36B"/>
                </a:solidFill>
                <a:uFillTx/>
                <a:ea typeface="Calibri" pitchFamily="34"/>
                <a:cs typeface="Calibri" pitchFamily="34"/>
              </a:rPr>
              <a:t>typical  11 min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4B1A1BCB-151D-A700-ACE1-0678338F11C5}"/>
              </a:ext>
            </a:extLst>
          </p:cNvPr>
          <p:cNvSpPr txBox="1"/>
          <p:nvPr/>
        </p:nvSpPr>
        <p:spPr>
          <a:xfrm>
            <a:off x="4394835" y="4617720"/>
            <a:ext cx="1737360" cy="2194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25-min target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61DEF665-C3BD-E4A0-C850-5F50DE73A5F1}"/>
              </a:ext>
            </a:extLst>
          </p:cNvPr>
          <p:cNvSpPr/>
          <p:nvPr/>
        </p:nvSpPr>
        <p:spPr>
          <a:xfrm>
            <a:off x="548640" y="5074920"/>
            <a:ext cx="6035040" cy="868680"/>
          </a:xfrm>
          <a:custGeom>
            <a:avLst>
              <a:gd name="f0" fmla="val 204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2681AC"/>
          </a:solidFill>
          <a:ln w="12701" cap="flat">
            <a:solidFill>
              <a:srgbClr val="D5DCE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C6E75638-218F-0D94-C6B2-B0CF7F0B2822}"/>
              </a:ext>
            </a:extLst>
          </p:cNvPr>
          <p:cNvSpPr txBox="1"/>
          <p:nvPr/>
        </p:nvSpPr>
        <p:spPr>
          <a:xfrm>
            <a:off x="731520" y="5193792"/>
            <a:ext cx="5669280" cy="6400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1" i="0" u="none" strike="noStrike" kern="1200" cap="none" spc="0" baseline="0" dirty="0">
                <a:solidFill>
                  <a:schemeClr val="bg1"/>
                </a:solidFill>
                <a:uFillTx/>
                <a:ea typeface="Calibri" pitchFamily="34"/>
                <a:cs typeface="Calibri" pitchFamily="34"/>
              </a:rPr>
              <a:t>The 90th percentile (P90) marks the cutoff for the slowest 10% of riders. Nine out of ten riders have shorter times, while one out of ten has longer times and is most likely to exceed the target.</a:t>
            </a:r>
            <a:endParaRPr lang="en-US" sz="1250" b="0" i="0" u="none" strike="noStrike" kern="1200" cap="none" spc="0" baseline="0" dirty="0">
              <a:solidFill>
                <a:schemeClr val="bg1"/>
              </a:solidFill>
              <a:uFillTx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E24597BF-F26F-B23B-5B8F-17803E34CA72}"/>
              </a:ext>
            </a:extLst>
          </p:cNvPr>
          <p:cNvSpPr txBox="1"/>
          <p:nvPr/>
        </p:nvSpPr>
        <p:spPr>
          <a:xfrm>
            <a:off x="8001000" y="1826724"/>
            <a:ext cx="3566160" cy="2493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Who actually carries the riders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graphicFrame>
        <p:nvGraphicFramePr>
          <p:cNvPr id="32" name="Chart 0">
            <a:extLst>
              <a:ext uri="{FF2B5EF4-FFF2-40B4-BE49-F238E27FC236}">
                <a16:creationId xmlns:a16="http://schemas.microsoft.com/office/drawing/2014/main" id="{792EDAC0-A75D-4A27-9A6C-680E2DF1AC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6506996"/>
              </p:ext>
            </p:extLst>
          </p:nvPr>
        </p:nvGraphicFramePr>
        <p:xfrm>
          <a:off x="8001000" y="1965960"/>
          <a:ext cx="35661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 25">
            <a:extLst>
              <a:ext uri="{FF2B5EF4-FFF2-40B4-BE49-F238E27FC236}">
                <a16:creationId xmlns:a16="http://schemas.microsoft.com/office/drawing/2014/main" id="{793EA1FD-478C-FBD0-BE3F-D50D4F1DF2BE}"/>
              </a:ext>
            </a:extLst>
          </p:cNvPr>
          <p:cNvSpPr txBox="1"/>
          <p:nvPr/>
        </p:nvSpPr>
        <p:spPr>
          <a:xfrm>
            <a:off x="7818120" y="4831771"/>
            <a:ext cx="3931920" cy="2926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 dirty="0">
                <a:solidFill>
                  <a:srgbClr val="E8624A"/>
                </a:solidFill>
                <a:uFillTx/>
                <a:ea typeface="Calibri" pitchFamily="34"/>
                <a:cs typeface="Calibri" pitchFamily="34"/>
              </a:rPr>
              <a:t>~1 in 4 trips overflow to Lyft</a:t>
            </a: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DB30D04E-0319-30A0-3BDA-C66EE440743A}"/>
              </a:ext>
            </a:extLst>
          </p:cNvPr>
          <p:cNvSpPr txBox="1"/>
          <p:nvPr/>
        </p:nvSpPr>
        <p:spPr>
          <a:xfrm>
            <a:off x="8001000" y="5151811"/>
            <a:ext cx="356616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1" u="none" strike="noStrike" kern="1200" cap="none" spc="0" baseline="0" dirty="0">
                <a:solidFill>
                  <a:srgbClr val="2681AC"/>
                </a:solidFill>
                <a:uFillTx/>
                <a:ea typeface="Calibri" pitchFamily="34"/>
                <a:cs typeface="Calibri" pitchFamily="34"/>
              </a:rPr>
              <a:t>a quarter of demand can't get a van in time and is sent to paid rides.</a:t>
            </a:r>
            <a:endParaRPr lang="en-US" sz="1200" b="0" i="0" u="none" strike="noStrike" kern="1200" cap="none" spc="0" baseline="0" dirty="0">
              <a:solidFill>
                <a:srgbClr val="2681AC"/>
              </a:solidFill>
              <a:uFillTx/>
            </a:endParaRPr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82877837-DF5B-FB0D-DA61-E460D43EB3C4}"/>
              </a:ext>
            </a:extLst>
          </p:cNvPr>
          <p:cNvSpPr txBox="1"/>
          <p:nvPr/>
        </p:nvSpPr>
        <p:spPr>
          <a:xfrm>
            <a:off x="548640" y="6473952"/>
            <a:ext cx="11091672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1" u="none" strike="noStrike" kern="1200" cap="none" spc="0" baseline="0" dirty="0">
                <a:solidFill>
                  <a:srgbClr val="2681AC"/>
                </a:solidFill>
                <a:uFillTx/>
                <a:ea typeface="Calibri" pitchFamily="34"/>
                <a:cs typeface="Calibri" pitchFamily="34"/>
              </a:rPr>
              <a:t>Source: JHU Transportation / </a:t>
            </a:r>
            <a:r>
              <a:rPr lang="en-US" sz="900" b="0" i="1" u="none" strike="noStrike" kern="1200" cap="none" spc="0" baseline="0" dirty="0" err="1">
                <a:solidFill>
                  <a:srgbClr val="2681AC"/>
                </a:solidFill>
                <a:uFillTx/>
                <a:ea typeface="Calibri" pitchFamily="34"/>
                <a:cs typeface="Calibri" pitchFamily="34"/>
              </a:rPr>
              <a:t>TransLoc</a:t>
            </a:r>
            <a:r>
              <a:rPr lang="en-US" sz="900" b="0" i="1" u="none" strike="noStrike" kern="1200" cap="none" spc="0" baseline="0" dirty="0">
                <a:solidFill>
                  <a:srgbClr val="2681AC"/>
                </a:solidFill>
                <a:uFillTx/>
                <a:ea typeface="Calibri" pitchFamily="34"/>
                <a:cs typeface="Calibri" pitchFamily="34"/>
              </a:rPr>
              <a:t> dashboards, April 2026. Van-vs-Lyft share approximate.</a:t>
            </a:r>
            <a:endParaRPr lang="en-US" sz="900" b="0" i="0" u="none" strike="noStrike" kern="1200" cap="none" spc="0" baseline="0" dirty="0">
              <a:solidFill>
                <a:srgbClr val="2681AC"/>
              </a:solidFill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120C8-B824-80FA-DA94-416723AF560A}"/>
              </a:ext>
            </a:extLst>
          </p:cNvPr>
          <p:cNvSpPr txBox="1"/>
          <p:nvPr/>
        </p:nvSpPr>
        <p:spPr>
          <a:xfrm>
            <a:off x="11123502" y="6860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53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8EE030E-CAA3-451B-A388-E940D465C93F}"/>
              </a:ext>
            </a:extLst>
          </p:cNvPr>
          <p:cNvGrpSpPr/>
          <p:nvPr/>
        </p:nvGrpSpPr>
        <p:grpSpPr>
          <a:xfrm flipH="1">
            <a:off x="5775310" y="3768053"/>
            <a:ext cx="6416690" cy="2430270"/>
            <a:chOff x="0" y="3596782"/>
            <a:chExt cx="6416690" cy="2430270"/>
          </a:xfrm>
        </p:grpSpPr>
        <p:sp>
          <p:nvSpPr>
            <p:cNvPr id="4" name="직사각형 36">
              <a:extLst>
                <a:ext uri="{FF2B5EF4-FFF2-40B4-BE49-F238E27FC236}">
                  <a16:creationId xmlns:a16="http://schemas.microsoft.com/office/drawing/2014/main" id="{88D0FFEF-2294-46CF-9D20-634FF3294664}"/>
                </a:ext>
              </a:extLst>
            </p:cNvPr>
            <p:cNvSpPr/>
            <p:nvPr/>
          </p:nvSpPr>
          <p:spPr>
            <a:xfrm>
              <a:off x="0" y="3596782"/>
              <a:ext cx="5295900" cy="7668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50000"/>
                  </a:schemeClr>
                </a:gs>
                <a:gs pos="2600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5" name="Down Arrow 3">
              <a:extLst>
                <a:ext uri="{FF2B5EF4-FFF2-40B4-BE49-F238E27FC236}">
                  <a16:creationId xmlns:a16="http://schemas.microsoft.com/office/drawing/2014/main" id="{757D67DD-0418-4FFC-9203-2B7F53C4BF23}"/>
                </a:ext>
              </a:extLst>
            </p:cNvPr>
            <p:cNvSpPr/>
            <p:nvPr/>
          </p:nvSpPr>
          <p:spPr>
            <a:xfrm rot="10800000" flipH="1" flipV="1">
              <a:off x="4904522" y="3596782"/>
              <a:ext cx="1512168" cy="2430270"/>
            </a:xfrm>
            <a:custGeom>
              <a:avLst/>
              <a:gdLst/>
              <a:ahLst/>
              <a:cxnLst/>
              <a:rect l="l" t="t" r="r" b="b"/>
              <a:pathLst>
                <a:path w="1512168" h="2430270">
                  <a:moveTo>
                    <a:pt x="756084" y="2430270"/>
                  </a:moveTo>
                  <a:lnTo>
                    <a:pt x="0" y="1674186"/>
                  </a:lnTo>
                  <a:lnTo>
                    <a:pt x="378042" y="1674186"/>
                  </a:lnTo>
                  <a:lnTo>
                    <a:pt x="378042" y="0"/>
                  </a:lnTo>
                  <a:lnTo>
                    <a:pt x="1134126" y="756084"/>
                  </a:lnTo>
                  <a:lnTo>
                    <a:pt x="1134126" y="1674186"/>
                  </a:lnTo>
                  <a:lnTo>
                    <a:pt x="1512168" y="167418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61B1BE0-996C-4AC0-9155-39940DDED203}"/>
              </a:ext>
            </a:extLst>
          </p:cNvPr>
          <p:cNvGrpSpPr/>
          <p:nvPr/>
        </p:nvGrpSpPr>
        <p:grpSpPr>
          <a:xfrm flipH="1">
            <a:off x="0" y="2018856"/>
            <a:ext cx="6416690" cy="2430270"/>
            <a:chOff x="5775310" y="1820550"/>
            <a:chExt cx="6416690" cy="2430270"/>
          </a:xfrm>
        </p:grpSpPr>
        <p:sp>
          <p:nvSpPr>
            <p:cNvPr id="7" name="직사각형 5">
              <a:extLst>
                <a:ext uri="{FF2B5EF4-FFF2-40B4-BE49-F238E27FC236}">
                  <a16:creationId xmlns:a16="http://schemas.microsoft.com/office/drawing/2014/main" id="{17FBD983-F737-4158-9FEE-429B1276F8E4}"/>
                </a:ext>
              </a:extLst>
            </p:cNvPr>
            <p:cNvSpPr/>
            <p:nvPr/>
          </p:nvSpPr>
          <p:spPr>
            <a:xfrm>
              <a:off x="6896100" y="3484019"/>
              <a:ext cx="5295900" cy="7668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50000"/>
                  </a:schemeClr>
                </a:gs>
                <a:gs pos="26000">
                  <a:schemeClr val="accent3">
                    <a:lumMod val="7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8" name="Down Arrow 3">
              <a:extLst>
                <a:ext uri="{FF2B5EF4-FFF2-40B4-BE49-F238E27FC236}">
                  <a16:creationId xmlns:a16="http://schemas.microsoft.com/office/drawing/2014/main" id="{827A845F-FF2E-451D-A93E-8A07628B63CF}"/>
                </a:ext>
              </a:extLst>
            </p:cNvPr>
            <p:cNvSpPr/>
            <p:nvPr/>
          </p:nvSpPr>
          <p:spPr>
            <a:xfrm rot="10800000">
              <a:off x="5775310" y="1820550"/>
              <a:ext cx="1512168" cy="2430270"/>
            </a:xfrm>
            <a:custGeom>
              <a:avLst/>
              <a:gdLst/>
              <a:ahLst/>
              <a:cxnLst/>
              <a:rect l="l" t="t" r="r" b="b"/>
              <a:pathLst>
                <a:path w="1512168" h="2430270">
                  <a:moveTo>
                    <a:pt x="756084" y="2430270"/>
                  </a:moveTo>
                  <a:lnTo>
                    <a:pt x="0" y="1674186"/>
                  </a:lnTo>
                  <a:lnTo>
                    <a:pt x="378042" y="1674186"/>
                  </a:lnTo>
                  <a:lnTo>
                    <a:pt x="378042" y="0"/>
                  </a:lnTo>
                  <a:lnTo>
                    <a:pt x="1134126" y="756084"/>
                  </a:lnTo>
                  <a:lnTo>
                    <a:pt x="1134126" y="1674186"/>
                  </a:lnTo>
                  <a:lnTo>
                    <a:pt x="1512168" y="16741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B89CDEC-E81B-42D1-85BF-75216645100B}"/>
              </a:ext>
            </a:extLst>
          </p:cNvPr>
          <p:cNvSpPr txBox="1"/>
          <p:nvPr/>
        </p:nvSpPr>
        <p:spPr>
          <a:xfrm>
            <a:off x="-28424" y="3839439"/>
            <a:ext cx="5258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Ordinary routing (CVRP)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F02CE-6261-4FA3-881E-EB0AC1F799A8}"/>
              </a:ext>
            </a:extLst>
          </p:cNvPr>
          <p:cNvSpPr txBox="1"/>
          <p:nvPr/>
        </p:nvSpPr>
        <p:spPr>
          <a:xfrm>
            <a:off x="7099324" y="3914150"/>
            <a:ext cx="4964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dirty="0">
                <a:solidFill>
                  <a:srgbClr val="1B2540"/>
                </a:solidFill>
                <a:ea typeface="Calibri" pitchFamily="34"/>
                <a:cs typeface="Calibri" pitchFamily="34"/>
              </a:rPr>
              <a:t>Our problem: Dial-a-Ride</a:t>
            </a:r>
            <a:endParaRPr lang="en-US" sz="2400" dirty="0">
              <a:solidFill>
                <a:srgbClr val="000000"/>
              </a:solidFill>
            </a:endParaRPr>
          </a:p>
        </p:txBody>
      </p:sp>
      <p:grpSp>
        <p:nvGrpSpPr>
          <p:cNvPr id="11" name="Group 1">
            <a:extLst>
              <a:ext uri="{FF2B5EF4-FFF2-40B4-BE49-F238E27FC236}">
                <a16:creationId xmlns:a16="http://schemas.microsoft.com/office/drawing/2014/main" id="{4FBF1D19-5592-46A6-942E-758FED07B261}"/>
              </a:ext>
            </a:extLst>
          </p:cNvPr>
          <p:cNvGrpSpPr/>
          <p:nvPr/>
        </p:nvGrpSpPr>
        <p:grpSpPr>
          <a:xfrm>
            <a:off x="7195845" y="4799785"/>
            <a:ext cx="5043894" cy="566802"/>
            <a:chOff x="7300542" y="4515751"/>
            <a:chExt cx="5043894" cy="56680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3F5AC6F-8D24-4EF7-9292-A907A403725A}"/>
                </a:ext>
              </a:extLst>
            </p:cNvPr>
            <p:cNvSpPr/>
            <p:nvPr/>
          </p:nvSpPr>
          <p:spPr>
            <a:xfrm>
              <a:off x="7300542" y="4515751"/>
              <a:ext cx="566802" cy="5668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69A633-9FD8-4E3F-9E3A-1076CE90B819}"/>
                </a:ext>
              </a:extLst>
            </p:cNvPr>
            <p:cNvSpPr/>
            <p:nvPr/>
          </p:nvSpPr>
          <p:spPr>
            <a:xfrm>
              <a:off x="9533106" y="4515751"/>
              <a:ext cx="566802" cy="5668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ED03A4-E3A8-4B37-92CC-3B3C1F9B4068}"/>
                </a:ext>
              </a:extLst>
            </p:cNvPr>
            <p:cNvSpPr txBox="1"/>
            <p:nvPr/>
          </p:nvSpPr>
          <p:spPr>
            <a:xfrm>
              <a:off x="7867344" y="4572517"/>
              <a:ext cx="16261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Van load changes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en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route (capacity)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99B3EAF-1279-472B-A920-4FEE9CC6BEE4}"/>
                </a:ext>
              </a:extLst>
            </p:cNvPr>
            <p:cNvSpPr txBox="1"/>
            <p:nvPr/>
          </p:nvSpPr>
          <p:spPr>
            <a:xfrm>
              <a:off x="10099908" y="4572517"/>
              <a:ext cx="22445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Requests arrive online; some moves are committed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7C5FB6-4CB9-4D95-BC5E-477ECFF1F5F7}"/>
              </a:ext>
            </a:extLst>
          </p:cNvPr>
          <p:cNvGrpSpPr/>
          <p:nvPr/>
        </p:nvGrpSpPr>
        <p:grpSpPr>
          <a:xfrm flipH="1">
            <a:off x="110165" y="2877628"/>
            <a:ext cx="4423278" cy="681063"/>
            <a:chOff x="7653085" y="4515751"/>
            <a:chExt cx="4423278" cy="68106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8D320DB-2A0C-46F8-AE5C-BCE7BF80A329}"/>
                </a:ext>
              </a:extLst>
            </p:cNvPr>
            <p:cNvSpPr/>
            <p:nvPr/>
          </p:nvSpPr>
          <p:spPr>
            <a:xfrm>
              <a:off x="7653085" y="4515751"/>
              <a:ext cx="566802" cy="5668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3843539-A681-4888-92FE-78A40419CDD5}"/>
                </a:ext>
              </a:extLst>
            </p:cNvPr>
            <p:cNvSpPr/>
            <p:nvPr/>
          </p:nvSpPr>
          <p:spPr>
            <a:xfrm>
              <a:off x="9742429" y="4515751"/>
              <a:ext cx="566802" cy="5668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77A3E1-7113-4A1F-BDED-D54CF3642920}"/>
                </a:ext>
              </a:extLst>
            </p:cNvPr>
            <p:cNvSpPr txBox="1"/>
            <p:nvPr/>
          </p:nvSpPr>
          <p:spPr>
            <a:xfrm>
              <a:off x="8219887" y="4550483"/>
              <a:ext cx="15121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Pickup must precede drop-off</a:t>
              </a:r>
            </a:p>
            <a:p>
              <a:pPr algn="r"/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6C054F-D81D-4D74-93D4-05722DB47CF5}"/>
                </a:ext>
              </a:extLst>
            </p:cNvPr>
            <p:cNvSpPr txBox="1"/>
            <p:nvPr/>
          </p:nvSpPr>
          <p:spPr>
            <a:xfrm>
              <a:off x="10309232" y="4550483"/>
              <a:ext cx="17671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Paired pickup → drop-off, same van</a:t>
              </a:r>
            </a:p>
            <a:p>
              <a:pPr algn="r"/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itchFamily="34" charset="0"/>
              </a:endParaRPr>
            </a:p>
          </p:txBody>
        </p:sp>
      </p:grp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317663AC-7692-4F65-862A-F5DB489F43E9}"/>
              </a:ext>
            </a:extLst>
          </p:cNvPr>
          <p:cNvSpPr/>
          <p:nvPr/>
        </p:nvSpPr>
        <p:spPr>
          <a:xfrm>
            <a:off x="1985805" y="3030847"/>
            <a:ext cx="349785" cy="26868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759E6609-D226-4E3F-87A3-BCAAB58C44DE}"/>
              </a:ext>
            </a:extLst>
          </p:cNvPr>
          <p:cNvSpPr/>
          <p:nvPr/>
        </p:nvSpPr>
        <p:spPr>
          <a:xfrm>
            <a:off x="4075328" y="2991644"/>
            <a:ext cx="349783" cy="30185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43A3B49F-0822-4C3F-8B7A-A94C887CFC72}"/>
              </a:ext>
            </a:extLst>
          </p:cNvPr>
          <p:cNvSpPr/>
          <p:nvPr/>
        </p:nvSpPr>
        <p:spPr>
          <a:xfrm rot="2700000">
            <a:off x="7367927" y="4850117"/>
            <a:ext cx="244065" cy="43756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40DF19AF-07E7-4575-9931-DFE032C865F2}"/>
              </a:ext>
            </a:extLst>
          </p:cNvPr>
          <p:cNvSpPr/>
          <p:nvPr/>
        </p:nvSpPr>
        <p:spPr>
          <a:xfrm>
            <a:off x="9560616" y="4938626"/>
            <a:ext cx="302385" cy="283060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E62C7E33-15FF-4D85-5834-EBF717086E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50651"/>
            <a:ext cx="12191999" cy="724247"/>
          </a:xfrm>
        </p:spPr>
        <p:txBody>
          <a:bodyPr/>
          <a:lstStyle/>
          <a:p>
            <a:r>
              <a:rPr lang="en-US" sz="4800" b="1" dirty="0"/>
              <a:t>The Problem Class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4B1021-5017-40D4-1D6D-88212809490E}"/>
              </a:ext>
            </a:extLst>
          </p:cNvPr>
          <p:cNvSpPr txBox="1"/>
          <p:nvPr/>
        </p:nvSpPr>
        <p:spPr>
          <a:xfrm>
            <a:off x="2114553" y="1017281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cs typeface="Arial" pitchFamily="34" charset="0"/>
              </a:rPr>
              <a:t>This is a Dial-a-Ride problem, not ordinary routing</a:t>
            </a:r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B7509DB2-15EF-AB7B-B8D4-F9BF620D49A9}"/>
              </a:ext>
            </a:extLst>
          </p:cNvPr>
          <p:cNvSpPr/>
          <p:nvPr/>
        </p:nvSpPr>
        <p:spPr>
          <a:xfrm>
            <a:off x="1017507" y="5688323"/>
            <a:ext cx="502920" cy="50292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6B7385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231C3A33-28AC-5CFC-4E5A-349D27716F87}"/>
              </a:ext>
            </a:extLst>
          </p:cNvPr>
          <p:cNvSpPr txBox="1"/>
          <p:nvPr/>
        </p:nvSpPr>
        <p:spPr>
          <a:xfrm>
            <a:off x="880348" y="5775192"/>
            <a:ext cx="77724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D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7A4546DE-3C77-7B39-D909-BF84D3307745}"/>
              </a:ext>
            </a:extLst>
          </p:cNvPr>
          <p:cNvSpPr/>
          <p:nvPr/>
        </p:nvSpPr>
        <p:spPr>
          <a:xfrm>
            <a:off x="2411968" y="4659623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2681AC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F27A8EEF-CF18-DC63-2B28-9BDD91138AEE}"/>
              </a:ext>
            </a:extLst>
          </p:cNvPr>
          <p:cNvSpPr txBox="1"/>
          <p:nvPr/>
        </p:nvSpPr>
        <p:spPr>
          <a:xfrm>
            <a:off x="2274808" y="4723632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1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43" name="Shape 8">
            <a:extLst>
              <a:ext uri="{FF2B5EF4-FFF2-40B4-BE49-F238E27FC236}">
                <a16:creationId xmlns:a16="http://schemas.microsoft.com/office/drawing/2014/main" id="{6B5EFAE1-AFC0-0641-73C4-4B2DC01F16EE}"/>
              </a:ext>
            </a:extLst>
          </p:cNvPr>
          <p:cNvSpPr/>
          <p:nvPr/>
        </p:nvSpPr>
        <p:spPr>
          <a:xfrm>
            <a:off x="3875007" y="4979664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2681AC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AF99563B-E96E-EB33-153D-EFA1D14D7534}"/>
              </a:ext>
            </a:extLst>
          </p:cNvPr>
          <p:cNvSpPr txBox="1"/>
          <p:nvPr/>
        </p:nvSpPr>
        <p:spPr>
          <a:xfrm>
            <a:off x="3737848" y="5043672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2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1595EF60-97E9-DCBA-BB36-564AEB0E86FC}"/>
              </a:ext>
            </a:extLst>
          </p:cNvPr>
          <p:cNvSpPr/>
          <p:nvPr/>
        </p:nvSpPr>
        <p:spPr>
          <a:xfrm>
            <a:off x="4423648" y="6076944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2681AC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EE13C5C9-B201-B2D5-1DFB-C7D6703C29FA}"/>
              </a:ext>
            </a:extLst>
          </p:cNvPr>
          <p:cNvSpPr txBox="1"/>
          <p:nvPr/>
        </p:nvSpPr>
        <p:spPr>
          <a:xfrm>
            <a:off x="4286488" y="6140952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3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47" name="Shape 12">
            <a:extLst>
              <a:ext uri="{FF2B5EF4-FFF2-40B4-BE49-F238E27FC236}">
                <a16:creationId xmlns:a16="http://schemas.microsoft.com/office/drawing/2014/main" id="{AEB03F12-A800-2287-79BE-21360A03E80B}"/>
              </a:ext>
            </a:extLst>
          </p:cNvPr>
          <p:cNvSpPr/>
          <p:nvPr/>
        </p:nvSpPr>
        <p:spPr>
          <a:xfrm flipV="1">
            <a:off x="1448927" y="4979664"/>
            <a:ext cx="995172" cy="766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6B7385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5774EA27-5642-D839-0BF8-2CAA0B0FB338}"/>
              </a:ext>
            </a:extLst>
          </p:cNvPr>
          <p:cNvSpPr/>
          <p:nvPr/>
        </p:nvSpPr>
        <p:spPr>
          <a:xfrm>
            <a:off x="2869168" y="4932960"/>
            <a:ext cx="1005839" cy="18386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6B7385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FED5E774-E0BF-FAF0-3703-3F8C7995D9A5}"/>
              </a:ext>
            </a:extLst>
          </p:cNvPr>
          <p:cNvSpPr/>
          <p:nvPr/>
        </p:nvSpPr>
        <p:spPr>
          <a:xfrm>
            <a:off x="4286486" y="5436864"/>
            <a:ext cx="297181" cy="6858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6B7385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A354EC83-18E3-EA32-B2FE-93618B745AC4}"/>
              </a:ext>
            </a:extLst>
          </p:cNvPr>
          <p:cNvSpPr/>
          <p:nvPr/>
        </p:nvSpPr>
        <p:spPr>
          <a:xfrm flipH="1" flipV="1">
            <a:off x="1520425" y="5939784"/>
            <a:ext cx="2903221" cy="35223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6B7385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DFF570CA-56C4-4D13-E02F-1D87557C8E68}"/>
              </a:ext>
            </a:extLst>
          </p:cNvPr>
          <p:cNvSpPr txBox="1"/>
          <p:nvPr/>
        </p:nvSpPr>
        <p:spPr>
          <a:xfrm>
            <a:off x="377151" y="6444356"/>
            <a:ext cx="484632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1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Visit fixed stops from a depot, minimize distance.</a:t>
            </a:r>
            <a:endParaRPr lang="en-US" sz="125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52" name="Shape 19">
            <a:extLst>
              <a:ext uri="{FF2B5EF4-FFF2-40B4-BE49-F238E27FC236}">
                <a16:creationId xmlns:a16="http://schemas.microsoft.com/office/drawing/2014/main" id="{7D6C9B38-B3F8-8252-7C21-FCAB27519380}"/>
              </a:ext>
            </a:extLst>
          </p:cNvPr>
          <p:cNvSpPr/>
          <p:nvPr/>
        </p:nvSpPr>
        <p:spPr>
          <a:xfrm>
            <a:off x="7336917" y="1596358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6E59F9BA-CA36-6BA6-972C-7E9CF1138E8E}"/>
              </a:ext>
            </a:extLst>
          </p:cNvPr>
          <p:cNvSpPr txBox="1"/>
          <p:nvPr/>
        </p:nvSpPr>
        <p:spPr>
          <a:xfrm>
            <a:off x="7199757" y="1660366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P1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54" name="Shape 21">
            <a:extLst>
              <a:ext uri="{FF2B5EF4-FFF2-40B4-BE49-F238E27FC236}">
                <a16:creationId xmlns:a16="http://schemas.microsoft.com/office/drawing/2014/main" id="{85F66A62-2127-0F18-4B94-B410F96B237A}"/>
              </a:ext>
            </a:extLst>
          </p:cNvPr>
          <p:cNvSpPr/>
          <p:nvPr/>
        </p:nvSpPr>
        <p:spPr>
          <a:xfrm>
            <a:off x="8571357" y="2922237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968AB7BD-CF02-A825-D339-F9FE21FB6021}"/>
              </a:ext>
            </a:extLst>
          </p:cNvPr>
          <p:cNvSpPr txBox="1"/>
          <p:nvPr/>
        </p:nvSpPr>
        <p:spPr>
          <a:xfrm>
            <a:off x="8434196" y="2986246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P2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56" name="Shape 23">
            <a:extLst>
              <a:ext uri="{FF2B5EF4-FFF2-40B4-BE49-F238E27FC236}">
                <a16:creationId xmlns:a16="http://schemas.microsoft.com/office/drawing/2014/main" id="{C0E3FC88-6813-42D7-945E-5DC0A5A5F9C9}"/>
              </a:ext>
            </a:extLst>
          </p:cNvPr>
          <p:cNvSpPr/>
          <p:nvPr/>
        </p:nvSpPr>
        <p:spPr>
          <a:xfrm>
            <a:off x="9851517" y="1687798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D5D62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" name="Text 24">
            <a:extLst>
              <a:ext uri="{FF2B5EF4-FFF2-40B4-BE49-F238E27FC236}">
                <a16:creationId xmlns:a16="http://schemas.microsoft.com/office/drawing/2014/main" id="{BD2BB6A1-63A4-BB1E-3F61-8871493404EC}"/>
              </a:ext>
            </a:extLst>
          </p:cNvPr>
          <p:cNvSpPr txBox="1"/>
          <p:nvPr/>
        </p:nvSpPr>
        <p:spPr>
          <a:xfrm>
            <a:off x="9714357" y="1751806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D1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58" name="Shape 25">
            <a:extLst>
              <a:ext uri="{FF2B5EF4-FFF2-40B4-BE49-F238E27FC236}">
                <a16:creationId xmlns:a16="http://schemas.microsoft.com/office/drawing/2014/main" id="{D17DCD69-1D59-D814-720E-04BEA36B8798}"/>
              </a:ext>
            </a:extLst>
          </p:cNvPr>
          <p:cNvSpPr/>
          <p:nvPr/>
        </p:nvSpPr>
        <p:spPr>
          <a:xfrm>
            <a:off x="11040237" y="2785078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D5D62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AA375B10-AFE1-6463-BE02-A2680927E4F1}"/>
              </a:ext>
            </a:extLst>
          </p:cNvPr>
          <p:cNvSpPr txBox="1"/>
          <p:nvPr/>
        </p:nvSpPr>
        <p:spPr>
          <a:xfrm>
            <a:off x="10903077" y="2849086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D2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58BF6689-6FB3-5D7F-997A-1AD2A23DC513}"/>
              </a:ext>
            </a:extLst>
          </p:cNvPr>
          <p:cNvSpPr/>
          <p:nvPr/>
        </p:nvSpPr>
        <p:spPr>
          <a:xfrm>
            <a:off x="7745240" y="1989550"/>
            <a:ext cx="917558" cy="102412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2E6BE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CF02B2B0-C1D2-9D71-8FA3-F66FF0A4B5D6}"/>
              </a:ext>
            </a:extLst>
          </p:cNvPr>
          <p:cNvSpPr/>
          <p:nvPr/>
        </p:nvSpPr>
        <p:spPr>
          <a:xfrm flipV="1">
            <a:off x="8982836" y="2080990"/>
            <a:ext cx="960122" cy="91065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2E6BE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9133CD87-7877-DAFF-5435-A02F54EC0EE8}"/>
              </a:ext>
            </a:extLst>
          </p:cNvPr>
          <p:cNvSpPr/>
          <p:nvPr/>
        </p:nvSpPr>
        <p:spPr>
          <a:xfrm>
            <a:off x="10262995" y="2080990"/>
            <a:ext cx="914403" cy="79663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2E6BE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4B8A9F7A-DE79-7CA1-B9DA-93575CE94904}"/>
              </a:ext>
            </a:extLst>
          </p:cNvPr>
          <p:cNvSpPr txBox="1"/>
          <p:nvPr/>
        </p:nvSpPr>
        <p:spPr>
          <a:xfrm>
            <a:off x="6609250" y="3129694"/>
            <a:ext cx="484632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P = pickup   D = drop-off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64" name="Text 31">
            <a:extLst>
              <a:ext uri="{FF2B5EF4-FFF2-40B4-BE49-F238E27FC236}">
                <a16:creationId xmlns:a16="http://schemas.microsoft.com/office/drawing/2014/main" id="{4B87CCA7-1ECC-4A93-8F7C-5796BC26FD91}"/>
              </a:ext>
            </a:extLst>
          </p:cNvPr>
          <p:cNvSpPr txBox="1"/>
          <p:nvPr/>
        </p:nvSpPr>
        <p:spPr>
          <a:xfrm>
            <a:off x="6609250" y="3389726"/>
            <a:ext cx="5446506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1" i="1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Paired pickup → drop-off, same van, riders pooled, requests arrive live.</a:t>
            </a:r>
            <a:endParaRPr lang="en-US" sz="125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37534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5">
            <a:extLst>
              <a:ext uri="{FF2B5EF4-FFF2-40B4-BE49-F238E27FC236}">
                <a16:creationId xmlns:a16="http://schemas.microsoft.com/office/drawing/2014/main" id="{112FCE78-BC6A-4858-9404-069F76C4A647}"/>
              </a:ext>
            </a:extLst>
          </p:cNvPr>
          <p:cNvSpPr/>
          <p:nvPr/>
        </p:nvSpPr>
        <p:spPr>
          <a:xfrm>
            <a:off x="-4" y="1580288"/>
            <a:ext cx="12192000" cy="414654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3" name="Oval 287">
            <a:extLst>
              <a:ext uri="{FF2B5EF4-FFF2-40B4-BE49-F238E27FC236}">
                <a16:creationId xmlns:a16="http://schemas.microsoft.com/office/drawing/2014/main" id="{1423F227-7F45-4214-8EF0-06123387BFDA}"/>
              </a:ext>
            </a:extLst>
          </p:cNvPr>
          <p:cNvSpPr/>
          <p:nvPr/>
        </p:nvSpPr>
        <p:spPr>
          <a:xfrm>
            <a:off x="6862138" y="2280811"/>
            <a:ext cx="510175" cy="51017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ea typeface="+mj-ea"/>
            </a:endParaRPr>
          </a:p>
        </p:txBody>
      </p:sp>
      <p:sp>
        <p:nvSpPr>
          <p:cNvPr id="4" name="Oval 288">
            <a:extLst>
              <a:ext uri="{FF2B5EF4-FFF2-40B4-BE49-F238E27FC236}">
                <a16:creationId xmlns:a16="http://schemas.microsoft.com/office/drawing/2014/main" id="{3422BA48-BC1D-401D-B763-3D85CC066B69}"/>
              </a:ext>
            </a:extLst>
          </p:cNvPr>
          <p:cNvSpPr/>
          <p:nvPr/>
        </p:nvSpPr>
        <p:spPr>
          <a:xfrm>
            <a:off x="6862138" y="2934981"/>
            <a:ext cx="510175" cy="51017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ea typeface="+mj-ea"/>
            </a:endParaRPr>
          </a:p>
        </p:txBody>
      </p:sp>
      <p:sp>
        <p:nvSpPr>
          <p:cNvPr id="5" name="Oval 289">
            <a:extLst>
              <a:ext uri="{FF2B5EF4-FFF2-40B4-BE49-F238E27FC236}">
                <a16:creationId xmlns:a16="http://schemas.microsoft.com/office/drawing/2014/main" id="{0C2EF902-A89B-4DF8-B256-490BA63B4084}"/>
              </a:ext>
            </a:extLst>
          </p:cNvPr>
          <p:cNvSpPr/>
          <p:nvPr/>
        </p:nvSpPr>
        <p:spPr>
          <a:xfrm>
            <a:off x="6862138" y="3645811"/>
            <a:ext cx="510175" cy="51017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ea typeface="+mj-ea"/>
            </a:endParaRPr>
          </a:p>
        </p:txBody>
      </p:sp>
      <p:sp>
        <p:nvSpPr>
          <p:cNvPr id="6" name="Oval 290">
            <a:extLst>
              <a:ext uri="{FF2B5EF4-FFF2-40B4-BE49-F238E27FC236}">
                <a16:creationId xmlns:a16="http://schemas.microsoft.com/office/drawing/2014/main" id="{2AB2A147-1535-4E71-A55A-73C1F7574EF4}"/>
              </a:ext>
            </a:extLst>
          </p:cNvPr>
          <p:cNvSpPr/>
          <p:nvPr/>
        </p:nvSpPr>
        <p:spPr>
          <a:xfrm>
            <a:off x="6862138" y="4311738"/>
            <a:ext cx="510175" cy="510175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08B1B5-E52A-4BCC-BF13-171BF473A566}"/>
              </a:ext>
            </a:extLst>
          </p:cNvPr>
          <p:cNvSpPr txBox="1"/>
          <p:nvPr/>
        </p:nvSpPr>
        <p:spPr>
          <a:xfrm>
            <a:off x="653332" y="943590"/>
            <a:ext cx="6658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we have now, and what's coming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4730EF-D171-4BAD-8369-88314A5A2AF9}"/>
              </a:ext>
            </a:extLst>
          </p:cNvPr>
          <p:cNvSpPr txBox="1"/>
          <p:nvPr/>
        </p:nvSpPr>
        <p:spPr>
          <a:xfrm>
            <a:off x="604223" y="265874"/>
            <a:ext cx="41550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accent4"/>
                </a:solidFill>
                <a:latin typeface="+mj-lt"/>
              </a:rPr>
              <a:t>Data</a:t>
            </a:r>
            <a:r>
              <a:rPr lang="en-US" altLang="ko-KR" sz="4400" b="1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US" altLang="ko-KR" sz="4400" b="1" dirty="0">
                <a:solidFill>
                  <a:schemeClr val="accent2"/>
                </a:solidFill>
                <a:latin typeface="+mj-lt"/>
              </a:rPr>
              <a:t>Sources</a:t>
            </a:r>
            <a:endParaRPr lang="en-US" altLang="ko-KR" sz="4400" b="1" dirty="0">
              <a:solidFill>
                <a:schemeClr val="accent2"/>
              </a:solidFill>
              <a:latin typeface="+mj-lt"/>
              <a:cs typeface="Arial" pitchFamily="34" charset="0"/>
            </a:endParaRPr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C107C1EA-94D8-4F71-B764-1813147602FA}"/>
              </a:ext>
            </a:extLst>
          </p:cNvPr>
          <p:cNvSpPr/>
          <p:nvPr/>
        </p:nvSpPr>
        <p:spPr>
          <a:xfrm rot="2700000">
            <a:off x="7004893" y="2979882"/>
            <a:ext cx="213901" cy="38348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FB45E515-4928-4208-98BD-08117FC377B8}"/>
              </a:ext>
            </a:extLst>
          </p:cNvPr>
          <p:cNvSpPr/>
          <p:nvPr/>
        </p:nvSpPr>
        <p:spPr>
          <a:xfrm>
            <a:off x="6970053" y="2402248"/>
            <a:ext cx="265014" cy="24807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3" name="Rectangle 36">
            <a:extLst>
              <a:ext uri="{FF2B5EF4-FFF2-40B4-BE49-F238E27FC236}">
                <a16:creationId xmlns:a16="http://schemas.microsoft.com/office/drawing/2014/main" id="{C179C2E8-DC9E-4A91-AC3C-6AE93895723F}"/>
              </a:ext>
            </a:extLst>
          </p:cNvPr>
          <p:cNvSpPr/>
          <p:nvPr/>
        </p:nvSpPr>
        <p:spPr>
          <a:xfrm>
            <a:off x="6993268" y="3780823"/>
            <a:ext cx="265197" cy="22168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4" name="Oval 21">
            <a:extLst>
              <a:ext uri="{FF2B5EF4-FFF2-40B4-BE49-F238E27FC236}">
                <a16:creationId xmlns:a16="http://schemas.microsoft.com/office/drawing/2014/main" id="{23F21699-5725-40EA-AE3B-2E5F7BF1BDF3}"/>
              </a:ext>
            </a:extLst>
          </p:cNvPr>
          <p:cNvSpPr>
            <a:spLocks noChangeAspect="1"/>
          </p:cNvSpPr>
          <p:nvPr/>
        </p:nvSpPr>
        <p:spPr>
          <a:xfrm>
            <a:off x="6984525" y="4426935"/>
            <a:ext cx="260112" cy="26228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4DBD296C-4AEA-94E8-E7B4-69D57CCAC161}"/>
              </a:ext>
            </a:extLst>
          </p:cNvPr>
          <p:cNvSpPr txBox="1"/>
          <p:nvPr/>
        </p:nvSpPr>
        <p:spPr>
          <a:xfrm>
            <a:off x="355272" y="1840634"/>
            <a:ext cx="5245427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Available now: Aggregate </a:t>
            </a:r>
            <a:r>
              <a:rPr lang="en-US" sz="1500" b="1" i="0" u="none" strike="noStrike" kern="1200" cap="none" spc="0" baseline="0" dirty="0" err="1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TransLoc</a:t>
            </a:r>
            <a:r>
              <a:rPr lang="en-US" sz="15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 and JHU dashboards</a:t>
            </a: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pic>
        <p:nvPicPr>
          <p:cNvPr id="140" name="Image 0" descr="img/map_city.png">
            <a:extLst>
              <a:ext uri="{FF2B5EF4-FFF2-40B4-BE49-F238E27FC236}">
                <a16:creationId xmlns:a16="http://schemas.microsoft.com/office/drawing/2014/main" id="{D7C7788F-2D0B-AC08-CC0A-D315B4DC02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55272" y="2391123"/>
            <a:ext cx="2450592" cy="201168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1" name="Image 1" descr="img/map_campus.png">
            <a:extLst>
              <a:ext uri="{FF2B5EF4-FFF2-40B4-BE49-F238E27FC236}">
                <a16:creationId xmlns:a16="http://schemas.microsoft.com/office/drawing/2014/main" id="{FD7F0D5E-867A-BB2E-126F-72A0F1280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88160" y="2391123"/>
            <a:ext cx="2450592" cy="201168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2" name="Text 4">
            <a:extLst>
              <a:ext uri="{FF2B5EF4-FFF2-40B4-BE49-F238E27FC236}">
                <a16:creationId xmlns:a16="http://schemas.microsoft.com/office/drawing/2014/main" id="{997C7AB1-8530-18D1-6301-FE55F5AEE86C}"/>
              </a:ext>
            </a:extLst>
          </p:cNvPr>
          <p:cNvSpPr txBox="1"/>
          <p:nvPr/>
        </p:nvSpPr>
        <p:spPr>
          <a:xfrm>
            <a:off x="355273" y="4630476"/>
            <a:ext cx="5029200" cy="8686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 dirty="0">
                <a:uFillTx/>
                <a:ea typeface="Calibri" pitchFamily="34"/>
                <a:cs typeface="Calibri" pitchFamily="34"/>
              </a:rPr>
              <a:t>Origin and destination density, rides by hour and status, vans in service, wait and ride-time percentiles, and ridership by van and Lyft.</a:t>
            </a:r>
            <a:endParaRPr lang="en-US" sz="1500" b="0" i="0" u="none" strike="noStrike" kern="1200" cap="none" spc="0" baseline="0" dirty="0">
              <a:uFillTx/>
            </a:endParaRPr>
          </a:p>
        </p:txBody>
      </p:sp>
      <p:sp>
        <p:nvSpPr>
          <p:cNvPr id="143" name="Text 6">
            <a:extLst>
              <a:ext uri="{FF2B5EF4-FFF2-40B4-BE49-F238E27FC236}">
                <a16:creationId xmlns:a16="http://schemas.microsoft.com/office/drawing/2014/main" id="{C2703292-E163-C372-F805-F52B88D18AAB}"/>
              </a:ext>
            </a:extLst>
          </p:cNvPr>
          <p:cNvSpPr txBox="1"/>
          <p:nvPr/>
        </p:nvSpPr>
        <p:spPr>
          <a:xfrm>
            <a:off x="6889663" y="1844797"/>
            <a:ext cx="466344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Coming: de-identified trip-level extracts</a:t>
            </a: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144" name="Text 8">
            <a:extLst>
              <a:ext uri="{FF2B5EF4-FFF2-40B4-BE49-F238E27FC236}">
                <a16:creationId xmlns:a16="http://schemas.microsoft.com/office/drawing/2014/main" id="{AB3196F1-A823-0141-67A0-FDCF1FF648C5}"/>
              </a:ext>
            </a:extLst>
          </p:cNvPr>
          <p:cNvSpPr txBox="1"/>
          <p:nvPr/>
        </p:nvSpPr>
        <p:spPr>
          <a:xfrm>
            <a:off x="7508778" y="2313354"/>
            <a:ext cx="443484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Request → assign → arrival → pickup → drop-off timestamps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145" name="Text 10">
            <a:extLst>
              <a:ext uri="{FF2B5EF4-FFF2-40B4-BE49-F238E27FC236}">
                <a16:creationId xmlns:a16="http://schemas.microsoft.com/office/drawing/2014/main" id="{E7FD7CB2-2022-AA55-35AB-71D19B0AB511}"/>
              </a:ext>
            </a:extLst>
          </p:cNvPr>
          <p:cNvSpPr txBox="1"/>
          <p:nvPr/>
        </p:nvSpPr>
        <p:spPr>
          <a:xfrm>
            <a:off x="7508778" y="2946385"/>
            <a:ext cx="443484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Pickup &amp; destination zones or protected coordinates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46" name="Text 12">
            <a:extLst>
              <a:ext uri="{FF2B5EF4-FFF2-40B4-BE49-F238E27FC236}">
                <a16:creationId xmlns:a16="http://schemas.microsoft.com/office/drawing/2014/main" id="{0B9E2DE5-A778-93B1-F997-A0FD26FF45CA}"/>
              </a:ext>
            </a:extLst>
          </p:cNvPr>
          <p:cNvSpPr txBox="1"/>
          <p:nvPr/>
        </p:nvSpPr>
        <p:spPr>
          <a:xfrm>
            <a:off x="7508778" y="3689585"/>
            <a:ext cx="443484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Party size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147" name="Text 14">
            <a:extLst>
              <a:ext uri="{FF2B5EF4-FFF2-40B4-BE49-F238E27FC236}">
                <a16:creationId xmlns:a16="http://schemas.microsoft.com/office/drawing/2014/main" id="{8F6DD699-C805-991E-72AA-B6552ACCEA6F}"/>
              </a:ext>
            </a:extLst>
          </p:cNvPr>
          <p:cNvSpPr txBox="1"/>
          <p:nvPr/>
        </p:nvSpPr>
        <p:spPr>
          <a:xfrm>
            <a:off x="7508778" y="4388715"/>
            <a:ext cx="443484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Pseudonymous vehicle IDs &amp; capacities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148" name="Text 15">
            <a:extLst>
              <a:ext uri="{FF2B5EF4-FFF2-40B4-BE49-F238E27FC236}">
                <a16:creationId xmlns:a16="http://schemas.microsoft.com/office/drawing/2014/main" id="{A1FD731E-05CF-ADB6-BA08-52B5AC0086A6}"/>
              </a:ext>
            </a:extLst>
          </p:cNvPr>
          <p:cNvSpPr txBox="1"/>
          <p:nvPr/>
        </p:nvSpPr>
        <p:spPr>
          <a:xfrm>
            <a:off x="6970053" y="4958507"/>
            <a:ext cx="5236235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1" u="none" strike="noStrike" kern="1200" cap="none" spc="0" baseline="0" dirty="0">
                <a:uFillTx/>
                <a:ea typeface="Calibri" pitchFamily="34"/>
                <a:cs typeface="Calibri" pitchFamily="34"/>
              </a:rPr>
              <a:t>Use: </a:t>
            </a:r>
            <a:r>
              <a:rPr lang="en-US" sz="1400" b="0" i="1" u="none" strike="noStrike" kern="1200" cap="none" spc="0" baseline="0" dirty="0">
                <a:uFillTx/>
                <a:ea typeface="Calibri" pitchFamily="34"/>
                <a:cs typeface="Calibri" pitchFamily="34"/>
              </a:rPr>
              <a:t>Aggregate data will help calibrate demand and validate the model. Trip-level data will allow us to replay actual service nights.</a:t>
            </a:r>
            <a:endParaRPr lang="en-US" sz="1400" b="0" i="0" u="none" strike="noStrike" kern="1200" cap="none" spc="0" baseline="0" dirty="0">
              <a:uFillTx/>
            </a:endParaRPr>
          </a:p>
        </p:txBody>
      </p:sp>
      <p:sp>
        <p:nvSpPr>
          <p:cNvPr id="149" name="Text 17">
            <a:extLst>
              <a:ext uri="{FF2B5EF4-FFF2-40B4-BE49-F238E27FC236}">
                <a16:creationId xmlns:a16="http://schemas.microsoft.com/office/drawing/2014/main" id="{F379C67B-F55E-415A-C86F-4F27EF332EB5}"/>
              </a:ext>
            </a:extLst>
          </p:cNvPr>
          <p:cNvSpPr txBox="1"/>
          <p:nvPr/>
        </p:nvSpPr>
        <p:spPr>
          <a:xfrm>
            <a:off x="333239" y="5928673"/>
            <a:ext cx="6796224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1E6B45"/>
                </a:solidFill>
                <a:uFillTx/>
                <a:ea typeface="Calibri" pitchFamily="34"/>
                <a:cs typeface="Calibri" pitchFamily="34"/>
              </a:rPr>
              <a:t>Privacy: </a:t>
            </a:r>
            <a:r>
              <a:rPr lang="en-US" sz="1400" i="0" u="none" strike="noStrike" kern="1200" cap="none" spc="0" baseline="0" dirty="0">
                <a:solidFill>
                  <a:srgbClr val="1E6B45"/>
                </a:solidFill>
                <a:uFillTx/>
                <a:ea typeface="Calibri" pitchFamily="34"/>
                <a:cs typeface="Calibri" pitchFamily="34"/>
              </a:rPr>
              <a:t>The data will not include rider names, IDs, contact information, or exact addresses. All outputs will be limited to aggregate statistics and density maps.</a:t>
            </a:r>
            <a:endParaRPr lang="en-US" sz="140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150" name="Text 18">
            <a:extLst>
              <a:ext uri="{FF2B5EF4-FFF2-40B4-BE49-F238E27FC236}">
                <a16:creationId xmlns:a16="http://schemas.microsoft.com/office/drawing/2014/main" id="{CB94A466-AFAB-AEFF-3CC8-C2A626008B3F}"/>
              </a:ext>
            </a:extLst>
          </p:cNvPr>
          <p:cNvSpPr txBox="1"/>
          <p:nvPr/>
        </p:nvSpPr>
        <p:spPr>
          <a:xfrm>
            <a:off x="333239" y="6470401"/>
            <a:ext cx="11091672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1" u="none" strike="noStrike" kern="1200" cap="none" spc="0" baseline="0" dirty="0">
                <a:uFillTx/>
                <a:ea typeface="Calibri" pitchFamily="34"/>
                <a:cs typeface="Calibri" pitchFamily="34"/>
              </a:rPr>
              <a:t>Aggregate dashboards shared by JHU Transportation (April 2026). Trip-level extracts requested.</a:t>
            </a:r>
            <a:endParaRPr lang="en-US" sz="900" b="0" i="0" u="none" strike="noStrike" kern="1200" cap="none" spc="0" baseline="0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73585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6D323AF-A0BD-4185-B2AC-B15522A15577}"/>
              </a:ext>
            </a:extLst>
          </p:cNvPr>
          <p:cNvSpPr/>
          <p:nvPr/>
        </p:nvSpPr>
        <p:spPr>
          <a:xfrm>
            <a:off x="0" y="2882774"/>
            <a:ext cx="12192000" cy="914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10">
            <a:extLst>
              <a:ext uri="{FF2B5EF4-FFF2-40B4-BE49-F238E27FC236}">
                <a16:creationId xmlns:a16="http://schemas.microsoft.com/office/drawing/2014/main" id="{CE7377A1-BBB4-48E2-B4B4-03A0952485F0}"/>
              </a:ext>
            </a:extLst>
          </p:cNvPr>
          <p:cNvCxnSpPr>
            <a:cxnSpLocks/>
            <a:stCxn id="3" idx="1"/>
            <a:endCxn id="8" idx="2"/>
          </p:cNvCxnSpPr>
          <p:nvPr/>
        </p:nvCxnSpPr>
        <p:spPr>
          <a:xfrm>
            <a:off x="0" y="3339974"/>
            <a:ext cx="2337858" cy="0"/>
          </a:xfrm>
          <a:prstGeom prst="line">
            <a:avLst/>
          </a:prstGeom>
          <a:ln w="31750">
            <a:solidFill>
              <a:schemeClr val="bg1"/>
            </a:solidFill>
            <a:prstDash val="lg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D832E0B-EA9E-49AE-B715-791E0C30CD0F}"/>
              </a:ext>
            </a:extLst>
          </p:cNvPr>
          <p:cNvSpPr/>
          <p:nvPr/>
        </p:nvSpPr>
        <p:spPr>
          <a:xfrm>
            <a:off x="5553075" y="2806574"/>
            <a:ext cx="1066800" cy="106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4BB630-CC74-4342-9812-802A42EE70FD}"/>
              </a:ext>
            </a:extLst>
          </p:cNvPr>
          <p:cNvSpPr/>
          <p:nvPr/>
        </p:nvSpPr>
        <p:spPr>
          <a:xfrm>
            <a:off x="2337858" y="2806574"/>
            <a:ext cx="1066800" cy="106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A67520-041E-40AD-89C6-4D67E9864B88}"/>
              </a:ext>
            </a:extLst>
          </p:cNvPr>
          <p:cNvSpPr/>
          <p:nvPr/>
        </p:nvSpPr>
        <p:spPr>
          <a:xfrm>
            <a:off x="8806494" y="2806574"/>
            <a:ext cx="1066800" cy="106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56EB45E0-2461-4F48-8800-4DC336718F41}"/>
              </a:ext>
            </a:extLst>
          </p:cNvPr>
          <p:cNvSpPr/>
          <p:nvPr/>
        </p:nvSpPr>
        <p:spPr>
          <a:xfrm>
            <a:off x="5638511" y="2882774"/>
            <a:ext cx="914400" cy="914400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5">
            <a:extLst>
              <a:ext uri="{FF2B5EF4-FFF2-40B4-BE49-F238E27FC236}">
                <a16:creationId xmlns:a16="http://schemas.microsoft.com/office/drawing/2014/main" id="{E2A7938A-2275-43D3-B0B9-0FDDC3CD5A06}"/>
              </a:ext>
            </a:extLst>
          </p:cNvPr>
          <p:cNvSpPr/>
          <p:nvPr/>
        </p:nvSpPr>
        <p:spPr>
          <a:xfrm>
            <a:off x="2423294" y="2882774"/>
            <a:ext cx="914400" cy="914400"/>
          </a:xfrm>
          <a:prstGeom prst="ellipse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63ACDE3D-0846-48AD-9C03-E7E49FD536A7}"/>
              </a:ext>
            </a:extLst>
          </p:cNvPr>
          <p:cNvSpPr/>
          <p:nvPr/>
        </p:nvSpPr>
        <p:spPr>
          <a:xfrm>
            <a:off x="8891930" y="2882774"/>
            <a:ext cx="914400" cy="914400"/>
          </a:xfrm>
          <a:prstGeom prst="ellipse">
            <a:avLst/>
          </a:prstGeom>
          <a:solidFill>
            <a:schemeClr val="accent4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20">
            <a:extLst>
              <a:ext uri="{FF2B5EF4-FFF2-40B4-BE49-F238E27FC236}">
                <a16:creationId xmlns:a16="http://schemas.microsoft.com/office/drawing/2014/main" id="{219CB8E9-206D-4028-AE5C-5A0C6D4F01D2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3404658" y="3339974"/>
            <a:ext cx="2148417" cy="9526"/>
          </a:xfrm>
          <a:prstGeom prst="line">
            <a:avLst/>
          </a:prstGeom>
          <a:ln w="31750">
            <a:solidFill>
              <a:schemeClr val="bg1"/>
            </a:solidFill>
            <a:prstDash val="lg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1">
            <a:extLst>
              <a:ext uri="{FF2B5EF4-FFF2-40B4-BE49-F238E27FC236}">
                <a16:creationId xmlns:a16="http://schemas.microsoft.com/office/drawing/2014/main" id="{9759192C-4CCF-4819-85DE-380FADA6ECAF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6619875" y="3339974"/>
            <a:ext cx="2186619" cy="28578"/>
          </a:xfrm>
          <a:prstGeom prst="line">
            <a:avLst/>
          </a:prstGeom>
          <a:ln w="31750">
            <a:solidFill>
              <a:schemeClr val="bg1"/>
            </a:solidFill>
            <a:prstDash val="lg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3">
            <a:extLst>
              <a:ext uri="{FF2B5EF4-FFF2-40B4-BE49-F238E27FC236}">
                <a16:creationId xmlns:a16="http://schemas.microsoft.com/office/drawing/2014/main" id="{42AFE93E-F6DF-4B88-9FCC-7372A204CC89}"/>
              </a:ext>
            </a:extLst>
          </p:cNvPr>
          <p:cNvCxnSpPr>
            <a:cxnSpLocks/>
            <a:stCxn id="9" idx="6"/>
            <a:endCxn id="3" idx="3"/>
          </p:cNvCxnSpPr>
          <p:nvPr/>
        </p:nvCxnSpPr>
        <p:spPr>
          <a:xfrm>
            <a:off x="9873294" y="3339974"/>
            <a:ext cx="2318706" cy="0"/>
          </a:xfrm>
          <a:prstGeom prst="line">
            <a:avLst/>
          </a:prstGeom>
          <a:ln w="31750">
            <a:solidFill>
              <a:schemeClr val="bg1"/>
            </a:solidFill>
            <a:prstDash val="lg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4970C60-EE16-4EAE-9A15-A3BB7E06F609}"/>
              </a:ext>
            </a:extLst>
          </p:cNvPr>
          <p:cNvSpPr txBox="1"/>
          <p:nvPr/>
        </p:nvSpPr>
        <p:spPr>
          <a:xfrm>
            <a:off x="4999923" y="1890720"/>
            <a:ext cx="2186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Rolling-Horizon MILP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E6A158-6B7C-419E-93BC-BD624D16C2B3}"/>
              </a:ext>
            </a:extLst>
          </p:cNvPr>
          <p:cNvSpPr txBox="1"/>
          <p:nvPr/>
        </p:nvSpPr>
        <p:spPr>
          <a:xfrm>
            <a:off x="8601893" y="2111060"/>
            <a:ext cx="1476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4"/>
                </a:solidFill>
                <a:cs typeface="Arial" pitchFamily="34" charset="0"/>
              </a:rPr>
              <a:t>Hybrid</a:t>
            </a:r>
            <a:endParaRPr lang="ko-KR" altLang="en-US" sz="24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AFF0D-61DA-42A6-85A0-210CBA04D5DA}"/>
              </a:ext>
            </a:extLst>
          </p:cNvPr>
          <p:cNvSpPr txBox="1"/>
          <p:nvPr/>
        </p:nvSpPr>
        <p:spPr>
          <a:xfrm>
            <a:off x="1443209" y="1890720"/>
            <a:ext cx="27767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3"/>
                </a:solidFill>
                <a:cs typeface="Arial" pitchFamily="34" charset="0"/>
              </a:rPr>
              <a:t>Fast</a:t>
            </a:r>
          </a:p>
          <a:p>
            <a:pPr algn="ctr"/>
            <a:r>
              <a:rPr lang="en-US" altLang="ko-KR" sz="2400" b="1" dirty="0">
                <a:solidFill>
                  <a:schemeClr val="accent3"/>
                </a:solidFill>
                <a:cs typeface="Arial" pitchFamily="34" charset="0"/>
              </a:rPr>
              <a:t>Heuristics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08E54A-2A4D-4A74-9957-BF64E150F67D}"/>
              </a:ext>
            </a:extLst>
          </p:cNvPr>
          <p:cNvSpPr txBox="1"/>
          <p:nvPr/>
        </p:nvSpPr>
        <p:spPr>
          <a:xfrm>
            <a:off x="8256852" y="4496940"/>
            <a:ext cx="21660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MILP core + local search: the scaling path for the ~28-van peak hour.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0A43D6-255A-4F69-8B0C-800C714C8220}"/>
              </a:ext>
            </a:extLst>
          </p:cNvPr>
          <p:cNvSpPr txBox="1"/>
          <p:nvPr/>
        </p:nvSpPr>
        <p:spPr>
          <a:xfrm>
            <a:off x="1493642" y="4496940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Nearest-feasible + greedy insertion. Reuses our prior CVRP work (</a:t>
            </a:r>
            <a:r>
              <a:rPr lang="en-US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VehiPathOptimizer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). The speed baseline.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01F9FD-88A6-42B7-8E1F-F0A3FB4CC918}"/>
              </a:ext>
            </a:extLst>
          </p:cNvPr>
          <p:cNvSpPr txBox="1"/>
          <p:nvPr/>
        </p:nvSpPr>
        <p:spPr>
          <a:xfrm>
            <a:off x="4900902" y="4496940"/>
            <a:ext cx="23996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Exact, service-first dispatch under all the constraints. The centerpiece the course targets.</a:t>
            </a:r>
          </a:p>
        </p:txBody>
      </p:sp>
      <p:sp>
        <p:nvSpPr>
          <p:cNvPr id="62" name="Text Placeholder 1">
            <a:extLst>
              <a:ext uri="{FF2B5EF4-FFF2-40B4-BE49-F238E27FC236}">
                <a16:creationId xmlns:a16="http://schemas.microsoft.com/office/drawing/2014/main" id="{0EACE5CF-5C09-D133-15BA-CA8E834F2B0D}"/>
              </a:ext>
            </a:extLst>
          </p:cNvPr>
          <p:cNvSpPr txBox="1">
            <a:spLocks/>
          </p:cNvSpPr>
          <p:nvPr/>
        </p:nvSpPr>
        <p:spPr>
          <a:xfrm>
            <a:off x="0" y="250651"/>
            <a:ext cx="12191999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Technical Strategy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97FCDF-BFAC-8B3A-CBB0-0D31417A8E12}"/>
              </a:ext>
            </a:extLst>
          </p:cNvPr>
          <p:cNvSpPr txBox="1"/>
          <p:nvPr/>
        </p:nvSpPr>
        <p:spPr>
          <a:xfrm>
            <a:off x="2112329" y="1071819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cs typeface="Arial" pitchFamily="34" charset="0"/>
              </a:rPr>
              <a:t>One spectrum of methods, compared head-to-head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06FFD2-A000-038A-C092-FC048D0DC953}"/>
              </a:ext>
            </a:extLst>
          </p:cNvPr>
          <p:cNvSpPr txBox="1"/>
          <p:nvPr/>
        </p:nvSpPr>
        <p:spPr>
          <a:xfrm>
            <a:off x="1987368" y="2980223"/>
            <a:ext cx="1755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1</a:t>
            </a:r>
            <a:endParaRPr lang="ko-KR" altLang="en-US" sz="4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1EFE38-D081-492B-ABE5-ECB938EC9CF2}"/>
              </a:ext>
            </a:extLst>
          </p:cNvPr>
          <p:cNvSpPr txBox="1"/>
          <p:nvPr/>
        </p:nvSpPr>
        <p:spPr>
          <a:xfrm>
            <a:off x="5214117" y="2993555"/>
            <a:ext cx="1755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2</a:t>
            </a:r>
            <a:endParaRPr lang="ko-KR" altLang="en-US" sz="4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49D50D-F2E3-A5DF-4103-B9F6F78501D3}"/>
              </a:ext>
            </a:extLst>
          </p:cNvPr>
          <p:cNvSpPr txBox="1"/>
          <p:nvPr/>
        </p:nvSpPr>
        <p:spPr>
          <a:xfrm>
            <a:off x="8454015" y="2986125"/>
            <a:ext cx="1755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3</a:t>
            </a:r>
            <a:endParaRPr lang="ko-KR" altLang="en-US" sz="4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72" name="Shape 2">
            <a:extLst>
              <a:ext uri="{FF2B5EF4-FFF2-40B4-BE49-F238E27FC236}">
                <a16:creationId xmlns:a16="http://schemas.microsoft.com/office/drawing/2014/main" id="{9CD5A53A-0FA9-A6D3-9B01-312AAF0F368A}"/>
              </a:ext>
            </a:extLst>
          </p:cNvPr>
          <p:cNvSpPr/>
          <p:nvPr/>
        </p:nvSpPr>
        <p:spPr>
          <a:xfrm>
            <a:off x="731520" y="4061364"/>
            <a:ext cx="10725911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6B7385"/>
            </a:solidFill>
            <a:prstDash val="solid"/>
            <a:miter/>
            <a:headEnd type="arrow"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96850DBE-F583-7CA9-52EB-8BD2ABB2AE07}"/>
              </a:ext>
            </a:extLst>
          </p:cNvPr>
          <p:cNvSpPr txBox="1"/>
          <p:nvPr/>
        </p:nvSpPr>
        <p:spPr>
          <a:xfrm>
            <a:off x="640080" y="4116007"/>
            <a:ext cx="27432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1" u="none" strike="noStrike" kern="1200" cap="none" spc="0" baseline="0">
                <a:solidFill>
                  <a:srgbClr val="6B7385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faster · simpler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4" name="Text 16">
            <a:extLst>
              <a:ext uri="{FF2B5EF4-FFF2-40B4-BE49-F238E27FC236}">
                <a16:creationId xmlns:a16="http://schemas.microsoft.com/office/drawing/2014/main" id="{6EED930B-7F23-BE17-0F34-90FC5B474B0E}"/>
              </a:ext>
            </a:extLst>
          </p:cNvPr>
          <p:cNvSpPr txBox="1"/>
          <p:nvPr/>
        </p:nvSpPr>
        <p:spPr>
          <a:xfrm>
            <a:off x="5111115" y="3793115"/>
            <a:ext cx="301752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C77F0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★ centerpiece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C3A40E2F-CD92-1FEC-5002-A21E6D6D3494}"/>
              </a:ext>
            </a:extLst>
          </p:cNvPr>
          <p:cNvSpPr txBox="1"/>
          <p:nvPr/>
        </p:nvSpPr>
        <p:spPr>
          <a:xfrm>
            <a:off x="548640" y="5878597"/>
            <a:ext cx="11091672" cy="3840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 dirty="0">
                <a:solidFill>
                  <a:srgbClr val="C77F0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→ </a:t>
            </a:r>
            <a:r>
              <a:rPr lang="en-US" sz="1500" b="1" i="0" u="none" strike="noStrike" kern="1200" cap="none" spc="0" baseline="0" dirty="0">
                <a:solidFill>
                  <a:srgbClr val="1B254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All three run on the same request stream, so performance differences reflect the assignment policy.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CF52C55-E781-480D-89C6-26C587031514}"/>
              </a:ext>
            </a:extLst>
          </p:cNvPr>
          <p:cNvGrpSpPr/>
          <p:nvPr/>
        </p:nvGrpSpPr>
        <p:grpSpPr>
          <a:xfrm rot="10800000">
            <a:off x="7093852" y="2087997"/>
            <a:ext cx="2933948" cy="2845426"/>
            <a:chOff x="3910991" y="2028562"/>
            <a:chExt cx="4396146" cy="4263507"/>
          </a:xfrm>
        </p:grpSpPr>
        <p:sp>
          <p:nvSpPr>
            <p:cNvPr id="14" name="Up Arrow 3">
              <a:extLst>
                <a:ext uri="{FF2B5EF4-FFF2-40B4-BE49-F238E27FC236}">
                  <a16:creationId xmlns:a16="http://schemas.microsoft.com/office/drawing/2014/main" id="{7B1B50F6-A622-4487-B834-113D9808615E}"/>
                </a:ext>
              </a:extLst>
            </p:cNvPr>
            <p:cNvSpPr/>
            <p:nvPr/>
          </p:nvSpPr>
          <p:spPr>
            <a:xfrm rot="10800000">
              <a:off x="5670120" y="4768779"/>
              <a:ext cx="851759" cy="1523290"/>
            </a:xfrm>
            <a:prstGeom prst="upArrow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93DA6B5-F3A8-4CAA-BD39-1F6FFC005ACD}"/>
                </a:ext>
              </a:extLst>
            </p:cNvPr>
            <p:cNvGrpSpPr/>
            <p:nvPr/>
          </p:nvGrpSpPr>
          <p:grpSpPr>
            <a:xfrm>
              <a:off x="3910991" y="2028562"/>
              <a:ext cx="4396146" cy="3463296"/>
              <a:chOff x="1806022" y="2656735"/>
              <a:chExt cx="3988343" cy="3142032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CFCF41B-EC31-4DEB-985F-A4AFE6A57D53}"/>
                  </a:ext>
                </a:extLst>
              </p:cNvPr>
              <p:cNvSpPr/>
              <p:nvPr/>
            </p:nvSpPr>
            <p:spPr>
              <a:xfrm>
                <a:off x="1978223" y="2781114"/>
                <a:ext cx="3643942" cy="1270086"/>
              </a:xfrm>
              <a:prstGeom prst="ellipse">
                <a:avLst/>
              </a:prstGeom>
              <a:solidFill>
                <a:schemeClr val="accent3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BDA76F4-F33D-4D49-B31A-D3CE86C0239A}"/>
                  </a:ext>
                </a:extLst>
              </p:cNvPr>
              <p:cNvSpPr/>
              <p:nvPr/>
            </p:nvSpPr>
            <p:spPr>
              <a:xfrm>
                <a:off x="1806022" y="2656735"/>
                <a:ext cx="3988343" cy="3142032"/>
              </a:xfrm>
              <a:custGeom>
                <a:avLst/>
                <a:gdLst>
                  <a:gd name="connsiteX0" fmla="*/ 2388104 w 4776206"/>
                  <a:gd name="connsiteY0" fmla="*/ 148949 h 3762713"/>
                  <a:gd name="connsiteX1" fmla="*/ 206218 w 4776206"/>
                  <a:gd name="connsiteY1" fmla="*/ 909440 h 3762713"/>
                  <a:gd name="connsiteX2" fmla="*/ 2388104 w 4776206"/>
                  <a:gd name="connsiteY2" fmla="*/ 1669931 h 3762713"/>
                  <a:gd name="connsiteX3" fmla="*/ 4569990 w 4776206"/>
                  <a:gd name="connsiteY3" fmla="*/ 909440 h 3762713"/>
                  <a:gd name="connsiteX4" fmla="*/ 2388104 w 4776206"/>
                  <a:gd name="connsiteY4" fmla="*/ 148949 h 3762713"/>
                  <a:gd name="connsiteX5" fmla="*/ 2388103 w 4776206"/>
                  <a:gd name="connsiteY5" fmla="*/ 0 h 3762713"/>
                  <a:gd name="connsiteX6" fmla="*/ 4776206 w 4776206"/>
                  <a:gd name="connsiteY6" fmla="*/ 918941 h 3762713"/>
                  <a:gd name="connsiteX7" fmla="*/ 4763876 w 4776206"/>
                  <a:gd name="connsiteY7" fmla="*/ 1012898 h 3762713"/>
                  <a:gd name="connsiteX8" fmla="*/ 4757696 w 4776206"/>
                  <a:gd name="connsiteY8" fmla="*/ 1028481 h 3762713"/>
                  <a:gd name="connsiteX9" fmla="*/ 4659107 w 4776206"/>
                  <a:gd name="connsiteY9" fmla="*/ 1202441 h 3762713"/>
                  <a:gd name="connsiteX10" fmla="*/ 3006423 w 4776206"/>
                  <a:gd name="connsiteY10" fmla="*/ 3657627 h 3762713"/>
                  <a:gd name="connsiteX11" fmla="*/ 3000542 w 4776206"/>
                  <a:gd name="connsiteY11" fmla="*/ 3657627 h 3762713"/>
                  <a:gd name="connsiteX12" fmla="*/ 2997113 w 4776206"/>
                  <a:gd name="connsiteY12" fmla="*/ 3664350 h 3762713"/>
                  <a:gd name="connsiteX13" fmla="*/ 2386594 w 4776206"/>
                  <a:gd name="connsiteY13" fmla="*/ 3762713 h 3762713"/>
                  <a:gd name="connsiteX14" fmla="*/ 1776075 w 4776206"/>
                  <a:gd name="connsiteY14" fmla="*/ 3664350 h 3762713"/>
                  <a:gd name="connsiteX15" fmla="*/ 1772646 w 4776206"/>
                  <a:gd name="connsiteY15" fmla="*/ 3657627 h 3762713"/>
                  <a:gd name="connsiteX16" fmla="*/ 1769783 w 4776206"/>
                  <a:gd name="connsiteY16" fmla="*/ 3657627 h 3762713"/>
                  <a:gd name="connsiteX17" fmla="*/ 117099 w 4776206"/>
                  <a:gd name="connsiteY17" fmla="*/ 1202441 h 3762713"/>
                  <a:gd name="connsiteX18" fmla="*/ 18511 w 4776206"/>
                  <a:gd name="connsiteY18" fmla="*/ 1028481 h 3762713"/>
                  <a:gd name="connsiteX19" fmla="*/ 12330 w 4776206"/>
                  <a:gd name="connsiteY19" fmla="*/ 1012898 h 3762713"/>
                  <a:gd name="connsiteX20" fmla="*/ 0 w 4776206"/>
                  <a:gd name="connsiteY20" fmla="*/ 918941 h 3762713"/>
                  <a:gd name="connsiteX21" fmla="*/ 2388103 w 4776206"/>
                  <a:gd name="connsiteY21" fmla="*/ 0 h 3762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776206" h="3762713">
                    <a:moveTo>
                      <a:pt x="2388104" y="148949"/>
                    </a:moveTo>
                    <a:cubicBezTo>
                      <a:pt x="1183082" y="148949"/>
                      <a:pt x="206218" y="489432"/>
                      <a:pt x="206218" y="909440"/>
                    </a:cubicBezTo>
                    <a:cubicBezTo>
                      <a:pt x="206218" y="1329448"/>
                      <a:pt x="1183082" y="1669931"/>
                      <a:pt x="2388104" y="1669931"/>
                    </a:cubicBezTo>
                    <a:cubicBezTo>
                      <a:pt x="3593126" y="1669931"/>
                      <a:pt x="4569990" y="1329448"/>
                      <a:pt x="4569990" y="909440"/>
                    </a:cubicBezTo>
                    <a:cubicBezTo>
                      <a:pt x="4569990" y="489432"/>
                      <a:pt x="3593126" y="148949"/>
                      <a:pt x="2388104" y="148949"/>
                    </a:cubicBezTo>
                    <a:close/>
                    <a:moveTo>
                      <a:pt x="2388103" y="0"/>
                    </a:moveTo>
                    <a:cubicBezTo>
                      <a:pt x="3707016" y="0"/>
                      <a:pt x="4776206" y="411424"/>
                      <a:pt x="4776206" y="918941"/>
                    </a:cubicBezTo>
                    <a:cubicBezTo>
                      <a:pt x="4776206" y="950661"/>
                      <a:pt x="4772029" y="982005"/>
                      <a:pt x="4763876" y="1012898"/>
                    </a:cubicBezTo>
                    <a:lnTo>
                      <a:pt x="4757696" y="1028481"/>
                    </a:lnTo>
                    <a:lnTo>
                      <a:pt x="4659107" y="1202441"/>
                    </a:lnTo>
                    <a:lnTo>
                      <a:pt x="3006423" y="3657627"/>
                    </a:lnTo>
                    <a:lnTo>
                      <a:pt x="3000542" y="3657627"/>
                    </a:lnTo>
                    <a:lnTo>
                      <a:pt x="2997113" y="3664350"/>
                    </a:lnTo>
                    <a:cubicBezTo>
                      <a:pt x="2939004" y="3720486"/>
                      <a:pt x="2687745" y="3762713"/>
                      <a:pt x="2386594" y="3762713"/>
                    </a:cubicBezTo>
                    <a:cubicBezTo>
                      <a:pt x="2085443" y="3762713"/>
                      <a:pt x="1834184" y="3720486"/>
                      <a:pt x="1776075" y="3664350"/>
                    </a:cubicBezTo>
                    <a:lnTo>
                      <a:pt x="1772646" y="3657627"/>
                    </a:lnTo>
                    <a:lnTo>
                      <a:pt x="1769783" y="3657627"/>
                    </a:lnTo>
                    <a:lnTo>
                      <a:pt x="117099" y="1202441"/>
                    </a:lnTo>
                    <a:lnTo>
                      <a:pt x="18511" y="1028481"/>
                    </a:lnTo>
                    <a:lnTo>
                      <a:pt x="12330" y="1012898"/>
                    </a:lnTo>
                    <a:cubicBezTo>
                      <a:pt x="4177" y="982005"/>
                      <a:pt x="0" y="950661"/>
                      <a:pt x="0" y="918941"/>
                    </a:cubicBezTo>
                    <a:cubicBezTo>
                      <a:pt x="0" y="411424"/>
                      <a:pt x="1069190" y="0"/>
                      <a:pt x="2388103" y="0"/>
                    </a:cubicBez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E57F715-E47C-4CA8-BCA0-242D99866FEB}"/>
              </a:ext>
            </a:extLst>
          </p:cNvPr>
          <p:cNvSpPr txBox="1"/>
          <p:nvPr/>
        </p:nvSpPr>
        <p:spPr>
          <a:xfrm>
            <a:off x="7347036" y="5007249"/>
            <a:ext cx="2423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accent3"/>
                </a:solidFill>
                <a:cs typeface="Arial" pitchFamily="34" charset="0"/>
              </a:rPr>
              <a:t>Objective: service first</a:t>
            </a:r>
          </a:p>
        </p:txBody>
      </p:sp>
      <p:grpSp>
        <p:nvGrpSpPr>
          <p:cNvPr id="41" name="Group 41">
            <a:extLst>
              <a:ext uri="{FF2B5EF4-FFF2-40B4-BE49-F238E27FC236}">
                <a16:creationId xmlns:a16="http://schemas.microsoft.com/office/drawing/2014/main" id="{05D9A763-996C-4215-80E0-5250C0996BE2}"/>
              </a:ext>
            </a:extLst>
          </p:cNvPr>
          <p:cNvGrpSpPr/>
          <p:nvPr/>
        </p:nvGrpSpPr>
        <p:grpSpPr>
          <a:xfrm>
            <a:off x="7685034" y="3403811"/>
            <a:ext cx="1712352" cy="1259798"/>
            <a:chOff x="1421431" y="1753552"/>
            <a:chExt cx="1712352" cy="1259798"/>
          </a:xfrm>
        </p:grpSpPr>
        <p:sp>
          <p:nvSpPr>
            <p:cNvPr id="42" name="Rectangle: Rounded Corners 42">
              <a:extLst>
                <a:ext uri="{FF2B5EF4-FFF2-40B4-BE49-F238E27FC236}">
                  <a16:creationId xmlns:a16="http://schemas.microsoft.com/office/drawing/2014/main" id="{C83BD8D1-248E-45CC-8B0E-688CC7E2BD53}"/>
                </a:ext>
              </a:extLst>
            </p:cNvPr>
            <p:cNvSpPr/>
            <p:nvPr/>
          </p:nvSpPr>
          <p:spPr>
            <a:xfrm>
              <a:off x="1500388" y="1753552"/>
              <a:ext cx="1593668" cy="36576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: Rounded Corners 43">
              <a:extLst>
                <a:ext uri="{FF2B5EF4-FFF2-40B4-BE49-F238E27FC236}">
                  <a16:creationId xmlns:a16="http://schemas.microsoft.com/office/drawing/2014/main" id="{5D39496F-9DC1-4079-A735-AD5D044CEF54}"/>
                </a:ext>
              </a:extLst>
            </p:cNvPr>
            <p:cNvSpPr/>
            <p:nvPr/>
          </p:nvSpPr>
          <p:spPr>
            <a:xfrm>
              <a:off x="1500388" y="2200571"/>
              <a:ext cx="1593668" cy="36576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: Rounded Corners 44">
              <a:extLst>
                <a:ext uri="{FF2B5EF4-FFF2-40B4-BE49-F238E27FC236}">
                  <a16:creationId xmlns:a16="http://schemas.microsoft.com/office/drawing/2014/main" id="{2C5565EC-68DA-4A61-927A-7732AF05B21C}"/>
                </a:ext>
              </a:extLst>
            </p:cNvPr>
            <p:cNvSpPr/>
            <p:nvPr/>
          </p:nvSpPr>
          <p:spPr>
            <a:xfrm>
              <a:off x="1500388" y="2647590"/>
              <a:ext cx="1593668" cy="36576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CF307DB-2AD2-4884-8957-49A4906163A4}"/>
                </a:ext>
              </a:extLst>
            </p:cNvPr>
            <p:cNvSpPr txBox="1"/>
            <p:nvPr/>
          </p:nvSpPr>
          <p:spPr>
            <a:xfrm>
              <a:off x="1498550" y="1797933"/>
              <a:ext cx="15936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2.  Rider wait time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53C6103-C42C-449A-B094-CD774EC5C4DC}"/>
                </a:ext>
              </a:extLst>
            </p:cNvPr>
            <p:cNvSpPr txBox="1"/>
            <p:nvPr/>
          </p:nvSpPr>
          <p:spPr>
            <a:xfrm>
              <a:off x="1421431" y="2244952"/>
              <a:ext cx="17123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3.  Excess ride time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32C5465-6F2F-4A14-ABA9-A49D4D0FDD35}"/>
                </a:ext>
              </a:extLst>
            </p:cNvPr>
            <p:cNvSpPr txBox="1"/>
            <p:nvPr/>
          </p:nvSpPr>
          <p:spPr>
            <a:xfrm>
              <a:off x="1706908" y="2691971"/>
              <a:ext cx="12155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4.  Van travel</a:t>
              </a:r>
            </a:p>
          </p:txBody>
        </p:sp>
      </p:grp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E41117A1-E474-CD8D-BC36-1BE2ACDEA583}"/>
              </a:ext>
            </a:extLst>
          </p:cNvPr>
          <p:cNvSpPr txBox="1">
            <a:spLocks/>
          </p:cNvSpPr>
          <p:nvPr/>
        </p:nvSpPr>
        <p:spPr>
          <a:xfrm>
            <a:off x="0" y="250651"/>
            <a:ext cx="12191999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The Model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B11556-6BFD-827C-B75F-90BE077F30F7}"/>
              </a:ext>
            </a:extLst>
          </p:cNvPr>
          <p:cNvSpPr txBox="1"/>
          <p:nvPr/>
        </p:nvSpPr>
        <p:spPr>
          <a:xfrm>
            <a:off x="2114553" y="960129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cs typeface="Arial" pitchFamily="34" charset="0"/>
              </a:rPr>
              <a:t>The Optimization at The Core</a:t>
            </a:r>
          </a:p>
        </p:txBody>
      </p:sp>
      <p:sp>
        <p:nvSpPr>
          <p:cNvPr id="52" name="Text 3">
            <a:extLst>
              <a:ext uri="{FF2B5EF4-FFF2-40B4-BE49-F238E27FC236}">
                <a16:creationId xmlns:a16="http://schemas.microsoft.com/office/drawing/2014/main" id="{823BE74B-7F51-B4CF-6BAD-8585748A23E6}"/>
              </a:ext>
            </a:extLst>
          </p:cNvPr>
          <p:cNvSpPr txBox="1"/>
          <p:nvPr/>
        </p:nvSpPr>
        <p:spPr>
          <a:xfrm>
            <a:off x="777240" y="1946683"/>
            <a:ext cx="5029200" cy="2926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Decide the route and who rides together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53" name="Shape 4">
            <a:extLst>
              <a:ext uri="{FF2B5EF4-FFF2-40B4-BE49-F238E27FC236}">
                <a16:creationId xmlns:a16="http://schemas.microsoft.com/office/drawing/2014/main" id="{941E3A4A-B734-2C4E-EEBC-EE4C6DFE54B1}"/>
              </a:ext>
            </a:extLst>
          </p:cNvPr>
          <p:cNvSpPr/>
          <p:nvPr/>
        </p:nvSpPr>
        <p:spPr>
          <a:xfrm>
            <a:off x="555800" y="3518240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1B2540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2212E5A4-F7B7-8E2C-C9EC-EF80C3A2FBB8}"/>
              </a:ext>
            </a:extLst>
          </p:cNvPr>
          <p:cNvSpPr txBox="1"/>
          <p:nvPr/>
        </p:nvSpPr>
        <p:spPr>
          <a:xfrm>
            <a:off x="418640" y="3582249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van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FD85E529-7D31-2316-7D9B-9120F8CC58D8}"/>
              </a:ext>
            </a:extLst>
          </p:cNvPr>
          <p:cNvSpPr/>
          <p:nvPr/>
        </p:nvSpPr>
        <p:spPr>
          <a:xfrm>
            <a:off x="1835960" y="2695281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F4DA003C-18B6-52C2-5589-D8C21920A589}"/>
              </a:ext>
            </a:extLst>
          </p:cNvPr>
          <p:cNvSpPr txBox="1"/>
          <p:nvPr/>
        </p:nvSpPr>
        <p:spPr>
          <a:xfrm>
            <a:off x="1698800" y="2759289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P1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57" name="Shape 8">
            <a:extLst>
              <a:ext uri="{FF2B5EF4-FFF2-40B4-BE49-F238E27FC236}">
                <a16:creationId xmlns:a16="http://schemas.microsoft.com/office/drawing/2014/main" id="{9F5213E2-4CC2-3678-517A-662706BF05F3}"/>
              </a:ext>
            </a:extLst>
          </p:cNvPr>
          <p:cNvSpPr/>
          <p:nvPr/>
        </p:nvSpPr>
        <p:spPr>
          <a:xfrm>
            <a:off x="3024679" y="2512400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ECF6C9BC-BA48-C7BB-5641-036B8B944BD6}"/>
              </a:ext>
            </a:extLst>
          </p:cNvPr>
          <p:cNvSpPr txBox="1"/>
          <p:nvPr/>
        </p:nvSpPr>
        <p:spPr>
          <a:xfrm>
            <a:off x="2887520" y="2576409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P2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59" name="Shape 10">
            <a:extLst>
              <a:ext uri="{FF2B5EF4-FFF2-40B4-BE49-F238E27FC236}">
                <a16:creationId xmlns:a16="http://schemas.microsoft.com/office/drawing/2014/main" id="{3B1D6D64-4F0E-AAA9-95F4-4AA689BBCAB9}"/>
              </a:ext>
            </a:extLst>
          </p:cNvPr>
          <p:cNvSpPr/>
          <p:nvPr/>
        </p:nvSpPr>
        <p:spPr>
          <a:xfrm>
            <a:off x="3847640" y="3563961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8624A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B0791D6A-B320-6EDF-F2D2-1DBCBD3171BE}"/>
              </a:ext>
            </a:extLst>
          </p:cNvPr>
          <p:cNvSpPr txBox="1"/>
          <p:nvPr/>
        </p:nvSpPr>
        <p:spPr>
          <a:xfrm>
            <a:off x="3710480" y="3627969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D1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61" name="Shape 12">
            <a:extLst>
              <a:ext uri="{FF2B5EF4-FFF2-40B4-BE49-F238E27FC236}">
                <a16:creationId xmlns:a16="http://schemas.microsoft.com/office/drawing/2014/main" id="{1F9090DE-0FDF-6616-3C70-753839434E5F}"/>
              </a:ext>
            </a:extLst>
          </p:cNvPr>
          <p:cNvSpPr/>
          <p:nvPr/>
        </p:nvSpPr>
        <p:spPr>
          <a:xfrm>
            <a:off x="4853480" y="2878161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8624A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FAC4A0F7-F6A5-5A69-890A-D9AA729C12E1}"/>
              </a:ext>
            </a:extLst>
          </p:cNvPr>
          <p:cNvSpPr txBox="1"/>
          <p:nvPr/>
        </p:nvSpPr>
        <p:spPr>
          <a:xfrm>
            <a:off x="4716320" y="2942169"/>
            <a:ext cx="731520" cy="3291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FFFFFF"/>
                </a:solidFill>
                <a:uFillTx/>
                <a:ea typeface="Calibri" pitchFamily="34"/>
                <a:cs typeface="Calibri" pitchFamily="34"/>
              </a:rPr>
              <a:t>D2</a:t>
            </a:r>
            <a:endParaRPr lang="en-US" sz="13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DFFE2AC2-2BDD-D4D1-0A0B-1AEA200B8EA4}"/>
              </a:ext>
            </a:extLst>
          </p:cNvPr>
          <p:cNvSpPr/>
          <p:nvPr/>
        </p:nvSpPr>
        <p:spPr>
          <a:xfrm flipV="1">
            <a:off x="875838" y="3015318"/>
            <a:ext cx="960121" cy="50292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2E6BE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" name="Shape 15">
            <a:extLst>
              <a:ext uri="{FF2B5EF4-FFF2-40B4-BE49-F238E27FC236}">
                <a16:creationId xmlns:a16="http://schemas.microsoft.com/office/drawing/2014/main" id="{D571C5C8-D147-E6F7-B7E0-787C2BADE9A0}"/>
              </a:ext>
            </a:extLst>
          </p:cNvPr>
          <p:cNvSpPr/>
          <p:nvPr/>
        </p:nvSpPr>
        <p:spPr>
          <a:xfrm flipV="1">
            <a:off x="2293160" y="2759288"/>
            <a:ext cx="731519" cy="8705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2E6BE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" name="Shape 16">
            <a:extLst>
              <a:ext uri="{FF2B5EF4-FFF2-40B4-BE49-F238E27FC236}">
                <a16:creationId xmlns:a16="http://schemas.microsoft.com/office/drawing/2014/main" id="{EDBC13D4-D524-14BE-23E4-AA1BACB01E4A}"/>
              </a:ext>
            </a:extLst>
          </p:cNvPr>
          <p:cNvSpPr/>
          <p:nvPr/>
        </p:nvSpPr>
        <p:spPr>
          <a:xfrm>
            <a:off x="3390441" y="2911227"/>
            <a:ext cx="559123" cy="68653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2E6BE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0692F0A9-74C3-ED74-F119-92665CD56638}"/>
              </a:ext>
            </a:extLst>
          </p:cNvPr>
          <p:cNvSpPr/>
          <p:nvPr/>
        </p:nvSpPr>
        <p:spPr>
          <a:xfrm flipV="1">
            <a:off x="4257468" y="3227285"/>
            <a:ext cx="696285" cy="44805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5402" cap="flat">
            <a:solidFill>
              <a:srgbClr val="2E6BE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640D7CA7-D27B-954C-7944-5B22A88C1836}"/>
              </a:ext>
            </a:extLst>
          </p:cNvPr>
          <p:cNvSpPr txBox="1"/>
          <p:nvPr/>
        </p:nvSpPr>
        <p:spPr>
          <a:xfrm>
            <a:off x="777240" y="4324123"/>
            <a:ext cx="5029200" cy="594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Binary choices: which van, which arc, or overflow to Lyft.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Continuous: arrival times, load, wait, excess ride time.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68" name="Rectangle: Rounded Corners 42">
            <a:extLst>
              <a:ext uri="{FF2B5EF4-FFF2-40B4-BE49-F238E27FC236}">
                <a16:creationId xmlns:a16="http://schemas.microsoft.com/office/drawing/2014/main" id="{7AAADD54-F4D0-7899-5A28-F2A0B0AF1B5F}"/>
              </a:ext>
            </a:extLst>
          </p:cNvPr>
          <p:cNvSpPr/>
          <p:nvPr/>
        </p:nvSpPr>
        <p:spPr>
          <a:xfrm>
            <a:off x="7762153" y="2906217"/>
            <a:ext cx="1593668" cy="36576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F71851B-A48A-BB1D-849B-4402158C0841}"/>
              </a:ext>
            </a:extLst>
          </p:cNvPr>
          <p:cNvSpPr txBox="1"/>
          <p:nvPr/>
        </p:nvSpPr>
        <p:spPr>
          <a:xfrm>
            <a:off x="7762153" y="2950597"/>
            <a:ext cx="1593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1.  Overflow to Lyft</a:t>
            </a:r>
          </a:p>
        </p:txBody>
      </p:sp>
      <p:sp>
        <p:nvSpPr>
          <p:cNvPr id="70" name="Text 3">
            <a:extLst>
              <a:ext uri="{FF2B5EF4-FFF2-40B4-BE49-F238E27FC236}">
                <a16:creationId xmlns:a16="http://schemas.microsoft.com/office/drawing/2014/main" id="{D8C64E5F-CFDE-00CA-9F74-0E95A3A30665}"/>
              </a:ext>
            </a:extLst>
          </p:cNvPr>
          <p:cNvSpPr txBox="1"/>
          <p:nvPr/>
        </p:nvSpPr>
        <p:spPr>
          <a:xfrm>
            <a:off x="8939269" y="2133498"/>
            <a:ext cx="2749627" cy="2926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↑ minimize in priority order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service before shaving miles</a:t>
            </a:r>
          </a:p>
        </p:txBody>
      </p:sp>
      <p:sp>
        <p:nvSpPr>
          <p:cNvPr id="71" name="Rectangle 20">
            <a:extLst>
              <a:ext uri="{FF2B5EF4-FFF2-40B4-BE49-F238E27FC236}">
                <a16:creationId xmlns:a16="http://schemas.microsoft.com/office/drawing/2014/main" id="{389566F8-AADD-B8DB-3A3D-4E7A4B7C32F9}"/>
              </a:ext>
            </a:extLst>
          </p:cNvPr>
          <p:cNvSpPr/>
          <p:nvPr/>
        </p:nvSpPr>
        <p:spPr>
          <a:xfrm>
            <a:off x="5202528" y="5865445"/>
            <a:ext cx="1530277" cy="543541"/>
          </a:xfrm>
          <a:custGeom>
            <a:avLst/>
            <a:gdLst/>
            <a:ahLst/>
            <a:cxnLst/>
            <a:rect l="l" t="t" r="r" b="b"/>
            <a:pathLst>
              <a:path w="1512168" h="543541">
                <a:moveTo>
                  <a:pt x="0" y="0"/>
                </a:moveTo>
                <a:lnTo>
                  <a:pt x="1512168" y="0"/>
                </a:lnTo>
                <a:lnTo>
                  <a:pt x="1512168" y="390102"/>
                </a:lnTo>
                <a:lnTo>
                  <a:pt x="845079" y="390102"/>
                </a:lnTo>
                <a:lnTo>
                  <a:pt x="756084" y="543541"/>
                </a:lnTo>
                <a:lnTo>
                  <a:pt x="667090" y="390102"/>
                </a:lnTo>
                <a:lnTo>
                  <a:pt x="0" y="39010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2" name="Rectangle 20">
            <a:extLst>
              <a:ext uri="{FF2B5EF4-FFF2-40B4-BE49-F238E27FC236}">
                <a16:creationId xmlns:a16="http://schemas.microsoft.com/office/drawing/2014/main" id="{F80880C2-0368-5EE5-5230-871D91F97109}"/>
              </a:ext>
            </a:extLst>
          </p:cNvPr>
          <p:cNvSpPr/>
          <p:nvPr/>
        </p:nvSpPr>
        <p:spPr>
          <a:xfrm>
            <a:off x="6774488" y="5865445"/>
            <a:ext cx="1933350" cy="543541"/>
          </a:xfrm>
          <a:custGeom>
            <a:avLst/>
            <a:gdLst/>
            <a:ahLst/>
            <a:cxnLst/>
            <a:rect l="l" t="t" r="r" b="b"/>
            <a:pathLst>
              <a:path w="1512168" h="543541">
                <a:moveTo>
                  <a:pt x="0" y="0"/>
                </a:moveTo>
                <a:lnTo>
                  <a:pt x="1512168" y="0"/>
                </a:lnTo>
                <a:lnTo>
                  <a:pt x="1512168" y="390102"/>
                </a:lnTo>
                <a:lnTo>
                  <a:pt x="845079" y="390102"/>
                </a:lnTo>
                <a:lnTo>
                  <a:pt x="756084" y="543541"/>
                </a:lnTo>
                <a:lnTo>
                  <a:pt x="667090" y="390102"/>
                </a:lnTo>
                <a:lnTo>
                  <a:pt x="0" y="39010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3" name="Rectangle 20">
            <a:extLst>
              <a:ext uri="{FF2B5EF4-FFF2-40B4-BE49-F238E27FC236}">
                <a16:creationId xmlns:a16="http://schemas.microsoft.com/office/drawing/2014/main" id="{81F43EFD-2E7F-C895-9AF2-B27190994FDE}"/>
              </a:ext>
            </a:extLst>
          </p:cNvPr>
          <p:cNvSpPr/>
          <p:nvPr/>
        </p:nvSpPr>
        <p:spPr>
          <a:xfrm>
            <a:off x="3134801" y="5865445"/>
            <a:ext cx="2016135" cy="543541"/>
          </a:xfrm>
          <a:custGeom>
            <a:avLst/>
            <a:gdLst/>
            <a:ahLst/>
            <a:cxnLst/>
            <a:rect l="l" t="t" r="r" b="b"/>
            <a:pathLst>
              <a:path w="1512168" h="543541">
                <a:moveTo>
                  <a:pt x="0" y="0"/>
                </a:moveTo>
                <a:lnTo>
                  <a:pt x="1512168" y="0"/>
                </a:lnTo>
                <a:lnTo>
                  <a:pt x="1512168" y="390102"/>
                </a:lnTo>
                <a:lnTo>
                  <a:pt x="845079" y="390102"/>
                </a:lnTo>
                <a:lnTo>
                  <a:pt x="756084" y="543541"/>
                </a:lnTo>
                <a:lnTo>
                  <a:pt x="667090" y="390102"/>
                </a:lnTo>
                <a:lnTo>
                  <a:pt x="0" y="39010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E76A5D-C53C-902A-6444-A8AE5D2AF7FA}"/>
              </a:ext>
            </a:extLst>
          </p:cNvPr>
          <p:cNvSpPr txBox="1"/>
          <p:nvPr/>
        </p:nvSpPr>
        <p:spPr>
          <a:xfrm>
            <a:off x="3092161" y="5911297"/>
            <a:ext cx="2078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pickup before drop-off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435A839-9A5B-2059-5E90-67AD6DC9771C}"/>
              </a:ext>
            </a:extLst>
          </p:cNvPr>
          <p:cNvSpPr txBox="1"/>
          <p:nvPr/>
        </p:nvSpPr>
        <p:spPr>
          <a:xfrm>
            <a:off x="5179347" y="5911297"/>
            <a:ext cx="1575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vehicle capacity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976C8A1-BD86-960B-AD21-D932596EDF9F}"/>
              </a:ext>
            </a:extLst>
          </p:cNvPr>
          <p:cNvSpPr txBox="1"/>
          <p:nvPr/>
        </p:nvSpPr>
        <p:spPr>
          <a:xfrm>
            <a:off x="6429970" y="5911297"/>
            <a:ext cx="2636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service time windows</a:t>
            </a:r>
          </a:p>
        </p:txBody>
      </p:sp>
      <p:sp>
        <p:nvSpPr>
          <p:cNvPr id="77" name="Rectangle 20">
            <a:extLst>
              <a:ext uri="{FF2B5EF4-FFF2-40B4-BE49-F238E27FC236}">
                <a16:creationId xmlns:a16="http://schemas.microsoft.com/office/drawing/2014/main" id="{292A83FD-7320-2430-8278-CBAAC333546C}"/>
              </a:ext>
            </a:extLst>
          </p:cNvPr>
          <p:cNvSpPr/>
          <p:nvPr/>
        </p:nvSpPr>
        <p:spPr>
          <a:xfrm>
            <a:off x="297457" y="5865445"/>
            <a:ext cx="2794299" cy="543541"/>
          </a:xfrm>
          <a:custGeom>
            <a:avLst/>
            <a:gdLst/>
            <a:ahLst/>
            <a:cxnLst/>
            <a:rect l="l" t="t" r="r" b="b"/>
            <a:pathLst>
              <a:path w="1512168" h="543541">
                <a:moveTo>
                  <a:pt x="0" y="0"/>
                </a:moveTo>
                <a:lnTo>
                  <a:pt x="1512168" y="0"/>
                </a:lnTo>
                <a:lnTo>
                  <a:pt x="1512168" y="390102"/>
                </a:lnTo>
                <a:lnTo>
                  <a:pt x="845079" y="390102"/>
                </a:lnTo>
                <a:lnTo>
                  <a:pt x="756084" y="543541"/>
                </a:lnTo>
                <a:lnTo>
                  <a:pt x="667090" y="390102"/>
                </a:lnTo>
                <a:lnTo>
                  <a:pt x="0" y="3901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E026D1-B9BF-6F8D-3322-559919AA13BF}"/>
              </a:ext>
            </a:extLst>
          </p:cNvPr>
          <p:cNvSpPr txBox="1"/>
          <p:nvPr/>
        </p:nvSpPr>
        <p:spPr>
          <a:xfrm>
            <a:off x="297457" y="5903437"/>
            <a:ext cx="2761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same van picks up &amp; drops off</a:t>
            </a:r>
          </a:p>
        </p:txBody>
      </p:sp>
      <p:sp>
        <p:nvSpPr>
          <p:cNvPr id="79" name="Rectangle 20">
            <a:extLst>
              <a:ext uri="{FF2B5EF4-FFF2-40B4-BE49-F238E27FC236}">
                <a16:creationId xmlns:a16="http://schemas.microsoft.com/office/drawing/2014/main" id="{B40D41CC-E954-587D-B1C3-8A424FA584EC}"/>
              </a:ext>
            </a:extLst>
          </p:cNvPr>
          <p:cNvSpPr/>
          <p:nvPr/>
        </p:nvSpPr>
        <p:spPr>
          <a:xfrm>
            <a:off x="8759390" y="5865445"/>
            <a:ext cx="1376039" cy="543541"/>
          </a:xfrm>
          <a:custGeom>
            <a:avLst/>
            <a:gdLst/>
            <a:ahLst/>
            <a:cxnLst/>
            <a:rect l="l" t="t" r="r" b="b"/>
            <a:pathLst>
              <a:path w="1512168" h="543541">
                <a:moveTo>
                  <a:pt x="0" y="0"/>
                </a:moveTo>
                <a:lnTo>
                  <a:pt x="1512168" y="0"/>
                </a:lnTo>
                <a:lnTo>
                  <a:pt x="1512168" y="390102"/>
                </a:lnTo>
                <a:lnTo>
                  <a:pt x="845079" y="390102"/>
                </a:lnTo>
                <a:lnTo>
                  <a:pt x="756084" y="543541"/>
                </a:lnTo>
                <a:lnTo>
                  <a:pt x="667090" y="390102"/>
                </a:lnTo>
                <a:lnTo>
                  <a:pt x="0" y="39010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0" name="Rectangle 20">
            <a:extLst>
              <a:ext uri="{FF2B5EF4-FFF2-40B4-BE49-F238E27FC236}">
                <a16:creationId xmlns:a16="http://schemas.microsoft.com/office/drawing/2014/main" id="{DCE9E0AD-C649-641B-21EC-CDAB3CBDA4D1}"/>
              </a:ext>
            </a:extLst>
          </p:cNvPr>
          <p:cNvSpPr/>
          <p:nvPr/>
        </p:nvSpPr>
        <p:spPr>
          <a:xfrm>
            <a:off x="10177114" y="5865445"/>
            <a:ext cx="1692000" cy="543541"/>
          </a:xfrm>
          <a:custGeom>
            <a:avLst/>
            <a:gdLst/>
            <a:ahLst/>
            <a:cxnLst/>
            <a:rect l="l" t="t" r="r" b="b"/>
            <a:pathLst>
              <a:path w="1512168" h="543541">
                <a:moveTo>
                  <a:pt x="0" y="0"/>
                </a:moveTo>
                <a:lnTo>
                  <a:pt x="1512168" y="0"/>
                </a:lnTo>
                <a:lnTo>
                  <a:pt x="1512168" y="390102"/>
                </a:lnTo>
                <a:lnTo>
                  <a:pt x="845079" y="390102"/>
                </a:lnTo>
                <a:lnTo>
                  <a:pt x="756084" y="543541"/>
                </a:lnTo>
                <a:lnTo>
                  <a:pt x="667090" y="390102"/>
                </a:lnTo>
                <a:lnTo>
                  <a:pt x="0" y="390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823006F-F242-A4EA-841A-8F638201C6E7}"/>
              </a:ext>
            </a:extLst>
          </p:cNvPr>
          <p:cNvSpPr txBox="1"/>
          <p:nvPr/>
        </p:nvSpPr>
        <p:spPr>
          <a:xfrm>
            <a:off x="8766875" y="5911297"/>
            <a:ext cx="1368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max ride time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45BC349-1247-A773-68CC-5A8B3985F8A4}"/>
              </a:ext>
            </a:extLst>
          </p:cNvPr>
          <p:cNvSpPr txBox="1"/>
          <p:nvPr/>
        </p:nvSpPr>
        <p:spPr>
          <a:xfrm>
            <a:off x="10055360" y="5911297"/>
            <a:ext cx="1938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committed actions</a:t>
            </a:r>
          </a:p>
        </p:txBody>
      </p:sp>
      <p:sp>
        <p:nvSpPr>
          <p:cNvPr id="83" name="Text 30">
            <a:extLst>
              <a:ext uri="{FF2B5EF4-FFF2-40B4-BE49-F238E27FC236}">
                <a16:creationId xmlns:a16="http://schemas.microsoft.com/office/drawing/2014/main" id="{0880AB97-0A19-A04E-586A-641273072392}"/>
              </a:ext>
            </a:extLst>
          </p:cNvPr>
          <p:cNvSpPr txBox="1"/>
          <p:nvPr/>
        </p:nvSpPr>
        <p:spPr>
          <a:xfrm>
            <a:off x="295898" y="5579216"/>
            <a:ext cx="1347269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Constraints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57309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741BD-0185-C4A3-9BA8-243BF4D83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2EF81B66-27CE-19E8-DB63-A5387A5E2E85}"/>
              </a:ext>
            </a:extLst>
          </p:cNvPr>
          <p:cNvSpPr/>
          <p:nvPr/>
        </p:nvSpPr>
        <p:spPr>
          <a:xfrm>
            <a:off x="9067556" y="1645756"/>
            <a:ext cx="2015367" cy="4051696"/>
          </a:xfrm>
          <a:prstGeom prst="roundRect">
            <a:avLst>
              <a:gd name="adj" fmla="val 50000"/>
            </a:avLst>
          </a:prstGeom>
          <a:solidFill>
            <a:srgbClr val="2681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1FBDFED9-C7A7-C441-B957-AB8A6097A96C}"/>
              </a:ext>
            </a:extLst>
          </p:cNvPr>
          <p:cNvSpPr/>
          <p:nvPr/>
        </p:nvSpPr>
        <p:spPr>
          <a:xfrm>
            <a:off x="6414639" y="1642508"/>
            <a:ext cx="2015367" cy="4051696"/>
          </a:xfrm>
          <a:prstGeom prst="roundRect">
            <a:avLst>
              <a:gd name="adj" fmla="val 50000"/>
            </a:avLst>
          </a:prstGeom>
          <a:solidFill>
            <a:srgbClr val="82B1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75721F09-B946-49E3-1683-B43DB123B20D}"/>
              </a:ext>
            </a:extLst>
          </p:cNvPr>
          <p:cNvSpPr/>
          <p:nvPr/>
        </p:nvSpPr>
        <p:spPr>
          <a:xfrm>
            <a:off x="3758891" y="1653188"/>
            <a:ext cx="2015367" cy="4051696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87474FDB-7C70-38AA-0162-52C042D9216B}"/>
              </a:ext>
            </a:extLst>
          </p:cNvPr>
          <p:cNvSpPr/>
          <p:nvPr/>
        </p:nvSpPr>
        <p:spPr>
          <a:xfrm>
            <a:off x="1105974" y="1649940"/>
            <a:ext cx="2015367" cy="4051696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51C49F8E-FA7A-1700-9C06-6F895E39286F}"/>
              </a:ext>
            </a:extLst>
          </p:cNvPr>
          <p:cNvSpPr txBox="1">
            <a:spLocks/>
          </p:cNvSpPr>
          <p:nvPr/>
        </p:nvSpPr>
        <p:spPr>
          <a:xfrm>
            <a:off x="1086880" y="3797666"/>
            <a:ext cx="2059200" cy="246087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Observe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62FC2-9F7F-A973-7D6A-7E8F9A28EEC7}"/>
              </a:ext>
            </a:extLst>
          </p:cNvPr>
          <p:cNvSpPr txBox="1"/>
          <p:nvPr/>
        </p:nvSpPr>
        <p:spPr>
          <a:xfrm>
            <a:off x="1086653" y="4055559"/>
            <a:ext cx="20596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current van positions, onboard riders, committed stops, pending requests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0DCEEEBC-0A3C-0101-C339-73DB3D516159}"/>
              </a:ext>
            </a:extLst>
          </p:cNvPr>
          <p:cNvSpPr txBox="1">
            <a:spLocks/>
          </p:cNvSpPr>
          <p:nvPr/>
        </p:nvSpPr>
        <p:spPr>
          <a:xfrm>
            <a:off x="3737064" y="2168730"/>
            <a:ext cx="2059200" cy="246087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Freeze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783C52-070D-165B-8237-7623B9966B7E}"/>
              </a:ext>
            </a:extLst>
          </p:cNvPr>
          <p:cNvSpPr txBox="1"/>
          <p:nvPr/>
        </p:nvSpPr>
        <p:spPr>
          <a:xfrm>
            <a:off x="3736837" y="2399604"/>
            <a:ext cx="2059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Lock in actions already underway</a:t>
            </a:r>
          </a:p>
        </p:txBody>
      </p:sp>
      <p:sp>
        <p:nvSpPr>
          <p:cNvPr id="20" name="Text Placeholder 22">
            <a:extLst>
              <a:ext uri="{FF2B5EF4-FFF2-40B4-BE49-F238E27FC236}">
                <a16:creationId xmlns:a16="http://schemas.microsoft.com/office/drawing/2014/main" id="{CBDDE22E-AB42-95DB-594E-5A12DEE203C6}"/>
              </a:ext>
            </a:extLst>
          </p:cNvPr>
          <p:cNvSpPr txBox="1">
            <a:spLocks/>
          </p:cNvSpPr>
          <p:nvPr/>
        </p:nvSpPr>
        <p:spPr>
          <a:xfrm>
            <a:off x="6402528" y="3822380"/>
            <a:ext cx="2059200" cy="246087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Resolve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F4BBD7-2584-E72C-483E-FA7F1B605C22}"/>
              </a:ext>
            </a:extLst>
          </p:cNvPr>
          <p:cNvSpPr txBox="1"/>
          <p:nvPr/>
        </p:nvSpPr>
        <p:spPr>
          <a:xfrm>
            <a:off x="6402301" y="4080273"/>
            <a:ext cx="20596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optimize the rest under a short time limit, warm-started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3FEB7FE9-10B1-5809-64B2-92EEF289B9B0}"/>
              </a:ext>
            </a:extLst>
          </p:cNvPr>
          <p:cNvSpPr txBox="1">
            <a:spLocks/>
          </p:cNvSpPr>
          <p:nvPr/>
        </p:nvSpPr>
        <p:spPr>
          <a:xfrm>
            <a:off x="9052712" y="2267588"/>
            <a:ext cx="2059200" cy="246087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Commit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8449EF-C62E-F34C-277B-06C13745C0B6}"/>
              </a:ext>
            </a:extLst>
          </p:cNvPr>
          <p:cNvSpPr txBox="1"/>
          <p:nvPr/>
        </p:nvSpPr>
        <p:spPr>
          <a:xfrm>
            <a:off x="9052485" y="2504089"/>
            <a:ext cx="20596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Execute the next move, then reoptimize when a new request arrives.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E39EADC-2FBD-E8FD-6EBC-5D7D432F8612}"/>
              </a:ext>
            </a:extLst>
          </p:cNvPr>
          <p:cNvSpPr txBox="1">
            <a:spLocks/>
          </p:cNvSpPr>
          <p:nvPr/>
        </p:nvSpPr>
        <p:spPr>
          <a:xfrm>
            <a:off x="0" y="250651"/>
            <a:ext cx="12191999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Making it Dynamic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AC93F8-09CE-7076-15CD-F30AFFC3080B}"/>
              </a:ext>
            </a:extLst>
          </p:cNvPr>
          <p:cNvSpPr txBox="1"/>
          <p:nvPr/>
        </p:nvSpPr>
        <p:spPr>
          <a:xfrm>
            <a:off x="2113217" y="1044853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cs typeface="Arial" pitchFamily="34" charset="0"/>
              </a:rPr>
              <a:t>From a Snapshot to a Live Dispatcher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F5EBDD6-1C1B-F2DA-E29E-7F9C0EFDD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713" y="1696733"/>
            <a:ext cx="1955800" cy="19431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B1A49C4-9EFE-47DF-D34D-3F4823DD1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2217" y="3684689"/>
            <a:ext cx="1955800" cy="19431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7F96E43-E6C1-719B-50B4-F90C48241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871" y="1678320"/>
            <a:ext cx="1955800" cy="19431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85DB1D5-F207-C984-808C-BE7FDFB03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177" y="3689353"/>
            <a:ext cx="1955800" cy="19431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5A30900-BB88-496F-2996-326DB0178A99}"/>
              </a:ext>
            </a:extLst>
          </p:cNvPr>
          <p:cNvSpPr txBox="1"/>
          <p:nvPr/>
        </p:nvSpPr>
        <p:spPr>
          <a:xfrm>
            <a:off x="9207158" y="3870554"/>
            <a:ext cx="17557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b="1" dirty="0">
                <a:solidFill>
                  <a:srgbClr val="2681AC"/>
                </a:solidFill>
                <a:latin typeface="+mj-lt"/>
                <a:cs typeface="Arial" pitchFamily="34" charset="0"/>
              </a:rPr>
              <a:t>4</a:t>
            </a:r>
            <a:endParaRPr lang="ko-KR" altLang="en-US" sz="8800" b="1" dirty="0">
              <a:solidFill>
                <a:srgbClr val="2681AC"/>
              </a:solidFill>
              <a:latin typeface="+mj-lt"/>
              <a:cs typeface="Arial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67E4DA-A8E8-0CAA-BEB7-5AA4E2FE84A0}"/>
              </a:ext>
            </a:extLst>
          </p:cNvPr>
          <p:cNvSpPr txBox="1"/>
          <p:nvPr/>
        </p:nvSpPr>
        <p:spPr>
          <a:xfrm>
            <a:off x="3869380" y="3895266"/>
            <a:ext cx="17557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b="1" dirty="0">
                <a:solidFill>
                  <a:srgbClr val="EDBE43"/>
                </a:solidFill>
                <a:latin typeface="+mj-lt"/>
                <a:cs typeface="Arial" pitchFamily="34" charset="0"/>
              </a:rPr>
              <a:t>2</a:t>
            </a:r>
            <a:endParaRPr lang="ko-KR" altLang="en-US" sz="8800" b="1" dirty="0">
              <a:solidFill>
                <a:srgbClr val="EDBE43"/>
              </a:solidFill>
              <a:latin typeface="+mj-lt"/>
              <a:cs typeface="Arial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FC31F2-6703-C840-03E5-7B991AA05FDF}"/>
              </a:ext>
            </a:extLst>
          </p:cNvPr>
          <p:cNvSpPr txBox="1"/>
          <p:nvPr/>
        </p:nvSpPr>
        <p:spPr>
          <a:xfrm>
            <a:off x="6541897" y="1945008"/>
            <a:ext cx="17557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b="1" dirty="0">
                <a:solidFill>
                  <a:srgbClr val="82B134"/>
                </a:solidFill>
                <a:latin typeface="+mj-lt"/>
                <a:cs typeface="Arial" pitchFamily="34" charset="0"/>
              </a:rPr>
              <a:t>3</a:t>
            </a:r>
            <a:endParaRPr lang="ko-KR" altLang="en-US" sz="8800" b="1" dirty="0">
              <a:solidFill>
                <a:srgbClr val="82B134"/>
              </a:solidFill>
              <a:latin typeface="+mj-lt"/>
              <a:cs typeface="Arial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33972A-7E57-850A-1B1F-15FEE6954B8A}"/>
              </a:ext>
            </a:extLst>
          </p:cNvPr>
          <p:cNvSpPr txBox="1"/>
          <p:nvPr/>
        </p:nvSpPr>
        <p:spPr>
          <a:xfrm>
            <a:off x="1181311" y="1996298"/>
            <a:ext cx="17557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b="1" dirty="0">
                <a:solidFill>
                  <a:srgbClr val="ED5D62"/>
                </a:solidFill>
                <a:latin typeface="+mj-lt"/>
                <a:cs typeface="Arial" pitchFamily="34" charset="0"/>
              </a:rPr>
              <a:t>1</a:t>
            </a:r>
            <a:endParaRPr lang="ko-KR" altLang="en-US" sz="8800" b="1" dirty="0">
              <a:solidFill>
                <a:srgbClr val="ED5D62"/>
              </a:solidFill>
              <a:latin typeface="+mj-lt"/>
              <a:cs typeface="Arial" pitchFamily="34" charset="0"/>
            </a:endParaRPr>
          </a:p>
        </p:txBody>
      </p:sp>
      <p:sp>
        <p:nvSpPr>
          <p:cNvPr id="87" name="Text 28">
            <a:extLst>
              <a:ext uri="{FF2B5EF4-FFF2-40B4-BE49-F238E27FC236}">
                <a16:creationId xmlns:a16="http://schemas.microsoft.com/office/drawing/2014/main" id="{4A9B7D83-084D-9FD0-601F-CCFA4D14CE53}"/>
              </a:ext>
            </a:extLst>
          </p:cNvPr>
          <p:cNvSpPr txBox="1"/>
          <p:nvPr/>
        </p:nvSpPr>
        <p:spPr>
          <a:xfrm>
            <a:off x="703238" y="5998547"/>
            <a:ext cx="850392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1" u="none" strike="noStrike" kern="1200" cap="none" spc="0" baseline="0" dirty="0">
                <a:solidFill>
                  <a:srgbClr val="6B7385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repeat as each new request arrives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8" name="Text 29">
            <a:extLst>
              <a:ext uri="{FF2B5EF4-FFF2-40B4-BE49-F238E27FC236}">
                <a16:creationId xmlns:a16="http://schemas.microsoft.com/office/drawing/2014/main" id="{3E17C170-5470-4127-37C0-EC136BF9DDDA}"/>
              </a:ext>
            </a:extLst>
          </p:cNvPr>
          <p:cNvSpPr txBox="1"/>
          <p:nvPr/>
        </p:nvSpPr>
        <p:spPr>
          <a:xfrm>
            <a:off x="1154127" y="6300715"/>
            <a:ext cx="11091672" cy="3840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i="0" u="none" strike="noStrike" kern="1200" cap="none" spc="0" baseline="0" dirty="0">
                <a:solidFill>
                  <a:srgbClr val="C77F0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→  </a:t>
            </a:r>
            <a:r>
              <a:rPr lang="en-US" sz="1500" b="1" i="0" u="none" strike="noStrike" kern="1200" cap="none" spc="0" baseline="0" dirty="0">
                <a:solidFill>
                  <a:srgbClr val="1B254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The MILP optimizes a single moment. The loop turns it into a real-time dispatcher while preserving pickups already in progress.</a:t>
            </a:r>
            <a:endParaRPr lang="en-US" sz="15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07DF17C3-B9A2-F9DF-EC77-F41DA4670CAA}"/>
              </a:ext>
            </a:extLst>
          </p:cNvPr>
          <p:cNvSpPr/>
          <p:nvPr/>
        </p:nvSpPr>
        <p:spPr>
          <a:xfrm>
            <a:off x="3240982" y="3511038"/>
            <a:ext cx="328612" cy="22816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EFC5670E-2661-ABA5-EB51-9F75F2F6920D}"/>
              </a:ext>
            </a:extLst>
          </p:cNvPr>
          <p:cNvSpPr/>
          <p:nvPr/>
        </p:nvSpPr>
        <p:spPr>
          <a:xfrm>
            <a:off x="5921191" y="3505311"/>
            <a:ext cx="328612" cy="22816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E53723C2-8F1E-DA39-2A67-8531C017FE52}"/>
              </a:ext>
            </a:extLst>
          </p:cNvPr>
          <p:cNvSpPr/>
          <p:nvPr/>
        </p:nvSpPr>
        <p:spPr>
          <a:xfrm>
            <a:off x="8557308" y="3505311"/>
            <a:ext cx="328612" cy="22816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1F013562-7774-6D0C-9F5E-EA68B0EFBDB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247711" y="1718753"/>
            <a:ext cx="4184" cy="7961582"/>
          </a:xfrm>
          <a:prstGeom prst="bentConnector3">
            <a:avLst>
              <a:gd name="adj1" fmla="val -5805163"/>
            </a:avLst>
          </a:prstGeom>
          <a:ln w="38100">
            <a:solidFill>
              <a:schemeClr val="tx2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612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7">
            <a:extLst>
              <a:ext uri="{FF2B5EF4-FFF2-40B4-BE49-F238E27FC236}">
                <a16:creationId xmlns:a16="http://schemas.microsoft.com/office/drawing/2014/main" id="{24D898F5-8BD7-4146-B3F0-D4FEE2DA3911}"/>
              </a:ext>
            </a:extLst>
          </p:cNvPr>
          <p:cNvSpPr/>
          <p:nvPr/>
        </p:nvSpPr>
        <p:spPr>
          <a:xfrm>
            <a:off x="755475" y="5325021"/>
            <a:ext cx="11573197" cy="1194260"/>
          </a:xfrm>
          <a:custGeom>
            <a:avLst/>
            <a:gdLst>
              <a:gd name="connsiteX0" fmla="*/ 1665514 w 7946571"/>
              <a:gd name="connsiteY0" fmla="*/ 957943 h 957943"/>
              <a:gd name="connsiteX1" fmla="*/ 1665514 w 7946571"/>
              <a:gd name="connsiteY1" fmla="*/ 957943 h 957943"/>
              <a:gd name="connsiteX2" fmla="*/ 7946571 w 7946571"/>
              <a:gd name="connsiteY2" fmla="*/ 43543 h 957943"/>
              <a:gd name="connsiteX3" fmla="*/ 5878285 w 7946571"/>
              <a:gd name="connsiteY3" fmla="*/ 0 h 957943"/>
              <a:gd name="connsiteX4" fmla="*/ 0 w 7946571"/>
              <a:gd name="connsiteY4" fmla="*/ 489858 h 957943"/>
              <a:gd name="connsiteX5" fmla="*/ 1665514 w 7946571"/>
              <a:gd name="connsiteY5" fmla="*/ 957943 h 957943"/>
              <a:gd name="connsiteX0" fmla="*/ 0 w 7946571"/>
              <a:gd name="connsiteY0" fmla="*/ 489858 h 957943"/>
              <a:gd name="connsiteX1" fmla="*/ 1665514 w 7946571"/>
              <a:gd name="connsiteY1" fmla="*/ 957943 h 957943"/>
              <a:gd name="connsiteX2" fmla="*/ 7946571 w 7946571"/>
              <a:gd name="connsiteY2" fmla="*/ 43543 h 957943"/>
              <a:gd name="connsiteX3" fmla="*/ 5878285 w 7946571"/>
              <a:gd name="connsiteY3" fmla="*/ 0 h 957943"/>
              <a:gd name="connsiteX4" fmla="*/ 0 w 7946571"/>
              <a:gd name="connsiteY4" fmla="*/ 489858 h 957943"/>
              <a:gd name="connsiteX0" fmla="*/ 0 w 7946571"/>
              <a:gd name="connsiteY0" fmla="*/ 489858 h 833119"/>
              <a:gd name="connsiteX1" fmla="*/ 1799254 w 7946571"/>
              <a:gd name="connsiteY1" fmla="*/ 833119 h 833119"/>
              <a:gd name="connsiteX2" fmla="*/ 7946571 w 7946571"/>
              <a:gd name="connsiteY2" fmla="*/ 43543 h 833119"/>
              <a:gd name="connsiteX3" fmla="*/ 5878285 w 7946571"/>
              <a:gd name="connsiteY3" fmla="*/ 0 h 833119"/>
              <a:gd name="connsiteX4" fmla="*/ 0 w 7946571"/>
              <a:gd name="connsiteY4" fmla="*/ 489858 h 833119"/>
              <a:gd name="connsiteX0" fmla="*/ 0 w 7946571"/>
              <a:gd name="connsiteY0" fmla="*/ 489858 h 895531"/>
              <a:gd name="connsiteX1" fmla="*/ 1781423 w 7946571"/>
              <a:gd name="connsiteY1" fmla="*/ 895531 h 895531"/>
              <a:gd name="connsiteX2" fmla="*/ 7946571 w 7946571"/>
              <a:gd name="connsiteY2" fmla="*/ 43543 h 895531"/>
              <a:gd name="connsiteX3" fmla="*/ 5878285 w 7946571"/>
              <a:gd name="connsiteY3" fmla="*/ 0 h 895531"/>
              <a:gd name="connsiteX4" fmla="*/ 0 w 7946571"/>
              <a:gd name="connsiteY4" fmla="*/ 489858 h 895531"/>
              <a:gd name="connsiteX0" fmla="*/ 0 w 7946571"/>
              <a:gd name="connsiteY0" fmla="*/ 489858 h 833119"/>
              <a:gd name="connsiteX1" fmla="*/ 2031070 w 7946571"/>
              <a:gd name="connsiteY1" fmla="*/ 833119 h 833119"/>
              <a:gd name="connsiteX2" fmla="*/ 7946571 w 7946571"/>
              <a:gd name="connsiteY2" fmla="*/ 43543 h 833119"/>
              <a:gd name="connsiteX3" fmla="*/ 5878285 w 7946571"/>
              <a:gd name="connsiteY3" fmla="*/ 0 h 833119"/>
              <a:gd name="connsiteX4" fmla="*/ 0 w 7946571"/>
              <a:gd name="connsiteY4" fmla="*/ 489858 h 833119"/>
              <a:gd name="connsiteX0" fmla="*/ 0 w 7946571"/>
              <a:gd name="connsiteY0" fmla="*/ 489858 h 850326"/>
              <a:gd name="connsiteX1" fmla="*/ 2031070 w 7946571"/>
              <a:gd name="connsiteY1" fmla="*/ 833119 h 850326"/>
              <a:gd name="connsiteX2" fmla="*/ 2181428 w 7946571"/>
              <a:gd name="connsiteY2" fmla="*/ 799114 h 850326"/>
              <a:gd name="connsiteX3" fmla="*/ 7946571 w 7946571"/>
              <a:gd name="connsiteY3" fmla="*/ 43543 h 850326"/>
              <a:gd name="connsiteX4" fmla="*/ 5878285 w 7946571"/>
              <a:gd name="connsiteY4" fmla="*/ 0 h 850326"/>
              <a:gd name="connsiteX5" fmla="*/ 0 w 7946571"/>
              <a:gd name="connsiteY5" fmla="*/ 489858 h 850326"/>
              <a:gd name="connsiteX0" fmla="*/ 0 w 7946571"/>
              <a:gd name="connsiteY0" fmla="*/ 489858 h 863871"/>
              <a:gd name="connsiteX1" fmla="*/ 2031070 w 7946571"/>
              <a:gd name="connsiteY1" fmla="*/ 833119 h 863871"/>
              <a:gd name="connsiteX2" fmla="*/ 2199260 w 7946571"/>
              <a:gd name="connsiteY2" fmla="*/ 843694 h 863871"/>
              <a:gd name="connsiteX3" fmla="*/ 7946571 w 7946571"/>
              <a:gd name="connsiteY3" fmla="*/ 43543 h 863871"/>
              <a:gd name="connsiteX4" fmla="*/ 5878285 w 7946571"/>
              <a:gd name="connsiteY4" fmla="*/ 0 h 863871"/>
              <a:gd name="connsiteX5" fmla="*/ 0 w 7946571"/>
              <a:gd name="connsiteY5" fmla="*/ 489858 h 863871"/>
              <a:gd name="connsiteX0" fmla="*/ 0 w 7679092"/>
              <a:gd name="connsiteY0" fmla="*/ 489858 h 863871"/>
              <a:gd name="connsiteX1" fmla="*/ 2031070 w 7679092"/>
              <a:gd name="connsiteY1" fmla="*/ 833119 h 863871"/>
              <a:gd name="connsiteX2" fmla="*/ 2199260 w 7679092"/>
              <a:gd name="connsiteY2" fmla="*/ 843694 h 863871"/>
              <a:gd name="connsiteX3" fmla="*/ 7679092 w 7679092"/>
              <a:gd name="connsiteY3" fmla="*/ 212947 h 863871"/>
              <a:gd name="connsiteX4" fmla="*/ 5878285 w 7679092"/>
              <a:gd name="connsiteY4" fmla="*/ 0 h 863871"/>
              <a:gd name="connsiteX5" fmla="*/ 0 w 7679092"/>
              <a:gd name="connsiteY5" fmla="*/ 489858 h 863871"/>
              <a:gd name="connsiteX0" fmla="*/ 0 w 7982235"/>
              <a:gd name="connsiteY0" fmla="*/ 489858 h 863871"/>
              <a:gd name="connsiteX1" fmla="*/ 2031070 w 7982235"/>
              <a:gd name="connsiteY1" fmla="*/ 833119 h 863871"/>
              <a:gd name="connsiteX2" fmla="*/ 2199260 w 7982235"/>
              <a:gd name="connsiteY2" fmla="*/ 843694 h 863871"/>
              <a:gd name="connsiteX3" fmla="*/ 7982235 w 7982235"/>
              <a:gd name="connsiteY3" fmla="*/ 132702 h 863871"/>
              <a:gd name="connsiteX4" fmla="*/ 5878285 w 7982235"/>
              <a:gd name="connsiteY4" fmla="*/ 0 h 863871"/>
              <a:gd name="connsiteX5" fmla="*/ 0 w 7982235"/>
              <a:gd name="connsiteY5" fmla="*/ 489858 h 863871"/>
              <a:gd name="connsiteX0" fmla="*/ 0 w 8035731"/>
              <a:gd name="connsiteY0" fmla="*/ 489858 h 863871"/>
              <a:gd name="connsiteX1" fmla="*/ 2031070 w 8035731"/>
              <a:gd name="connsiteY1" fmla="*/ 833119 h 863871"/>
              <a:gd name="connsiteX2" fmla="*/ 2199260 w 8035731"/>
              <a:gd name="connsiteY2" fmla="*/ 843694 h 863871"/>
              <a:gd name="connsiteX3" fmla="*/ 8035731 w 8035731"/>
              <a:gd name="connsiteY3" fmla="*/ 34627 h 863871"/>
              <a:gd name="connsiteX4" fmla="*/ 5878285 w 8035731"/>
              <a:gd name="connsiteY4" fmla="*/ 0 h 863871"/>
              <a:gd name="connsiteX5" fmla="*/ 0 w 8035731"/>
              <a:gd name="connsiteY5" fmla="*/ 489858 h 863871"/>
              <a:gd name="connsiteX0" fmla="*/ 0 w 8026816"/>
              <a:gd name="connsiteY0" fmla="*/ 489858 h 863871"/>
              <a:gd name="connsiteX1" fmla="*/ 2031070 w 8026816"/>
              <a:gd name="connsiteY1" fmla="*/ 833119 h 863871"/>
              <a:gd name="connsiteX2" fmla="*/ 2199260 w 8026816"/>
              <a:gd name="connsiteY2" fmla="*/ 843694 h 863871"/>
              <a:gd name="connsiteX3" fmla="*/ 8026816 w 8026816"/>
              <a:gd name="connsiteY3" fmla="*/ 284275 h 863871"/>
              <a:gd name="connsiteX4" fmla="*/ 5878285 w 8026816"/>
              <a:gd name="connsiteY4" fmla="*/ 0 h 863871"/>
              <a:gd name="connsiteX5" fmla="*/ 0 w 8026816"/>
              <a:gd name="connsiteY5" fmla="*/ 489858 h 863871"/>
              <a:gd name="connsiteX0" fmla="*/ 0 w 8026816"/>
              <a:gd name="connsiteY0" fmla="*/ 489858 h 863871"/>
              <a:gd name="connsiteX1" fmla="*/ 2031070 w 8026816"/>
              <a:gd name="connsiteY1" fmla="*/ 833119 h 863871"/>
              <a:gd name="connsiteX2" fmla="*/ 2199260 w 8026816"/>
              <a:gd name="connsiteY2" fmla="*/ 843694 h 863871"/>
              <a:gd name="connsiteX3" fmla="*/ 8026816 w 8026816"/>
              <a:gd name="connsiteY3" fmla="*/ 177283 h 863871"/>
              <a:gd name="connsiteX4" fmla="*/ 5878285 w 8026816"/>
              <a:gd name="connsiteY4" fmla="*/ 0 h 863871"/>
              <a:gd name="connsiteX5" fmla="*/ 0 w 8026816"/>
              <a:gd name="connsiteY5" fmla="*/ 489858 h 863871"/>
              <a:gd name="connsiteX0" fmla="*/ 0 w 7242209"/>
              <a:gd name="connsiteY0" fmla="*/ 489858 h 863871"/>
              <a:gd name="connsiteX1" fmla="*/ 2031070 w 7242209"/>
              <a:gd name="connsiteY1" fmla="*/ 833119 h 863871"/>
              <a:gd name="connsiteX2" fmla="*/ 2199260 w 7242209"/>
              <a:gd name="connsiteY2" fmla="*/ 843694 h 863871"/>
              <a:gd name="connsiteX3" fmla="*/ 7242209 w 7242209"/>
              <a:gd name="connsiteY3" fmla="*/ 177283 h 863871"/>
              <a:gd name="connsiteX4" fmla="*/ 5878285 w 7242209"/>
              <a:gd name="connsiteY4" fmla="*/ 0 h 863871"/>
              <a:gd name="connsiteX5" fmla="*/ 0 w 7242209"/>
              <a:gd name="connsiteY5" fmla="*/ 489858 h 863871"/>
              <a:gd name="connsiteX0" fmla="*/ 0 w 7215461"/>
              <a:gd name="connsiteY0" fmla="*/ 489858 h 863871"/>
              <a:gd name="connsiteX1" fmla="*/ 2031070 w 7215461"/>
              <a:gd name="connsiteY1" fmla="*/ 833119 h 863871"/>
              <a:gd name="connsiteX2" fmla="*/ 2199260 w 7215461"/>
              <a:gd name="connsiteY2" fmla="*/ 843694 h 863871"/>
              <a:gd name="connsiteX3" fmla="*/ 7215461 w 7215461"/>
              <a:gd name="connsiteY3" fmla="*/ 328854 h 863871"/>
              <a:gd name="connsiteX4" fmla="*/ 5878285 w 7215461"/>
              <a:gd name="connsiteY4" fmla="*/ 0 h 863871"/>
              <a:gd name="connsiteX5" fmla="*/ 0 w 7215461"/>
              <a:gd name="connsiteY5" fmla="*/ 489858 h 863871"/>
              <a:gd name="connsiteX0" fmla="*/ 0 w 7215461"/>
              <a:gd name="connsiteY0" fmla="*/ 596850 h 970863"/>
              <a:gd name="connsiteX1" fmla="*/ 2031070 w 7215461"/>
              <a:gd name="connsiteY1" fmla="*/ 940111 h 970863"/>
              <a:gd name="connsiteX2" fmla="*/ 2199260 w 7215461"/>
              <a:gd name="connsiteY2" fmla="*/ 950686 h 970863"/>
              <a:gd name="connsiteX3" fmla="*/ 7215461 w 7215461"/>
              <a:gd name="connsiteY3" fmla="*/ 435846 h 970863"/>
              <a:gd name="connsiteX4" fmla="*/ 5628637 w 7215461"/>
              <a:gd name="connsiteY4" fmla="*/ 0 h 970863"/>
              <a:gd name="connsiteX5" fmla="*/ 0 w 7215461"/>
              <a:gd name="connsiteY5" fmla="*/ 596850 h 970863"/>
              <a:gd name="connsiteX0" fmla="*/ 0 w 7063889"/>
              <a:gd name="connsiteY0" fmla="*/ 596850 h 970863"/>
              <a:gd name="connsiteX1" fmla="*/ 2031070 w 7063889"/>
              <a:gd name="connsiteY1" fmla="*/ 940111 h 970863"/>
              <a:gd name="connsiteX2" fmla="*/ 2199260 w 7063889"/>
              <a:gd name="connsiteY2" fmla="*/ 950686 h 970863"/>
              <a:gd name="connsiteX3" fmla="*/ 7063889 w 7063889"/>
              <a:gd name="connsiteY3" fmla="*/ 355603 h 970863"/>
              <a:gd name="connsiteX4" fmla="*/ 5628637 w 7063889"/>
              <a:gd name="connsiteY4" fmla="*/ 0 h 970863"/>
              <a:gd name="connsiteX5" fmla="*/ 0 w 7063889"/>
              <a:gd name="connsiteY5" fmla="*/ 596850 h 970863"/>
              <a:gd name="connsiteX0" fmla="*/ 0 w 6921233"/>
              <a:gd name="connsiteY0" fmla="*/ 596850 h 970863"/>
              <a:gd name="connsiteX1" fmla="*/ 2031070 w 6921233"/>
              <a:gd name="connsiteY1" fmla="*/ 940111 h 970863"/>
              <a:gd name="connsiteX2" fmla="*/ 2199260 w 6921233"/>
              <a:gd name="connsiteY2" fmla="*/ 950686 h 970863"/>
              <a:gd name="connsiteX3" fmla="*/ 6921233 w 6921233"/>
              <a:gd name="connsiteY3" fmla="*/ 302106 h 970863"/>
              <a:gd name="connsiteX4" fmla="*/ 5628637 w 6921233"/>
              <a:gd name="connsiteY4" fmla="*/ 0 h 970863"/>
              <a:gd name="connsiteX5" fmla="*/ 0 w 6921233"/>
              <a:gd name="connsiteY5" fmla="*/ 596850 h 970863"/>
              <a:gd name="connsiteX0" fmla="*/ 0 w 6921233"/>
              <a:gd name="connsiteY0" fmla="*/ 659262 h 1033275"/>
              <a:gd name="connsiteX1" fmla="*/ 2031070 w 6921233"/>
              <a:gd name="connsiteY1" fmla="*/ 1002523 h 1033275"/>
              <a:gd name="connsiteX2" fmla="*/ 2199260 w 6921233"/>
              <a:gd name="connsiteY2" fmla="*/ 1013098 h 1033275"/>
              <a:gd name="connsiteX3" fmla="*/ 6921233 w 6921233"/>
              <a:gd name="connsiteY3" fmla="*/ 364518 h 1033275"/>
              <a:gd name="connsiteX4" fmla="*/ 5468149 w 6921233"/>
              <a:gd name="connsiteY4" fmla="*/ 0 h 1033275"/>
              <a:gd name="connsiteX5" fmla="*/ 0 w 6921233"/>
              <a:gd name="connsiteY5" fmla="*/ 659262 h 1033275"/>
              <a:gd name="connsiteX0" fmla="*/ 0 w 6921233"/>
              <a:gd name="connsiteY0" fmla="*/ 489858 h 863871"/>
              <a:gd name="connsiteX1" fmla="*/ 2031070 w 6921233"/>
              <a:gd name="connsiteY1" fmla="*/ 833119 h 863871"/>
              <a:gd name="connsiteX2" fmla="*/ 2199260 w 6921233"/>
              <a:gd name="connsiteY2" fmla="*/ 843694 h 863871"/>
              <a:gd name="connsiteX3" fmla="*/ 6921233 w 6921233"/>
              <a:gd name="connsiteY3" fmla="*/ 195114 h 863871"/>
              <a:gd name="connsiteX4" fmla="*/ 5280914 w 6921233"/>
              <a:gd name="connsiteY4" fmla="*/ 0 h 863871"/>
              <a:gd name="connsiteX5" fmla="*/ 0 w 6921233"/>
              <a:gd name="connsiteY5" fmla="*/ 489858 h 863871"/>
              <a:gd name="connsiteX0" fmla="*/ 0 w 6921233"/>
              <a:gd name="connsiteY0" fmla="*/ 579018 h 953031"/>
              <a:gd name="connsiteX1" fmla="*/ 2031070 w 6921233"/>
              <a:gd name="connsiteY1" fmla="*/ 922279 h 953031"/>
              <a:gd name="connsiteX2" fmla="*/ 2199260 w 6921233"/>
              <a:gd name="connsiteY2" fmla="*/ 932854 h 953031"/>
              <a:gd name="connsiteX3" fmla="*/ 6921233 w 6921233"/>
              <a:gd name="connsiteY3" fmla="*/ 284274 h 953031"/>
              <a:gd name="connsiteX4" fmla="*/ 5156091 w 6921233"/>
              <a:gd name="connsiteY4" fmla="*/ 0 h 953031"/>
              <a:gd name="connsiteX5" fmla="*/ 0 w 6921233"/>
              <a:gd name="connsiteY5" fmla="*/ 579018 h 953031"/>
              <a:gd name="connsiteX0" fmla="*/ 0 w 6921233"/>
              <a:gd name="connsiteY0" fmla="*/ 489858 h 863871"/>
              <a:gd name="connsiteX1" fmla="*/ 2031070 w 6921233"/>
              <a:gd name="connsiteY1" fmla="*/ 833119 h 863871"/>
              <a:gd name="connsiteX2" fmla="*/ 2199260 w 6921233"/>
              <a:gd name="connsiteY2" fmla="*/ 843694 h 863871"/>
              <a:gd name="connsiteX3" fmla="*/ 6921233 w 6921233"/>
              <a:gd name="connsiteY3" fmla="*/ 195114 h 863871"/>
              <a:gd name="connsiteX4" fmla="*/ 5004519 w 6921233"/>
              <a:gd name="connsiteY4" fmla="*/ 0 h 863871"/>
              <a:gd name="connsiteX5" fmla="*/ 0 w 6921233"/>
              <a:gd name="connsiteY5" fmla="*/ 489858 h 863871"/>
              <a:gd name="connsiteX0" fmla="*/ 0 w 6921233"/>
              <a:gd name="connsiteY0" fmla="*/ 516606 h 890619"/>
              <a:gd name="connsiteX1" fmla="*/ 2031070 w 6921233"/>
              <a:gd name="connsiteY1" fmla="*/ 859867 h 890619"/>
              <a:gd name="connsiteX2" fmla="*/ 2199260 w 6921233"/>
              <a:gd name="connsiteY2" fmla="*/ 870442 h 890619"/>
              <a:gd name="connsiteX3" fmla="*/ 6921233 w 6921233"/>
              <a:gd name="connsiteY3" fmla="*/ 221862 h 890619"/>
              <a:gd name="connsiteX4" fmla="*/ 4835116 w 6921233"/>
              <a:gd name="connsiteY4" fmla="*/ 0 h 890619"/>
              <a:gd name="connsiteX5" fmla="*/ 0 w 6921233"/>
              <a:gd name="connsiteY5" fmla="*/ 516606 h 890619"/>
              <a:gd name="connsiteX0" fmla="*/ 0 w 7028224"/>
              <a:gd name="connsiteY0" fmla="*/ 516606 h 890619"/>
              <a:gd name="connsiteX1" fmla="*/ 2031070 w 7028224"/>
              <a:gd name="connsiteY1" fmla="*/ 859867 h 890619"/>
              <a:gd name="connsiteX2" fmla="*/ 2199260 w 7028224"/>
              <a:gd name="connsiteY2" fmla="*/ 870442 h 890619"/>
              <a:gd name="connsiteX3" fmla="*/ 7028224 w 7028224"/>
              <a:gd name="connsiteY3" fmla="*/ 150534 h 890619"/>
              <a:gd name="connsiteX4" fmla="*/ 4835116 w 7028224"/>
              <a:gd name="connsiteY4" fmla="*/ 0 h 890619"/>
              <a:gd name="connsiteX5" fmla="*/ 0 w 7028224"/>
              <a:gd name="connsiteY5" fmla="*/ 516606 h 890619"/>
              <a:gd name="connsiteX0" fmla="*/ 0 w 7028224"/>
              <a:gd name="connsiteY0" fmla="*/ 516606 h 859867"/>
              <a:gd name="connsiteX1" fmla="*/ 2031070 w 7028224"/>
              <a:gd name="connsiteY1" fmla="*/ 859867 h 859867"/>
              <a:gd name="connsiteX2" fmla="*/ 7028224 w 7028224"/>
              <a:gd name="connsiteY2" fmla="*/ 150534 h 859867"/>
              <a:gd name="connsiteX3" fmla="*/ 4835116 w 7028224"/>
              <a:gd name="connsiteY3" fmla="*/ 0 h 859867"/>
              <a:gd name="connsiteX4" fmla="*/ 0 w 7028224"/>
              <a:gd name="connsiteY4" fmla="*/ 516606 h 859867"/>
              <a:gd name="connsiteX0" fmla="*/ 0 w 7028224"/>
              <a:gd name="connsiteY0" fmla="*/ 663326 h 859867"/>
              <a:gd name="connsiteX1" fmla="*/ 2031070 w 7028224"/>
              <a:gd name="connsiteY1" fmla="*/ 859867 h 859867"/>
              <a:gd name="connsiteX2" fmla="*/ 7028224 w 7028224"/>
              <a:gd name="connsiteY2" fmla="*/ 150534 h 859867"/>
              <a:gd name="connsiteX3" fmla="*/ 4835116 w 7028224"/>
              <a:gd name="connsiteY3" fmla="*/ 0 h 859867"/>
              <a:gd name="connsiteX4" fmla="*/ 0 w 7028224"/>
              <a:gd name="connsiteY4" fmla="*/ 663326 h 859867"/>
              <a:gd name="connsiteX0" fmla="*/ 0 w 7028224"/>
              <a:gd name="connsiteY0" fmla="*/ 663326 h 832357"/>
              <a:gd name="connsiteX1" fmla="*/ 1532998 w 7028224"/>
              <a:gd name="connsiteY1" fmla="*/ 832357 h 832357"/>
              <a:gd name="connsiteX2" fmla="*/ 7028224 w 7028224"/>
              <a:gd name="connsiteY2" fmla="*/ 150534 h 832357"/>
              <a:gd name="connsiteX3" fmla="*/ 4835116 w 7028224"/>
              <a:gd name="connsiteY3" fmla="*/ 0 h 832357"/>
              <a:gd name="connsiteX4" fmla="*/ 0 w 7028224"/>
              <a:gd name="connsiteY4" fmla="*/ 663326 h 832357"/>
              <a:gd name="connsiteX0" fmla="*/ 0 w 7028224"/>
              <a:gd name="connsiteY0" fmla="*/ 947595 h 1116626"/>
              <a:gd name="connsiteX1" fmla="*/ 1532998 w 7028224"/>
              <a:gd name="connsiteY1" fmla="*/ 1116626 h 1116626"/>
              <a:gd name="connsiteX2" fmla="*/ 7028224 w 7028224"/>
              <a:gd name="connsiteY2" fmla="*/ 434803 h 1116626"/>
              <a:gd name="connsiteX3" fmla="*/ 5283996 w 7028224"/>
              <a:gd name="connsiteY3" fmla="*/ 0 h 1116626"/>
              <a:gd name="connsiteX4" fmla="*/ 0 w 7028224"/>
              <a:gd name="connsiteY4" fmla="*/ 947595 h 1116626"/>
              <a:gd name="connsiteX0" fmla="*/ 0 w 6714623"/>
              <a:gd name="connsiteY0" fmla="*/ 947595 h 1116626"/>
              <a:gd name="connsiteX1" fmla="*/ 1532998 w 6714623"/>
              <a:gd name="connsiteY1" fmla="*/ 1116626 h 1116626"/>
              <a:gd name="connsiteX2" fmla="*/ 6714623 w 6714623"/>
              <a:gd name="connsiteY2" fmla="*/ 104683 h 1116626"/>
              <a:gd name="connsiteX3" fmla="*/ 5283996 w 6714623"/>
              <a:gd name="connsiteY3" fmla="*/ 0 h 1116626"/>
              <a:gd name="connsiteX4" fmla="*/ 0 w 6714623"/>
              <a:gd name="connsiteY4" fmla="*/ 947595 h 1116626"/>
              <a:gd name="connsiteX0" fmla="*/ 0 w 6714623"/>
              <a:gd name="connsiteY0" fmla="*/ 947595 h 1116626"/>
              <a:gd name="connsiteX1" fmla="*/ 1532998 w 6714623"/>
              <a:gd name="connsiteY1" fmla="*/ 1116626 h 1116626"/>
              <a:gd name="connsiteX2" fmla="*/ 6714623 w 6714623"/>
              <a:gd name="connsiteY2" fmla="*/ 104683 h 1116626"/>
              <a:gd name="connsiteX3" fmla="*/ 5283996 w 6714623"/>
              <a:gd name="connsiteY3" fmla="*/ 0 h 1116626"/>
              <a:gd name="connsiteX4" fmla="*/ 0 w 6714623"/>
              <a:gd name="connsiteY4" fmla="*/ 947595 h 1116626"/>
              <a:gd name="connsiteX0" fmla="*/ 0 w 6714623"/>
              <a:gd name="connsiteY0" fmla="*/ 947595 h 1116626"/>
              <a:gd name="connsiteX1" fmla="*/ 1532998 w 6714623"/>
              <a:gd name="connsiteY1" fmla="*/ 1116626 h 1116626"/>
              <a:gd name="connsiteX2" fmla="*/ 6714623 w 6714623"/>
              <a:gd name="connsiteY2" fmla="*/ 104683 h 1116626"/>
              <a:gd name="connsiteX3" fmla="*/ 5283996 w 6714623"/>
              <a:gd name="connsiteY3" fmla="*/ 0 h 1116626"/>
              <a:gd name="connsiteX4" fmla="*/ 0 w 6714623"/>
              <a:gd name="connsiteY4" fmla="*/ 947595 h 1116626"/>
              <a:gd name="connsiteX0" fmla="*/ 0 w 6714623"/>
              <a:gd name="connsiteY0" fmla="*/ 947595 h 1116626"/>
              <a:gd name="connsiteX1" fmla="*/ 1532998 w 6714623"/>
              <a:gd name="connsiteY1" fmla="*/ 1116626 h 1116626"/>
              <a:gd name="connsiteX2" fmla="*/ 6714623 w 6714623"/>
              <a:gd name="connsiteY2" fmla="*/ 104683 h 1116626"/>
              <a:gd name="connsiteX3" fmla="*/ 5283996 w 6714623"/>
              <a:gd name="connsiteY3" fmla="*/ 0 h 1116626"/>
              <a:gd name="connsiteX4" fmla="*/ 0 w 6714623"/>
              <a:gd name="connsiteY4" fmla="*/ 947595 h 1116626"/>
              <a:gd name="connsiteX0" fmla="*/ 0 w 6714623"/>
              <a:gd name="connsiteY0" fmla="*/ 947595 h 1125795"/>
              <a:gd name="connsiteX1" fmla="*/ 1200950 w 6714623"/>
              <a:gd name="connsiteY1" fmla="*/ 1125795 h 1125795"/>
              <a:gd name="connsiteX2" fmla="*/ 6714623 w 6714623"/>
              <a:gd name="connsiteY2" fmla="*/ 104683 h 1125795"/>
              <a:gd name="connsiteX3" fmla="*/ 5283996 w 6714623"/>
              <a:gd name="connsiteY3" fmla="*/ 0 h 1125795"/>
              <a:gd name="connsiteX4" fmla="*/ 0 w 6714623"/>
              <a:gd name="connsiteY4" fmla="*/ 947595 h 1125795"/>
              <a:gd name="connsiteX0" fmla="*/ 0 w 6769964"/>
              <a:gd name="connsiteY0" fmla="*/ 947595 h 1125795"/>
              <a:gd name="connsiteX1" fmla="*/ 1200950 w 6769964"/>
              <a:gd name="connsiteY1" fmla="*/ 1125795 h 1125795"/>
              <a:gd name="connsiteX2" fmla="*/ 6769964 w 6769964"/>
              <a:gd name="connsiteY2" fmla="*/ 159703 h 1125795"/>
              <a:gd name="connsiteX3" fmla="*/ 5283996 w 6769964"/>
              <a:gd name="connsiteY3" fmla="*/ 0 h 1125795"/>
              <a:gd name="connsiteX4" fmla="*/ 0 w 6769964"/>
              <a:gd name="connsiteY4" fmla="*/ 947595 h 1125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9964" h="1125795">
                <a:moveTo>
                  <a:pt x="0" y="947595"/>
                </a:moveTo>
                <a:lnTo>
                  <a:pt x="1200950" y="1125795"/>
                </a:lnTo>
                <a:lnTo>
                  <a:pt x="6769964" y="159703"/>
                </a:lnTo>
                <a:lnTo>
                  <a:pt x="5283996" y="0"/>
                </a:lnTo>
                <a:lnTo>
                  <a:pt x="0" y="947595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6C696D5-0C4D-474F-8A93-7E0A7267EF24}"/>
              </a:ext>
            </a:extLst>
          </p:cNvPr>
          <p:cNvSpPr/>
          <p:nvPr/>
        </p:nvSpPr>
        <p:spPr>
          <a:xfrm>
            <a:off x="2001104" y="5826250"/>
            <a:ext cx="2509007" cy="545436"/>
          </a:xfrm>
          <a:prstGeom prst="rect">
            <a:avLst/>
          </a:prstGeom>
          <a:solidFill>
            <a:schemeClr val="accent1"/>
          </a:solidFill>
          <a:ln>
            <a:noFill/>
          </a:ln>
          <a:scene3d>
            <a:camera prst="orthographicFront">
              <a:rot lat="297669" lon="18624798" rev="52620"/>
            </a:camera>
            <a:lightRig rig="threePt" dir="t">
              <a:rot lat="0" lon="0" rev="1800000"/>
            </a:lightRig>
          </a:scene3d>
          <a:sp3d extrusionH="2171700">
            <a:extrusionClr>
              <a:schemeClr val="accent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44003E-A0AF-4379-B47C-C6EECD64D7C1}"/>
              </a:ext>
            </a:extLst>
          </p:cNvPr>
          <p:cNvSpPr/>
          <p:nvPr/>
        </p:nvSpPr>
        <p:spPr>
          <a:xfrm>
            <a:off x="4455730" y="5280814"/>
            <a:ext cx="2509007" cy="545436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>
              <a:rot lat="297669" lon="18624798" rev="52620"/>
            </a:camera>
            <a:lightRig rig="threePt" dir="t">
              <a:rot lat="0" lon="0" rev="1800000"/>
            </a:lightRig>
          </a:scene3d>
          <a:sp3d extrusionH="2171700">
            <a:extrusionClr>
              <a:schemeClr val="accent2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D09DC-3FD9-4AAA-A7D1-2D8B92626F98}"/>
              </a:ext>
            </a:extLst>
          </p:cNvPr>
          <p:cNvSpPr/>
          <p:nvPr/>
        </p:nvSpPr>
        <p:spPr>
          <a:xfrm>
            <a:off x="6910356" y="4735378"/>
            <a:ext cx="2509007" cy="545436"/>
          </a:xfrm>
          <a:prstGeom prst="rect">
            <a:avLst/>
          </a:prstGeom>
          <a:solidFill>
            <a:schemeClr val="accent3"/>
          </a:solidFill>
          <a:ln>
            <a:noFill/>
          </a:ln>
          <a:scene3d>
            <a:camera prst="orthographicFront">
              <a:rot lat="297669" lon="18624798" rev="52620"/>
            </a:camera>
            <a:lightRig rig="threePt" dir="t">
              <a:rot lat="0" lon="0" rev="1800000"/>
            </a:lightRig>
          </a:scene3d>
          <a:sp3d extrusionH="2171700">
            <a:extrusionClr>
              <a:schemeClr val="accent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698785-AA99-4233-B7B1-2634CA3B08D8}"/>
              </a:ext>
            </a:extLst>
          </p:cNvPr>
          <p:cNvSpPr/>
          <p:nvPr/>
        </p:nvSpPr>
        <p:spPr>
          <a:xfrm>
            <a:off x="9364983" y="4189942"/>
            <a:ext cx="2509007" cy="545436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orthographicFront">
              <a:rot lat="297669" lon="18624798" rev="52620"/>
            </a:camera>
            <a:lightRig rig="threePt" dir="t">
              <a:rot lat="0" lon="0" rev="1800000"/>
            </a:lightRig>
          </a:scene3d>
          <a:sp3d extrusionH="2171700">
            <a:extrusionClr>
              <a:schemeClr val="accent4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자유형: 도형 61">
            <a:extLst>
              <a:ext uri="{FF2B5EF4-FFF2-40B4-BE49-F238E27FC236}">
                <a16:creationId xmlns:a16="http://schemas.microsoft.com/office/drawing/2014/main" id="{BC21ED22-6CA5-42B3-9C23-C57754BB81C0}"/>
              </a:ext>
            </a:extLst>
          </p:cNvPr>
          <p:cNvSpPr/>
          <p:nvPr/>
        </p:nvSpPr>
        <p:spPr>
          <a:xfrm rot="11266131">
            <a:off x="4770044" y="3016283"/>
            <a:ext cx="1046709" cy="2137124"/>
          </a:xfrm>
          <a:custGeom>
            <a:avLst/>
            <a:gdLst>
              <a:gd name="connsiteX0" fmla="*/ 2440006 w 3669051"/>
              <a:gd name="connsiteY0" fmla="*/ 3234462 h 7491301"/>
              <a:gd name="connsiteX1" fmla="*/ 2357940 w 3669051"/>
              <a:gd name="connsiteY1" fmla="*/ 3208044 h 7491301"/>
              <a:gd name="connsiteX2" fmla="*/ 2242879 w 3669051"/>
              <a:gd name="connsiteY2" fmla="*/ 3195229 h 7491301"/>
              <a:gd name="connsiteX3" fmla="*/ 1996032 w 3669051"/>
              <a:gd name="connsiteY3" fmla="*/ 3192649 h 7491301"/>
              <a:gd name="connsiteX4" fmla="*/ 1857994 w 3669051"/>
              <a:gd name="connsiteY4" fmla="*/ 3219020 h 7491301"/>
              <a:gd name="connsiteX5" fmla="*/ 1857996 w 3669051"/>
              <a:gd name="connsiteY5" fmla="*/ 456605 h 7491301"/>
              <a:gd name="connsiteX6" fmla="*/ 1859951 w 3669051"/>
              <a:gd name="connsiteY6" fmla="*/ 437212 h 7491301"/>
              <a:gd name="connsiteX7" fmla="*/ 1859951 w 3669051"/>
              <a:gd name="connsiteY7" fmla="*/ 285783 h 7491301"/>
              <a:gd name="connsiteX8" fmla="*/ 2145734 w 3669051"/>
              <a:gd name="connsiteY8" fmla="*/ 0 h 7491301"/>
              <a:gd name="connsiteX9" fmla="*/ 2431517 w 3669051"/>
              <a:gd name="connsiteY9" fmla="*/ 285783 h 7491301"/>
              <a:gd name="connsiteX10" fmla="*/ 2431517 w 3669051"/>
              <a:gd name="connsiteY10" fmla="*/ 389658 h 7491301"/>
              <a:gd name="connsiteX11" fmla="*/ 2434094 w 3669051"/>
              <a:gd name="connsiteY11" fmla="*/ 397959 h 7491301"/>
              <a:gd name="connsiteX12" fmla="*/ 2440006 w 3669051"/>
              <a:gd name="connsiteY12" fmla="*/ 456607 h 7491301"/>
              <a:gd name="connsiteX13" fmla="*/ 3663885 w 3669051"/>
              <a:gd name="connsiteY13" fmla="*/ 4971430 h 7491301"/>
              <a:gd name="connsiteX14" fmla="*/ 3087037 w 3669051"/>
              <a:gd name="connsiteY14" fmla="*/ 4645749 h 7491301"/>
              <a:gd name="connsiteX15" fmla="*/ 3087039 w 3669051"/>
              <a:gd name="connsiteY15" fmla="*/ 3741112 h 7491301"/>
              <a:gd name="connsiteX16" fmla="*/ 3378045 w 3669051"/>
              <a:gd name="connsiteY16" fmla="*/ 3450104 h 7491301"/>
              <a:gd name="connsiteX17" fmla="*/ 3378043 w 3669051"/>
              <a:gd name="connsiteY17" fmla="*/ 3450108 h 7491301"/>
              <a:gd name="connsiteX18" fmla="*/ 3669049 w 3669051"/>
              <a:gd name="connsiteY18" fmla="*/ 3741114 h 7491301"/>
              <a:gd name="connsiteX19" fmla="*/ 3669051 w 3669051"/>
              <a:gd name="connsiteY19" fmla="*/ 4937261 h 7491301"/>
              <a:gd name="connsiteX20" fmla="*/ 1342726 w 3669051"/>
              <a:gd name="connsiteY20" fmla="*/ 5124927 h 7491301"/>
              <a:gd name="connsiteX21" fmla="*/ 707169 w 3669051"/>
              <a:gd name="connsiteY21" fmla="*/ 5064813 h 7491301"/>
              <a:gd name="connsiteX22" fmla="*/ 444860 w 3669051"/>
              <a:gd name="connsiteY22" fmla="*/ 4747698 h 7491301"/>
              <a:gd name="connsiteX23" fmla="*/ 761974 w 3669051"/>
              <a:gd name="connsiteY23" fmla="*/ 4485386 h 7491301"/>
              <a:gd name="connsiteX24" fmla="*/ 1338334 w 3669051"/>
              <a:gd name="connsiteY24" fmla="*/ 4539903 h 7491301"/>
              <a:gd name="connsiteX25" fmla="*/ 2481818 w 3669051"/>
              <a:gd name="connsiteY25" fmla="*/ 6067117 h 7491301"/>
              <a:gd name="connsiteX26" fmla="*/ 1819099 w 3669051"/>
              <a:gd name="connsiteY26" fmla="*/ 5965334 h 7491301"/>
              <a:gd name="connsiteX27" fmla="*/ 1776969 w 3669051"/>
              <a:gd name="connsiteY27" fmla="*/ 5958180 h 7491301"/>
              <a:gd name="connsiteX28" fmla="*/ 1766444 w 3669051"/>
              <a:gd name="connsiteY28" fmla="*/ 5954129 h 7491301"/>
              <a:gd name="connsiteX29" fmla="*/ 1764895 w 3669051"/>
              <a:gd name="connsiteY29" fmla="*/ 5953533 h 7491301"/>
              <a:gd name="connsiteX30" fmla="*/ 1669123 w 3669051"/>
              <a:gd name="connsiteY30" fmla="*/ 5916672 h 7491301"/>
              <a:gd name="connsiteX31" fmla="*/ 1534796 w 3669051"/>
              <a:gd name="connsiteY31" fmla="*/ 5681375 h 7491301"/>
              <a:gd name="connsiteX32" fmla="*/ 1535024 w 3669051"/>
              <a:gd name="connsiteY32" fmla="*/ 5677992 h 7491301"/>
              <a:gd name="connsiteX33" fmla="*/ 1529638 w 3669051"/>
              <a:gd name="connsiteY33" fmla="*/ 5659973 h 7491301"/>
              <a:gd name="connsiteX34" fmla="*/ 1522264 w 3669051"/>
              <a:gd name="connsiteY34" fmla="*/ 5578283 h 7491301"/>
              <a:gd name="connsiteX35" fmla="*/ 1539496 w 3669051"/>
              <a:gd name="connsiteY35" fmla="*/ 3929119 h 7491301"/>
              <a:gd name="connsiteX36" fmla="*/ 468177 w 3669051"/>
              <a:gd name="connsiteY36" fmla="*/ 3851970 h 7491301"/>
              <a:gd name="connsiteX37" fmla="*/ 356839 w 3669051"/>
              <a:gd name="connsiteY37" fmla="*/ 3821025 h 7491301"/>
              <a:gd name="connsiteX38" fmla="*/ 347240 w 3669051"/>
              <a:gd name="connsiteY38" fmla="*/ 3813496 h 7491301"/>
              <a:gd name="connsiteX39" fmla="*/ 340338 w 3669051"/>
              <a:gd name="connsiteY39" fmla="*/ 3812854 h 7491301"/>
              <a:gd name="connsiteX40" fmla="*/ 135089 w 3669051"/>
              <a:gd name="connsiteY40" fmla="*/ 3565146 h 7491301"/>
              <a:gd name="connsiteX41" fmla="*/ 0 w 3669051"/>
              <a:gd name="connsiteY41" fmla="*/ 1998454 h 7491301"/>
              <a:gd name="connsiteX42" fmla="*/ 244505 w 3669051"/>
              <a:gd name="connsiteY42" fmla="*/ 1798397 h 7491301"/>
              <a:gd name="connsiteX43" fmla="*/ 545943 w 3669051"/>
              <a:gd name="connsiteY43" fmla="*/ 1997374 h 7491301"/>
              <a:gd name="connsiteX44" fmla="*/ 556336 w 3669051"/>
              <a:gd name="connsiteY44" fmla="*/ 2048419 h 7491301"/>
              <a:gd name="connsiteX45" fmla="*/ 558157 w 3669051"/>
              <a:gd name="connsiteY45" fmla="*/ 2048419 h 7491301"/>
              <a:gd name="connsiteX46" fmla="*/ 690393 w 3669051"/>
              <a:gd name="connsiteY46" fmla="*/ 3284455 h 7491301"/>
              <a:gd name="connsiteX47" fmla="*/ 1939025 w 3669051"/>
              <a:gd name="connsiteY47" fmla="*/ 3374370 h 7491301"/>
              <a:gd name="connsiteX48" fmla="*/ 1950279 w 3669051"/>
              <a:gd name="connsiteY48" fmla="*/ 3372220 h 7491301"/>
              <a:gd name="connsiteX49" fmla="*/ 2125166 w 3669051"/>
              <a:gd name="connsiteY49" fmla="*/ 3374048 h 7491301"/>
              <a:gd name="connsiteX50" fmla="*/ 2525854 w 3669051"/>
              <a:gd name="connsiteY50" fmla="*/ 3783197 h 7491301"/>
              <a:gd name="connsiteX51" fmla="*/ 2510000 w 3669051"/>
              <a:gd name="connsiteY51" fmla="*/ 5300375 h 7491301"/>
              <a:gd name="connsiteX52" fmla="*/ 2983291 w 3669051"/>
              <a:gd name="connsiteY52" fmla="*/ 4887309 h 7491301"/>
              <a:gd name="connsiteX53" fmla="*/ 3518010 w 3669051"/>
              <a:gd name="connsiteY53" fmla="*/ 5189204 h 7491301"/>
              <a:gd name="connsiteX54" fmla="*/ 3491316 w 3669051"/>
              <a:gd name="connsiteY54" fmla="*/ 5205399 h 7491301"/>
              <a:gd name="connsiteX55" fmla="*/ 3473613 w 3669051"/>
              <a:gd name="connsiteY55" fmla="*/ 5208974 h 7491301"/>
              <a:gd name="connsiteX56" fmla="*/ 3420565 w 3669051"/>
              <a:gd name="connsiteY56" fmla="*/ 5278174 h 7491301"/>
              <a:gd name="connsiteX57" fmla="*/ 2582196 w 3669051"/>
              <a:gd name="connsiteY57" fmla="*/ 6009864 h 7491301"/>
              <a:gd name="connsiteX58" fmla="*/ 2481818 w 3669051"/>
              <a:gd name="connsiteY58" fmla="*/ 6067117 h 7491301"/>
              <a:gd name="connsiteX59" fmla="*/ 1851416 w 3669051"/>
              <a:gd name="connsiteY59" fmla="*/ 7491253 h 7491301"/>
              <a:gd name="connsiteX60" fmla="*/ 1186542 w 3669051"/>
              <a:gd name="connsiteY60" fmla="*/ 6934581 h 7491301"/>
              <a:gd name="connsiteX61" fmla="*/ 1730800 w 3669051"/>
              <a:gd name="connsiteY61" fmla="*/ 6131285 h 7491301"/>
              <a:gd name="connsiteX62" fmla="*/ 2534095 w 3669051"/>
              <a:gd name="connsiteY62" fmla="*/ 6675543 h 7491301"/>
              <a:gd name="connsiteX63" fmla="*/ 1989837 w 3669051"/>
              <a:gd name="connsiteY63" fmla="*/ 7478839 h 7491301"/>
              <a:gd name="connsiteX64" fmla="*/ 1851416 w 3669051"/>
              <a:gd name="connsiteY64" fmla="*/ 7491253 h 7491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3669051" h="7491301">
                <a:moveTo>
                  <a:pt x="2440006" y="3234462"/>
                </a:moveTo>
                <a:lnTo>
                  <a:pt x="2357940" y="3208044"/>
                </a:lnTo>
                <a:cubicBezTo>
                  <a:pt x="2320813" y="3200041"/>
                  <a:pt x="2282333" y="3195641"/>
                  <a:pt x="2242879" y="3195229"/>
                </a:cubicBezTo>
                <a:lnTo>
                  <a:pt x="1996032" y="3192649"/>
                </a:lnTo>
                <a:lnTo>
                  <a:pt x="1857994" y="3219020"/>
                </a:lnTo>
                <a:cubicBezTo>
                  <a:pt x="1857994" y="2298216"/>
                  <a:pt x="1857996" y="1377410"/>
                  <a:pt x="1857996" y="456605"/>
                </a:cubicBezTo>
                <a:lnTo>
                  <a:pt x="1859951" y="437212"/>
                </a:lnTo>
                <a:lnTo>
                  <a:pt x="1859951" y="285783"/>
                </a:lnTo>
                <a:cubicBezTo>
                  <a:pt x="1859951" y="127949"/>
                  <a:pt x="1987900" y="0"/>
                  <a:pt x="2145734" y="0"/>
                </a:cubicBezTo>
                <a:cubicBezTo>
                  <a:pt x="2303568" y="0"/>
                  <a:pt x="2431517" y="127949"/>
                  <a:pt x="2431517" y="285783"/>
                </a:cubicBezTo>
                <a:lnTo>
                  <a:pt x="2431517" y="389658"/>
                </a:lnTo>
                <a:lnTo>
                  <a:pt x="2434094" y="397959"/>
                </a:lnTo>
                <a:cubicBezTo>
                  <a:pt x="2437970" y="416903"/>
                  <a:pt x="2440006" y="436517"/>
                  <a:pt x="2440006" y="456607"/>
                </a:cubicBezTo>
                <a:close/>
                <a:moveTo>
                  <a:pt x="3663885" y="4971430"/>
                </a:moveTo>
                <a:lnTo>
                  <a:pt x="3087037" y="4645749"/>
                </a:lnTo>
                <a:cubicBezTo>
                  <a:pt x="3087037" y="4344204"/>
                  <a:pt x="3087039" y="4042657"/>
                  <a:pt x="3087039" y="3741112"/>
                </a:cubicBezTo>
                <a:cubicBezTo>
                  <a:pt x="3087039" y="3580393"/>
                  <a:pt x="3217327" y="3450106"/>
                  <a:pt x="3378045" y="3450104"/>
                </a:cubicBezTo>
                <a:cubicBezTo>
                  <a:pt x="3378045" y="3450106"/>
                  <a:pt x="3378043" y="3450106"/>
                  <a:pt x="3378043" y="3450108"/>
                </a:cubicBezTo>
                <a:cubicBezTo>
                  <a:pt x="3538761" y="3450108"/>
                  <a:pt x="3669051" y="3580396"/>
                  <a:pt x="3669049" y="3741114"/>
                </a:cubicBezTo>
                <a:cubicBezTo>
                  <a:pt x="3669049" y="4139829"/>
                  <a:pt x="3669051" y="4538546"/>
                  <a:pt x="3669051" y="4937261"/>
                </a:cubicBezTo>
                <a:close/>
                <a:moveTo>
                  <a:pt x="1342726" y="5124927"/>
                </a:moveTo>
                <a:lnTo>
                  <a:pt x="707169" y="5064813"/>
                </a:lnTo>
                <a:cubicBezTo>
                  <a:pt x="547166" y="5049680"/>
                  <a:pt x="429726" y="4907702"/>
                  <a:pt x="444860" y="4747698"/>
                </a:cubicBezTo>
                <a:cubicBezTo>
                  <a:pt x="459994" y="4587693"/>
                  <a:pt x="601972" y="4470253"/>
                  <a:pt x="761974" y="4485386"/>
                </a:cubicBezTo>
                <a:lnTo>
                  <a:pt x="1338334" y="4539903"/>
                </a:lnTo>
                <a:close/>
                <a:moveTo>
                  <a:pt x="2481818" y="6067117"/>
                </a:moveTo>
                <a:cubicBezTo>
                  <a:pt x="2354636" y="6059694"/>
                  <a:pt x="1936574" y="5983490"/>
                  <a:pt x="1819099" y="5965334"/>
                </a:cubicBezTo>
                <a:lnTo>
                  <a:pt x="1776969" y="5958180"/>
                </a:lnTo>
                <a:lnTo>
                  <a:pt x="1766444" y="5954129"/>
                </a:lnTo>
                <a:lnTo>
                  <a:pt x="1764895" y="5953533"/>
                </a:lnTo>
                <a:lnTo>
                  <a:pt x="1669123" y="5916672"/>
                </a:lnTo>
                <a:cubicBezTo>
                  <a:pt x="1589476" y="5865807"/>
                  <a:pt x="1538048" y="5778001"/>
                  <a:pt x="1534796" y="5681375"/>
                </a:cubicBezTo>
                <a:lnTo>
                  <a:pt x="1535024" y="5677992"/>
                </a:lnTo>
                <a:lnTo>
                  <a:pt x="1529638" y="5659973"/>
                </a:lnTo>
                <a:cubicBezTo>
                  <a:pt x="1524519" y="5633558"/>
                  <a:pt x="1521972" y="5606237"/>
                  <a:pt x="1522264" y="5578283"/>
                </a:cubicBezTo>
                <a:lnTo>
                  <a:pt x="1539496" y="3929119"/>
                </a:lnTo>
                <a:lnTo>
                  <a:pt x="468177" y="3851970"/>
                </a:lnTo>
                <a:cubicBezTo>
                  <a:pt x="428100" y="3849085"/>
                  <a:pt x="390506" y="3838212"/>
                  <a:pt x="356839" y="3821025"/>
                </a:cubicBezTo>
                <a:lnTo>
                  <a:pt x="347240" y="3813496"/>
                </a:lnTo>
                <a:lnTo>
                  <a:pt x="340338" y="3812854"/>
                </a:lnTo>
                <a:cubicBezTo>
                  <a:pt x="231784" y="3780038"/>
                  <a:pt x="147910" y="3685001"/>
                  <a:pt x="135089" y="3565146"/>
                </a:cubicBezTo>
                <a:lnTo>
                  <a:pt x="0" y="1998454"/>
                </a:lnTo>
                <a:cubicBezTo>
                  <a:pt x="32885" y="1892050"/>
                  <a:pt x="126726" y="1810262"/>
                  <a:pt x="244505" y="1798397"/>
                </a:cubicBezTo>
                <a:cubicBezTo>
                  <a:pt x="381914" y="1784555"/>
                  <a:pt x="506377" y="1870474"/>
                  <a:pt x="545943" y="1997374"/>
                </a:cubicBezTo>
                <a:lnTo>
                  <a:pt x="556336" y="2048419"/>
                </a:lnTo>
                <a:lnTo>
                  <a:pt x="558157" y="2048419"/>
                </a:lnTo>
                <a:lnTo>
                  <a:pt x="690393" y="3284455"/>
                </a:lnTo>
                <a:lnTo>
                  <a:pt x="1939025" y="3374370"/>
                </a:lnTo>
                <a:lnTo>
                  <a:pt x="1950279" y="3372220"/>
                </a:lnTo>
                <a:lnTo>
                  <a:pt x="2125166" y="3374048"/>
                </a:lnTo>
                <a:cubicBezTo>
                  <a:pt x="2348796" y="3376384"/>
                  <a:pt x="2528190" y="3559567"/>
                  <a:pt x="2525854" y="3783197"/>
                </a:cubicBezTo>
                <a:lnTo>
                  <a:pt x="2510000" y="5300375"/>
                </a:lnTo>
                <a:lnTo>
                  <a:pt x="2983291" y="4887309"/>
                </a:lnTo>
                <a:lnTo>
                  <a:pt x="3518010" y="5189204"/>
                </a:lnTo>
                <a:lnTo>
                  <a:pt x="3491316" y="5205399"/>
                </a:lnTo>
                <a:lnTo>
                  <a:pt x="3473613" y="5208974"/>
                </a:lnTo>
                <a:lnTo>
                  <a:pt x="3420565" y="5278174"/>
                </a:lnTo>
                <a:lnTo>
                  <a:pt x="2582196" y="6009864"/>
                </a:lnTo>
                <a:cubicBezTo>
                  <a:pt x="2551925" y="6036284"/>
                  <a:pt x="2517730" y="6055319"/>
                  <a:pt x="2481818" y="6067117"/>
                </a:cubicBezTo>
                <a:close/>
                <a:moveTo>
                  <a:pt x="1851416" y="7491253"/>
                </a:moveTo>
                <a:cubicBezTo>
                  <a:pt x="1532311" y="7487445"/>
                  <a:pt x="1249131" y="7260182"/>
                  <a:pt x="1186542" y="6934581"/>
                </a:cubicBezTo>
                <a:cubicBezTo>
                  <a:pt x="1115011" y="6562464"/>
                  <a:pt x="1358683" y="6202816"/>
                  <a:pt x="1730800" y="6131285"/>
                </a:cubicBezTo>
                <a:cubicBezTo>
                  <a:pt x="2102915" y="6059754"/>
                  <a:pt x="2462562" y="6303426"/>
                  <a:pt x="2534095" y="6675543"/>
                </a:cubicBezTo>
                <a:cubicBezTo>
                  <a:pt x="2605626" y="7047659"/>
                  <a:pt x="2361954" y="7407307"/>
                  <a:pt x="1989837" y="7478839"/>
                </a:cubicBezTo>
                <a:cubicBezTo>
                  <a:pt x="1943323" y="7487781"/>
                  <a:pt x="1897003" y="7491797"/>
                  <a:pt x="1851416" y="749125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9" name="Group 1">
            <a:extLst>
              <a:ext uri="{FF2B5EF4-FFF2-40B4-BE49-F238E27FC236}">
                <a16:creationId xmlns:a16="http://schemas.microsoft.com/office/drawing/2014/main" id="{E16CD7F8-ADC3-42F3-9FBD-528C21C4688F}"/>
              </a:ext>
            </a:extLst>
          </p:cNvPr>
          <p:cNvGrpSpPr/>
          <p:nvPr/>
        </p:nvGrpSpPr>
        <p:grpSpPr>
          <a:xfrm>
            <a:off x="623273" y="5119356"/>
            <a:ext cx="2696244" cy="554499"/>
            <a:chOff x="766492" y="3614879"/>
            <a:chExt cx="2696244" cy="554499"/>
          </a:xfrm>
        </p:grpSpPr>
        <p:sp>
          <p:nvSpPr>
            <p:cNvPr id="14" name="Chevron 56">
              <a:extLst>
                <a:ext uri="{FF2B5EF4-FFF2-40B4-BE49-F238E27FC236}">
                  <a16:creationId xmlns:a16="http://schemas.microsoft.com/office/drawing/2014/main" id="{9E3826AF-F7CC-47D3-8B1C-8ED5A8E663B3}"/>
                </a:ext>
              </a:extLst>
            </p:cNvPr>
            <p:cNvSpPr/>
            <p:nvPr/>
          </p:nvSpPr>
          <p:spPr>
            <a:xfrm>
              <a:off x="2899689" y="3787379"/>
              <a:ext cx="252000" cy="2520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1" name="Group 75">
              <a:extLst>
                <a:ext uri="{FF2B5EF4-FFF2-40B4-BE49-F238E27FC236}">
                  <a16:creationId xmlns:a16="http://schemas.microsoft.com/office/drawing/2014/main" id="{9BA2D91C-4A04-4CE4-8B3D-40F172382F63}"/>
                </a:ext>
              </a:extLst>
            </p:cNvPr>
            <p:cNvGrpSpPr/>
            <p:nvPr/>
          </p:nvGrpSpPr>
          <p:grpSpPr>
            <a:xfrm>
              <a:off x="766492" y="3614879"/>
              <a:ext cx="2696244" cy="554499"/>
              <a:chOff x="766492" y="3614879"/>
              <a:chExt cx="2696244" cy="554499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BA066F-5072-460C-A42D-6B16BD47BC60}"/>
                  </a:ext>
                </a:extLst>
              </p:cNvPr>
              <p:cNvSpPr txBox="1"/>
              <p:nvPr/>
            </p:nvSpPr>
            <p:spPr>
              <a:xfrm>
                <a:off x="766492" y="3661547"/>
                <a:ext cx="666715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endParaRPr lang="ko-KR" altLang="en-US" sz="2700" b="1" dirty="0">
                  <a:solidFill>
                    <a:schemeClr val="accent1"/>
                  </a:solidFill>
                  <a:cs typeface="Arial" pitchFamily="3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F73DF5-0721-4E7E-90E6-020DAF34B8F1}"/>
                  </a:ext>
                </a:extLst>
              </p:cNvPr>
              <p:cNvSpPr txBox="1"/>
              <p:nvPr/>
            </p:nvSpPr>
            <p:spPr>
              <a:xfrm>
                <a:off x="2008038" y="3614879"/>
                <a:ext cx="1454698" cy="52322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Greedy Dispatch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5" name="Group 9">
            <a:extLst>
              <a:ext uri="{FF2B5EF4-FFF2-40B4-BE49-F238E27FC236}">
                <a16:creationId xmlns:a16="http://schemas.microsoft.com/office/drawing/2014/main" id="{96492481-36B2-43FF-BD28-E5955A7A48F7}"/>
              </a:ext>
            </a:extLst>
          </p:cNvPr>
          <p:cNvGrpSpPr/>
          <p:nvPr/>
        </p:nvGrpSpPr>
        <p:grpSpPr>
          <a:xfrm>
            <a:off x="6062425" y="3930086"/>
            <a:ext cx="1887509" cy="523220"/>
            <a:chOff x="5585777" y="2586201"/>
            <a:chExt cx="1887509" cy="523220"/>
          </a:xfrm>
        </p:grpSpPr>
        <p:sp>
          <p:nvSpPr>
            <p:cNvPr id="30" name="Chevron 56">
              <a:extLst>
                <a:ext uri="{FF2B5EF4-FFF2-40B4-BE49-F238E27FC236}">
                  <a16:creationId xmlns:a16="http://schemas.microsoft.com/office/drawing/2014/main" id="{62CE614B-0651-47FC-9790-4B5F86934591}"/>
                </a:ext>
              </a:extLst>
            </p:cNvPr>
            <p:cNvSpPr/>
            <p:nvPr/>
          </p:nvSpPr>
          <p:spPr>
            <a:xfrm>
              <a:off x="7221286" y="2747836"/>
              <a:ext cx="252000" cy="252000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27" name="Group 79">
              <a:extLst>
                <a:ext uri="{FF2B5EF4-FFF2-40B4-BE49-F238E27FC236}">
                  <a16:creationId xmlns:a16="http://schemas.microsoft.com/office/drawing/2014/main" id="{7D8EFE52-E4BE-4AD6-8517-921A5DD4D2F5}"/>
                </a:ext>
              </a:extLst>
            </p:cNvPr>
            <p:cNvGrpSpPr/>
            <p:nvPr/>
          </p:nvGrpSpPr>
          <p:grpSpPr>
            <a:xfrm>
              <a:off x="5585777" y="2586201"/>
              <a:ext cx="1844059" cy="523220"/>
              <a:chOff x="832594" y="3650743"/>
              <a:chExt cx="1844059" cy="523220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BCBE0E6-D041-4610-905D-995B4AD4148A}"/>
                  </a:ext>
                </a:extLst>
              </p:cNvPr>
              <p:cNvSpPr txBox="1"/>
              <p:nvPr/>
            </p:nvSpPr>
            <p:spPr>
              <a:xfrm>
                <a:off x="832594" y="3661547"/>
                <a:ext cx="666715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endParaRPr lang="ko-KR" altLang="en-US" sz="2700" b="1" dirty="0">
                  <a:solidFill>
                    <a:schemeClr val="accent3"/>
                  </a:solidFill>
                  <a:cs typeface="Arial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BF23362-E85A-4940-9E9B-13E20807FBAC}"/>
                  </a:ext>
                </a:extLst>
              </p:cNvPr>
              <p:cNvSpPr txBox="1"/>
              <p:nvPr/>
            </p:nvSpPr>
            <p:spPr>
              <a:xfrm>
                <a:off x="1164131" y="3650743"/>
                <a:ext cx="1512522" cy="52322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Optimized Dispatch</a:t>
                </a:r>
                <a:endPara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</p:grpSp>
      </p:grpSp>
      <p:sp>
        <p:nvSpPr>
          <p:cNvPr id="43" name="Text Placeholder 1">
            <a:extLst>
              <a:ext uri="{FF2B5EF4-FFF2-40B4-BE49-F238E27FC236}">
                <a16:creationId xmlns:a16="http://schemas.microsoft.com/office/drawing/2014/main" id="{2E971798-2FE3-175D-5D02-B05D0B22CF03}"/>
              </a:ext>
            </a:extLst>
          </p:cNvPr>
          <p:cNvSpPr txBox="1">
            <a:spLocks/>
          </p:cNvSpPr>
          <p:nvPr/>
        </p:nvSpPr>
        <p:spPr>
          <a:xfrm>
            <a:off x="0" y="250651"/>
            <a:ext cx="12191999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Proof of Concept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CEC2BC-A271-7EAC-BC9C-CFA83F923F63}"/>
              </a:ext>
            </a:extLst>
          </p:cNvPr>
          <p:cNvSpPr txBox="1"/>
          <p:nvPr/>
        </p:nvSpPr>
        <p:spPr>
          <a:xfrm>
            <a:off x="2113217" y="1046079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cs typeface="Arial" pitchFamily="34" charset="0"/>
              </a:rPr>
              <a:t>Simulating Dispatch on Real Map Geometry</a:t>
            </a:r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8ADCD083-3F74-F995-4CDA-3E8CEA889B75}"/>
              </a:ext>
            </a:extLst>
          </p:cNvPr>
          <p:cNvSpPr/>
          <p:nvPr/>
        </p:nvSpPr>
        <p:spPr>
          <a:xfrm>
            <a:off x="1280405" y="2484109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8D46B6AD-0885-C6D9-7DAF-27B957588D92}"/>
              </a:ext>
            </a:extLst>
          </p:cNvPr>
          <p:cNvSpPr/>
          <p:nvPr/>
        </p:nvSpPr>
        <p:spPr>
          <a:xfrm>
            <a:off x="2560565" y="3855710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2AD5B4C8-EBC4-BD78-84EC-9F9D8D11E48B}"/>
              </a:ext>
            </a:extLst>
          </p:cNvPr>
          <p:cNvSpPr/>
          <p:nvPr/>
        </p:nvSpPr>
        <p:spPr>
          <a:xfrm>
            <a:off x="3932165" y="2758430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D5D62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7DAD37D7-A0AE-0726-433B-06F638B4C070}"/>
              </a:ext>
            </a:extLst>
          </p:cNvPr>
          <p:cNvSpPr/>
          <p:nvPr/>
        </p:nvSpPr>
        <p:spPr>
          <a:xfrm>
            <a:off x="4141664" y="4254635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D5D62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C0B11B4A-10E6-0D89-5AE3-C6C72729B0A4}"/>
              </a:ext>
            </a:extLst>
          </p:cNvPr>
          <p:cNvSpPr/>
          <p:nvPr/>
        </p:nvSpPr>
        <p:spPr>
          <a:xfrm>
            <a:off x="1829045" y="4312910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B0B7C6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83FC2DC2-3A12-FD63-4DD9-4C776091CD3C}"/>
              </a:ext>
            </a:extLst>
          </p:cNvPr>
          <p:cNvSpPr/>
          <p:nvPr/>
        </p:nvSpPr>
        <p:spPr>
          <a:xfrm flipV="1">
            <a:off x="987797" y="2557261"/>
            <a:ext cx="365760" cy="7315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ED5D62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94FAA134-37C5-A527-46BC-958466536A0F}"/>
              </a:ext>
            </a:extLst>
          </p:cNvPr>
          <p:cNvSpPr/>
          <p:nvPr/>
        </p:nvSpPr>
        <p:spPr>
          <a:xfrm>
            <a:off x="1353557" y="2557261"/>
            <a:ext cx="2651760" cy="2743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ED5D62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F2E76217-3021-66AD-56A0-D4B9267D3246}"/>
              </a:ext>
            </a:extLst>
          </p:cNvPr>
          <p:cNvSpPr/>
          <p:nvPr/>
        </p:nvSpPr>
        <p:spPr>
          <a:xfrm flipH="1">
            <a:off x="2633717" y="2831582"/>
            <a:ext cx="1371600" cy="10972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ED5D62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9B796C8E-C021-B4BE-B86A-26C6E2463E92}"/>
              </a:ext>
            </a:extLst>
          </p:cNvPr>
          <p:cNvSpPr/>
          <p:nvPr/>
        </p:nvSpPr>
        <p:spPr>
          <a:xfrm>
            <a:off x="2633717" y="3928862"/>
            <a:ext cx="1554235" cy="36576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ED5D62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8337D38D-B2AB-4A02-B78B-CF21ED553BDB}"/>
              </a:ext>
            </a:extLst>
          </p:cNvPr>
          <p:cNvSpPr txBox="1"/>
          <p:nvPr/>
        </p:nvSpPr>
        <p:spPr>
          <a:xfrm>
            <a:off x="945613" y="4506144"/>
            <a:ext cx="493776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ED5D62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Longer detours · one request overflows to Lyft</a:t>
            </a:r>
            <a:endParaRPr lang="en-US" sz="1400" b="0" i="0" u="none" strike="noStrike" kern="1200" cap="none" spc="0" baseline="0" dirty="0">
              <a:solidFill>
                <a:srgbClr val="ED5D62"/>
              </a:solidFill>
              <a:uFillTx/>
              <a:latin typeface="Calibri"/>
            </a:endParaRPr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4F1C5DA1-D8B1-D34D-7E86-D0AC59F2F1D0}"/>
              </a:ext>
            </a:extLst>
          </p:cNvPr>
          <p:cNvSpPr txBox="1"/>
          <p:nvPr/>
        </p:nvSpPr>
        <p:spPr>
          <a:xfrm>
            <a:off x="-61886" y="2004948"/>
            <a:ext cx="45720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2FA36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● </a:t>
            </a:r>
            <a:r>
              <a:rPr lang="en-US" sz="1400" b="0" i="0" u="none" strike="noStrike" kern="1200" cap="none" spc="0" baseline="0" dirty="0">
                <a:solidFill>
                  <a:srgbClr val="6B7385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pickup    </a:t>
            </a:r>
            <a:r>
              <a:rPr lang="en-US" sz="1400" b="0" i="0" u="none" strike="noStrike" kern="1200" cap="none" spc="0" baseline="0" dirty="0">
                <a:solidFill>
                  <a:srgbClr val="E8624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● </a:t>
            </a:r>
            <a:r>
              <a:rPr lang="en-US" sz="1400" b="0" i="0" u="none" strike="noStrike" kern="1200" cap="none" spc="0" baseline="0" dirty="0">
                <a:solidFill>
                  <a:srgbClr val="6B7385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drop-off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8A4B09A5-2BF1-DAEF-554C-CE7A8FFE86B8}"/>
              </a:ext>
            </a:extLst>
          </p:cNvPr>
          <p:cNvSpPr/>
          <p:nvPr/>
        </p:nvSpPr>
        <p:spPr>
          <a:xfrm>
            <a:off x="7150607" y="1776026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" name="Shape 17">
            <a:extLst>
              <a:ext uri="{FF2B5EF4-FFF2-40B4-BE49-F238E27FC236}">
                <a16:creationId xmlns:a16="http://schemas.microsoft.com/office/drawing/2014/main" id="{9A8E5BCC-6DE9-12C1-04EA-7A8CC6D69A6B}"/>
              </a:ext>
            </a:extLst>
          </p:cNvPr>
          <p:cNvSpPr/>
          <p:nvPr/>
        </p:nvSpPr>
        <p:spPr>
          <a:xfrm>
            <a:off x="8430767" y="3147627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DB1B3F9D-592C-B521-47D2-8D6CE58D47DA}"/>
              </a:ext>
            </a:extLst>
          </p:cNvPr>
          <p:cNvSpPr/>
          <p:nvPr/>
        </p:nvSpPr>
        <p:spPr>
          <a:xfrm>
            <a:off x="9802367" y="2050347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D5D62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" name="Shape 19">
            <a:extLst>
              <a:ext uri="{FF2B5EF4-FFF2-40B4-BE49-F238E27FC236}">
                <a16:creationId xmlns:a16="http://schemas.microsoft.com/office/drawing/2014/main" id="{4BE20620-60AA-A524-3D1E-BB1DECD84315}"/>
              </a:ext>
            </a:extLst>
          </p:cNvPr>
          <p:cNvSpPr/>
          <p:nvPr/>
        </p:nvSpPr>
        <p:spPr>
          <a:xfrm>
            <a:off x="10716767" y="3513387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D5D62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" name="Shape 20">
            <a:extLst>
              <a:ext uri="{FF2B5EF4-FFF2-40B4-BE49-F238E27FC236}">
                <a16:creationId xmlns:a16="http://schemas.microsoft.com/office/drawing/2014/main" id="{5B114276-6410-DC7D-4C0F-8E9D9DC9D873}"/>
              </a:ext>
            </a:extLst>
          </p:cNvPr>
          <p:cNvSpPr/>
          <p:nvPr/>
        </p:nvSpPr>
        <p:spPr>
          <a:xfrm>
            <a:off x="7699248" y="3604827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2B134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" name="Shape 21">
            <a:extLst>
              <a:ext uri="{FF2B5EF4-FFF2-40B4-BE49-F238E27FC236}">
                <a16:creationId xmlns:a16="http://schemas.microsoft.com/office/drawing/2014/main" id="{088BDA50-9534-0235-4A05-8D6A58E3E049}"/>
              </a:ext>
            </a:extLst>
          </p:cNvPr>
          <p:cNvSpPr/>
          <p:nvPr/>
        </p:nvSpPr>
        <p:spPr>
          <a:xfrm flipV="1">
            <a:off x="6858000" y="1849178"/>
            <a:ext cx="365760" cy="73152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82B134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6" name="Shape 22">
            <a:extLst>
              <a:ext uri="{FF2B5EF4-FFF2-40B4-BE49-F238E27FC236}">
                <a16:creationId xmlns:a16="http://schemas.microsoft.com/office/drawing/2014/main" id="{BAC4FB55-E3DC-33C7-AFAC-263578BC8DAF}"/>
              </a:ext>
            </a:extLst>
          </p:cNvPr>
          <p:cNvSpPr/>
          <p:nvPr/>
        </p:nvSpPr>
        <p:spPr>
          <a:xfrm>
            <a:off x="7223760" y="1849178"/>
            <a:ext cx="1280160" cy="13716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82B134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7" name="Shape 23">
            <a:extLst>
              <a:ext uri="{FF2B5EF4-FFF2-40B4-BE49-F238E27FC236}">
                <a16:creationId xmlns:a16="http://schemas.microsoft.com/office/drawing/2014/main" id="{1E199184-805D-C152-13BE-8B0F657BE15D}"/>
              </a:ext>
            </a:extLst>
          </p:cNvPr>
          <p:cNvSpPr/>
          <p:nvPr/>
        </p:nvSpPr>
        <p:spPr>
          <a:xfrm flipH="1">
            <a:off x="7772400" y="3220781"/>
            <a:ext cx="731520" cy="4572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82B134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6437ED93-78EE-4342-6395-7C9667F48644}"/>
              </a:ext>
            </a:extLst>
          </p:cNvPr>
          <p:cNvSpPr/>
          <p:nvPr/>
        </p:nvSpPr>
        <p:spPr>
          <a:xfrm flipV="1">
            <a:off x="7772400" y="2123499"/>
            <a:ext cx="2103120" cy="15544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82B134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FA71F687-BD7C-91C9-48CE-FD52CD629CA2}"/>
              </a:ext>
            </a:extLst>
          </p:cNvPr>
          <p:cNvSpPr/>
          <p:nvPr/>
        </p:nvSpPr>
        <p:spPr>
          <a:xfrm>
            <a:off x="9875520" y="2123499"/>
            <a:ext cx="914400" cy="146304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82B134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4BFEA154-F6AB-871B-EA67-4152E884BCFD}"/>
              </a:ext>
            </a:extLst>
          </p:cNvPr>
          <p:cNvSpPr txBox="1"/>
          <p:nvPr/>
        </p:nvSpPr>
        <p:spPr>
          <a:xfrm>
            <a:off x="7949934" y="1612461"/>
            <a:ext cx="493776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82B134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Tighter pooling · shorter waits · no overflow</a:t>
            </a:r>
            <a:endParaRPr lang="en-US" sz="1400" b="0" i="0" u="none" strike="noStrike" kern="1200" cap="none" spc="0" baseline="0" dirty="0">
              <a:solidFill>
                <a:srgbClr val="82B134"/>
              </a:solidFill>
              <a:uFillTx/>
              <a:latin typeface="Calibri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050CCA-73D1-FB64-4E24-2096DCC1664E}"/>
              </a:ext>
            </a:extLst>
          </p:cNvPr>
          <p:cNvSpPr txBox="1"/>
          <p:nvPr/>
        </p:nvSpPr>
        <p:spPr>
          <a:xfrm>
            <a:off x="4119621" y="6235160"/>
            <a:ext cx="7573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 dirty="0">
                <a:solidFill>
                  <a:srgbClr val="C77F0A"/>
                </a:solidFill>
                <a:uFillTx/>
                <a:ea typeface="Calibri" pitchFamily="34"/>
                <a:cs typeface="Calibri" pitchFamily="34"/>
              </a:rPr>
              <a:t>Prototype in progress:  </a:t>
            </a:r>
            <a:r>
              <a:rPr lang="en-US" sz="1400" b="0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Synthetic requests calibrated to April demand, routed on real streets using OSRM, and visualized in Folium. This is illustrative and does not represent final results.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2E12C5A-CA21-0B7F-9598-91FC15C81687}"/>
              </a:ext>
            </a:extLst>
          </p:cNvPr>
          <p:cNvSpPr/>
          <p:nvPr/>
        </p:nvSpPr>
        <p:spPr>
          <a:xfrm>
            <a:off x="755476" y="2280492"/>
            <a:ext cx="3754636" cy="26464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CCF3ACB-0BDD-91AC-112D-51FCDCEE4A38}"/>
              </a:ext>
            </a:extLst>
          </p:cNvPr>
          <p:cNvSpPr/>
          <p:nvPr/>
        </p:nvSpPr>
        <p:spPr>
          <a:xfrm>
            <a:off x="6233590" y="1574874"/>
            <a:ext cx="5170163" cy="23398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86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4AF39D59-8690-049A-661E-66BC9CBD9894}"/>
              </a:ext>
            </a:extLst>
          </p:cNvPr>
          <p:cNvSpPr txBox="1">
            <a:spLocks/>
          </p:cNvSpPr>
          <p:nvPr/>
        </p:nvSpPr>
        <p:spPr>
          <a:xfrm>
            <a:off x="0" y="250651"/>
            <a:ext cx="12191999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How we will Judge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112D4F-A1F1-7971-F450-37BCF6182468}"/>
              </a:ext>
            </a:extLst>
          </p:cNvPr>
          <p:cNvSpPr txBox="1"/>
          <p:nvPr/>
        </p:nvSpPr>
        <p:spPr>
          <a:xfrm>
            <a:off x="2113217" y="1111611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cs typeface="Arial" pitchFamily="34" charset="0"/>
              </a:rPr>
              <a:t>A fair comparison on identical inputs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4090E9-3EDD-23CC-ED40-1145F6B2FD66}"/>
              </a:ext>
            </a:extLst>
          </p:cNvPr>
          <p:cNvSpPr/>
          <p:nvPr/>
        </p:nvSpPr>
        <p:spPr>
          <a:xfrm>
            <a:off x="307771" y="1684775"/>
            <a:ext cx="2944800" cy="3539970"/>
          </a:xfrm>
          <a:prstGeom prst="rect">
            <a:avLst/>
          </a:prstGeom>
          <a:solidFill>
            <a:srgbClr val="2681AC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F153EB-9B68-1DD4-6ADD-DDE5FD1BBC64}"/>
              </a:ext>
            </a:extLst>
          </p:cNvPr>
          <p:cNvSpPr txBox="1"/>
          <p:nvPr/>
        </p:nvSpPr>
        <p:spPr>
          <a:xfrm>
            <a:off x="561163" y="1941717"/>
            <a:ext cx="2379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Same input for every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D9688B-07A1-0E8A-66D8-C510B22F4291}"/>
              </a:ext>
            </a:extLst>
          </p:cNvPr>
          <p:cNvSpPr/>
          <p:nvPr/>
        </p:nvSpPr>
        <p:spPr>
          <a:xfrm>
            <a:off x="1260733" y="2285010"/>
            <a:ext cx="980501" cy="341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681AC"/>
                </a:solidFill>
              </a:rPr>
              <a:t>POLICY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579122-E272-ABFA-ACC6-89C83DCA8D68}"/>
              </a:ext>
            </a:extLst>
          </p:cNvPr>
          <p:cNvSpPr txBox="1"/>
          <p:nvPr/>
        </p:nvSpPr>
        <p:spPr>
          <a:xfrm>
            <a:off x="930226" y="2749410"/>
            <a:ext cx="1641513" cy="1394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Request Stream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Fleet Availability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Travel Time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Starting State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E9D476-71D7-AE25-AAD9-361B9789C071}"/>
              </a:ext>
            </a:extLst>
          </p:cNvPr>
          <p:cNvSpPr/>
          <p:nvPr/>
        </p:nvSpPr>
        <p:spPr>
          <a:xfrm>
            <a:off x="4665641" y="1684775"/>
            <a:ext cx="2944800" cy="3539970"/>
          </a:xfrm>
          <a:prstGeom prst="rect">
            <a:avLst/>
          </a:prstGeom>
          <a:solidFill>
            <a:srgbClr val="82B134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4B1D6E-14A1-C787-F890-B6323EE743C6}"/>
              </a:ext>
            </a:extLst>
          </p:cNvPr>
          <p:cNvSpPr txBox="1"/>
          <p:nvPr/>
        </p:nvSpPr>
        <p:spPr>
          <a:xfrm>
            <a:off x="4946525" y="1941717"/>
            <a:ext cx="2379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Comparison of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368B08-A8DD-ADA2-99FE-2AD35F340298}"/>
              </a:ext>
            </a:extLst>
          </p:cNvPr>
          <p:cNvSpPr/>
          <p:nvPr/>
        </p:nvSpPr>
        <p:spPr>
          <a:xfrm>
            <a:off x="5577264" y="2285010"/>
            <a:ext cx="1118160" cy="341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82B134"/>
                </a:solidFill>
              </a:rPr>
              <a:t>METHODS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6D428F-3698-6831-954A-CAF3943E053D}"/>
              </a:ext>
            </a:extLst>
          </p:cNvPr>
          <p:cNvSpPr txBox="1"/>
          <p:nvPr/>
        </p:nvSpPr>
        <p:spPr>
          <a:xfrm>
            <a:off x="5056696" y="2662049"/>
            <a:ext cx="2170372" cy="1732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Reconstructed Historical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Nearest-feasible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Greedy Insertion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Rolling-horizon MILP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Hybrid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907FA8-A12D-FBB7-C9AE-3EFCB1F85BDC}"/>
              </a:ext>
            </a:extLst>
          </p:cNvPr>
          <p:cNvSpPr/>
          <p:nvPr/>
        </p:nvSpPr>
        <p:spPr>
          <a:xfrm>
            <a:off x="8898550" y="1684775"/>
            <a:ext cx="2941604" cy="3528662"/>
          </a:xfrm>
          <a:prstGeom prst="rect">
            <a:avLst/>
          </a:prstGeom>
          <a:solidFill>
            <a:srgbClr val="EDBE43"/>
          </a:solidFill>
          <a:ln w="28575">
            <a:solidFill>
              <a:srgbClr val="EDBE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4C03DD-92AC-60E2-B07F-5C7A46163066}"/>
              </a:ext>
            </a:extLst>
          </p:cNvPr>
          <p:cNvSpPr txBox="1"/>
          <p:nvPr/>
        </p:nvSpPr>
        <p:spPr>
          <a:xfrm>
            <a:off x="9173975" y="1941717"/>
            <a:ext cx="2379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Meaningful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17A1FB-47D5-A9B5-DDAB-68436DEB0111}"/>
              </a:ext>
            </a:extLst>
          </p:cNvPr>
          <p:cNvSpPr/>
          <p:nvPr/>
        </p:nvSpPr>
        <p:spPr>
          <a:xfrm>
            <a:off x="9804739" y="2285010"/>
            <a:ext cx="1118110" cy="341523"/>
          </a:xfrm>
          <a:prstGeom prst="rect">
            <a:avLst/>
          </a:prstGeom>
          <a:solidFill>
            <a:schemeClr val="bg1"/>
          </a:solidFill>
          <a:ln>
            <a:solidFill>
              <a:srgbClr val="EDBE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EDBE43"/>
                </a:solidFill>
              </a:rPr>
              <a:t>METRICS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F5FCC1-2DA1-B175-586A-3A513B95FD6E}"/>
              </a:ext>
            </a:extLst>
          </p:cNvPr>
          <p:cNvSpPr txBox="1"/>
          <p:nvPr/>
        </p:nvSpPr>
        <p:spPr>
          <a:xfrm>
            <a:off x="8953636" y="2625399"/>
            <a:ext cx="2941604" cy="2071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Wait: median &amp; slowest 10% (P90)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% pickups within the 20-min target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Ride time &amp; % within 25 min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% overflow to Lyft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Total &amp; empty miles · van utilization</a:t>
            </a:r>
          </a:p>
          <a:p>
            <a:pPr marL="285750" indent="-285750">
              <a:lnSpc>
                <a:spcPct val="20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Solver time &amp; optimality gap</a:t>
            </a:r>
          </a:p>
        </p:txBody>
      </p:sp>
      <p:sp>
        <p:nvSpPr>
          <p:cNvPr id="23" name="Text 40">
            <a:extLst>
              <a:ext uri="{FF2B5EF4-FFF2-40B4-BE49-F238E27FC236}">
                <a16:creationId xmlns:a16="http://schemas.microsoft.com/office/drawing/2014/main" id="{1551C93F-3B12-5D21-AB92-47FC352A8AC7}"/>
              </a:ext>
            </a:extLst>
          </p:cNvPr>
          <p:cNvSpPr txBox="1"/>
          <p:nvPr/>
        </p:nvSpPr>
        <p:spPr>
          <a:xfrm>
            <a:off x="307771" y="5568862"/>
            <a:ext cx="11532383" cy="7315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>
              <a:lnSpc>
                <a:spcPct val="105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1B2540"/>
                </a:solidFill>
                <a:uFillTx/>
                <a:ea typeface="Calibri" pitchFamily="34"/>
                <a:cs typeface="Calibri" pitchFamily="34"/>
              </a:rPr>
              <a:t>Honest by design:  </a:t>
            </a:r>
            <a:r>
              <a:rPr lang="en-US" sz="1300" b="0" i="0" u="none" strike="noStrike" kern="1200" cap="none" spc="0" baseline="0" dirty="0">
                <a:solidFill>
                  <a:srgbClr val="6B7385"/>
                </a:solidFill>
                <a:uFillTx/>
                <a:ea typeface="Calibri" pitchFamily="34"/>
                <a:cs typeface="Calibri" pitchFamily="34"/>
              </a:rPr>
              <a:t>If a simple rule performs as well as the MILP, that is a valid and reportable finding. If trip-level data is delayed, we will evaluate performance using synthetic request streams calibrated to aggregate data, with multiple random seeds and sensitivity analyses.</a:t>
            </a:r>
            <a:endParaRPr lang="en-US" sz="1300" b="0" i="0" u="none" strike="noStrike" kern="1200" cap="none" spc="0" baseline="0" dirty="0">
              <a:solidFill>
                <a:srgbClr val="000000"/>
              </a:solidFill>
              <a:uFillTx/>
            </a:endParaRPr>
          </a:p>
        </p:txBody>
      </p:sp>
      <p:sp>
        <p:nvSpPr>
          <p:cNvPr id="24" name="Text 41">
            <a:extLst>
              <a:ext uri="{FF2B5EF4-FFF2-40B4-BE49-F238E27FC236}">
                <a16:creationId xmlns:a16="http://schemas.microsoft.com/office/drawing/2014/main" id="{092B11A7-7FBC-9132-A2CB-5E5009B43F50}"/>
              </a:ext>
            </a:extLst>
          </p:cNvPr>
          <p:cNvSpPr txBox="1"/>
          <p:nvPr/>
        </p:nvSpPr>
        <p:spPr>
          <a:xfrm>
            <a:off x="307771" y="6464481"/>
            <a:ext cx="11091672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1" u="none" strike="noStrike" kern="1200" cap="none" spc="0" baseline="0">
                <a:solidFill>
                  <a:srgbClr val="9AA2B1"/>
                </a:solidFill>
                <a:uFillTx/>
                <a:ea typeface="Calibri" pitchFamily="34"/>
                <a:cs typeface="Calibri" pitchFamily="34"/>
              </a:rPr>
              <a:t>Reconstructed-historical baseline becomes primary once trip-level data arrives.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5" name="Chevron 18">
            <a:extLst>
              <a:ext uri="{FF2B5EF4-FFF2-40B4-BE49-F238E27FC236}">
                <a16:creationId xmlns:a16="http://schemas.microsoft.com/office/drawing/2014/main" id="{86321B20-BCAF-2620-D5AF-80B9E4C95871}"/>
              </a:ext>
            </a:extLst>
          </p:cNvPr>
          <p:cNvSpPr/>
          <p:nvPr/>
        </p:nvSpPr>
        <p:spPr>
          <a:xfrm>
            <a:off x="3599066" y="2723142"/>
            <a:ext cx="720080" cy="1027536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7" name="Chevron 18">
            <a:extLst>
              <a:ext uri="{FF2B5EF4-FFF2-40B4-BE49-F238E27FC236}">
                <a16:creationId xmlns:a16="http://schemas.microsoft.com/office/drawing/2014/main" id="{99B932B3-99F9-6C24-1996-3C87BCBC3399}"/>
              </a:ext>
            </a:extLst>
          </p:cNvPr>
          <p:cNvSpPr/>
          <p:nvPr/>
        </p:nvSpPr>
        <p:spPr>
          <a:xfrm>
            <a:off x="7894455" y="2749410"/>
            <a:ext cx="720080" cy="1027536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271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92">
            <a:extLst>
              <a:ext uri="{FF2B5EF4-FFF2-40B4-BE49-F238E27FC236}">
                <a16:creationId xmlns:a16="http://schemas.microsoft.com/office/drawing/2014/main" id="{FFA74D8F-8999-4762-B024-1949C399D940}"/>
              </a:ext>
            </a:extLst>
          </p:cNvPr>
          <p:cNvSpPr txBox="1"/>
          <p:nvPr/>
        </p:nvSpPr>
        <p:spPr>
          <a:xfrm>
            <a:off x="1784225" y="192495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Data Audit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A284DC4-DD7E-8283-4FBA-ECF48362D976}"/>
              </a:ext>
            </a:extLst>
          </p:cNvPr>
          <p:cNvSpPr txBox="1">
            <a:spLocks/>
          </p:cNvSpPr>
          <p:nvPr/>
        </p:nvSpPr>
        <p:spPr>
          <a:xfrm>
            <a:off x="0" y="250651"/>
            <a:ext cx="12191999" cy="724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Plan &amp;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C727F-4DB2-E023-0494-2B2621BA332A}"/>
              </a:ext>
            </a:extLst>
          </p:cNvPr>
          <p:cNvSpPr txBox="1"/>
          <p:nvPr/>
        </p:nvSpPr>
        <p:spPr>
          <a:xfrm>
            <a:off x="2113217" y="1074776"/>
            <a:ext cx="7965564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cs typeface="Arial" pitchFamily="34" charset="0"/>
              </a:rPr>
              <a:t>A de-risked path this semester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D5BCFC52-3CF8-0200-B980-F02425F91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785" y="2324687"/>
            <a:ext cx="7772400" cy="1190633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14BDE5FD-EFA1-79BA-35C3-D556C97209EC}"/>
              </a:ext>
            </a:extLst>
          </p:cNvPr>
          <p:cNvSpPr txBox="1"/>
          <p:nvPr/>
        </p:nvSpPr>
        <p:spPr>
          <a:xfrm>
            <a:off x="1996560" y="2678503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1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D70407F-A91C-BF91-403A-4E6E4E9EA537}"/>
              </a:ext>
            </a:extLst>
          </p:cNvPr>
          <p:cNvSpPr txBox="1"/>
          <p:nvPr/>
        </p:nvSpPr>
        <p:spPr>
          <a:xfrm>
            <a:off x="2929519" y="2678503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2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18BDAE0-49AB-372E-1A8F-5BF476379421}"/>
              </a:ext>
            </a:extLst>
          </p:cNvPr>
          <p:cNvSpPr txBox="1"/>
          <p:nvPr/>
        </p:nvSpPr>
        <p:spPr>
          <a:xfrm>
            <a:off x="3878609" y="2689520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3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CCD6BF8-D2C0-C3ED-0E8F-8557ECF20844}"/>
              </a:ext>
            </a:extLst>
          </p:cNvPr>
          <p:cNvSpPr txBox="1"/>
          <p:nvPr/>
        </p:nvSpPr>
        <p:spPr>
          <a:xfrm>
            <a:off x="4811568" y="2689520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4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E59E868-B779-78EF-F43F-5BF0E39E3AA8}"/>
              </a:ext>
            </a:extLst>
          </p:cNvPr>
          <p:cNvSpPr txBox="1"/>
          <p:nvPr/>
        </p:nvSpPr>
        <p:spPr>
          <a:xfrm>
            <a:off x="5758111" y="2719563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5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D094BB9-DAA2-FD72-26BD-A6474E436A1A}"/>
              </a:ext>
            </a:extLst>
          </p:cNvPr>
          <p:cNvSpPr txBox="1"/>
          <p:nvPr/>
        </p:nvSpPr>
        <p:spPr>
          <a:xfrm>
            <a:off x="6691070" y="2719563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6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7CBBCB3-30CE-B469-EC97-7EF983CBB7D1}"/>
              </a:ext>
            </a:extLst>
          </p:cNvPr>
          <p:cNvSpPr txBox="1"/>
          <p:nvPr/>
        </p:nvSpPr>
        <p:spPr>
          <a:xfrm>
            <a:off x="7651177" y="2730580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7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92BE905-EB19-1371-4042-EB44635CAAC2}"/>
              </a:ext>
            </a:extLst>
          </p:cNvPr>
          <p:cNvSpPr txBox="1"/>
          <p:nvPr/>
        </p:nvSpPr>
        <p:spPr>
          <a:xfrm>
            <a:off x="8595153" y="2730580"/>
            <a:ext cx="17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8</a:t>
            </a:r>
            <a:endParaRPr lang="ko-KR" altLang="en-US" sz="20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4E368D9-99DE-643E-A9BD-A0D76CE100B9}"/>
              </a:ext>
            </a:extLst>
          </p:cNvPr>
          <p:cNvSpPr txBox="1"/>
          <p:nvPr/>
        </p:nvSpPr>
        <p:spPr>
          <a:xfrm>
            <a:off x="2706167" y="374093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Travel Matrix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6B9C5F6-BCAB-B8DD-E91F-AAA078BC6274}"/>
              </a:ext>
            </a:extLst>
          </p:cNvPr>
          <p:cNvSpPr txBox="1"/>
          <p:nvPr/>
        </p:nvSpPr>
        <p:spPr>
          <a:xfrm>
            <a:off x="3694035" y="192495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Simulator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08D8B92-AF67-0E3D-A081-F61CCB6A6BAE}"/>
              </a:ext>
            </a:extLst>
          </p:cNvPr>
          <p:cNvSpPr txBox="1"/>
          <p:nvPr/>
        </p:nvSpPr>
        <p:spPr>
          <a:xfrm>
            <a:off x="4615977" y="374093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Baselines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F281DEB-68B3-4358-2021-B2EAB0D72793}"/>
              </a:ext>
            </a:extLst>
          </p:cNvPr>
          <p:cNvSpPr txBox="1"/>
          <p:nvPr/>
        </p:nvSpPr>
        <p:spPr>
          <a:xfrm>
            <a:off x="5528918" y="192495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MILP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A5A30BC-8A89-222D-0CB0-2B10A32433EC}"/>
              </a:ext>
            </a:extLst>
          </p:cNvPr>
          <p:cNvSpPr txBox="1"/>
          <p:nvPr/>
        </p:nvSpPr>
        <p:spPr>
          <a:xfrm>
            <a:off x="6450860" y="374093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Rolling Horizon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0AEAA11-EBE8-11FB-3060-734941C764AB}"/>
              </a:ext>
            </a:extLst>
          </p:cNvPr>
          <p:cNvSpPr txBox="1"/>
          <p:nvPr/>
        </p:nvSpPr>
        <p:spPr>
          <a:xfrm>
            <a:off x="7438728" y="192495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Experiments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D2D979D-3EB0-F18D-2D1E-4A0F1000F869}"/>
              </a:ext>
            </a:extLst>
          </p:cNvPr>
          <p:cNvSpPr txBox="1"/>
          <p:nvPr/>
        </p:nvSpPr>
        <p:spPr>
          <a:xfrm>
            <a:off x="8360670" y="3740937"/>
            <a:ext cx="2180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Report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9" name="Text 21">
            <a:extLst>
              <a:ext uri="{FF2B5EF4-FFF2-40B4-BE49-F238E27FC236}">
                <a16:creationId xmlns:a16="http://schemas.microsoft.com/office/drawing/2014/main" id="{F11DE69F-0B77-5364-8408-40C65A5E8CD3}"/>
              </a:ext>
            </a:extLst>
          </p:cNvPr>
          <p:cNvSpPr txBox="1"/>
          <p:nvPr/>
        </p:nvSpPr>
        <p:spPr>
          <a:xfrm>
            <a:off x="7251439" y="4682340"/>
            <a:ext cx="50292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uFillTx/>
                <a:ea typeface="Calibri" pitchFamily="34"/>
                <a:cs typeface="Calibri" pitchFamily="34"/>
              </a:rPr>
              <a:t>Scope</a:t>
            </a:r>
            <a:endParaRPr lang="en-US" sz="1300" b="0" i="0" u="none" strike="noStrike" kern="1200" cap="none" spc="0" baseline="0" dirty="0">
              <a:uFillTx/>
            </a:endParaRPr>
          </a:p>
        </p:txBody>
      </p:sp>
      <p:sp>
        <p:nvSpPr>
          <p:cNvPr id="130" name="Text 22">
            <a:extLst>
              <a:ext uri="{FF2B5EF4-FFF2-40B4-BE49-F238E27FC236}">
                <a16:creationId xmlns:a16="http://schemas.microsoft.com/office/drawing/2014/main" id="{FEA16CFC-5B7A-37E3-3B3C-C43135F62CFD}"/>
              </a:ext>
            </a:extLst>
          </p:cNvPr>
          <p:cNvSpPr txBox="1"/>
          <p:nvPr/>
        </p:nvSpPr>
        <p:spPr>
          <a:xfrm>
            <a:off x="7251439" y="5002380"/>
            <a:ext cx="4613727" cy="12801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50" b="0" i="0" u="none" strike="noStrike" kern="1200" cap="none" spc="0" baseline="0" dirty="0">
                <a:uFillTx/>
                <a:ea typeface="Calibri" pitchFamily="34"/>
                <a:cs typeface="Calibri" pitchFamily="34"/>
              </a:rPr>
              <a:t>A retrospective decision-support study for JHU Transportation that examines the causes of long waits and Lyft overflow, and whether optimization can reduce them. The study will not affect live vans or </a:t>
            </a:r>
            <a:r>
              <a:rPr lang="en-US" sz="1350" b="0" i="0" u="none" strike="noStrike" kern="1200" cap="none" spc="0" baseline="0" dirty="0" err="1">
                <a:uFillTx/>
                <a:ea typeface="Calibri" pitchFamily="34"/>
                <a:cs typeface="Calibri" pitchFamily="34"/>
              </a:rPr>
              <a:t>TransLoc</a:t>
            </a:r>
            <a:r>
              <a:rPr lang="en-US" sz="1350" b="0" i="0" u="none" strike="noStrike" kern="1200" cap="none" spc="0" baseline="0" dirty="0">
                <a:uFillTx/>
                <a:ea typeface="Calibri" pitchFamily="34"/>
                <a:cs typeface="Calibri" pitchFamily="34"/>
              </a:rPr>
              <a:t> operations.</a:t>
            </a:r>
            <a:endParaRPr lang="en-US" sz="1350" b="0" i="0" u="none" strike="noStrike" kern="1200" cap="none" spc="0" baseline="0" dirty="0">
              <a:uFillTx/>
            </a:endParaRPr>
          </a:p>
        </p:txBody>
      </p:sp>
      <p:sp>
        <p:nvSpPr>
          <p:cNvPr id="131" name="Oval 96">
            <a:extLst>
              <a:ext uri="{FF2B5EF4-FFF2-40B4-BE49-F238E27FC236}">
                <a16:creationId xmlns:a16="http://schemas.microsoft.com/office/drawing/2014/main" id="{136FA3C3-7D23-4CB8-696D-9AB71FB87E8A}"/>
              </a:ext>
            </a:extLst>
          </p:cNvPr>
          <p:cNvSpPr/>
          <p:nvPr/>
        </p:nvSpPr>
        <p:spPr>
          <a:xfrm>
            <a:off x="6380027" y="4685390"/>
            <a:ext cx="725420" cy="7254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Oval 97">
            <a:extLst>
              <a:ext uri="{FF2B5EF4-FFF2-40B4-BE49-F238E27FC236}">
                <a16:creationId xmlns:a16="http://schemas.microsoft.com/office/drawing/2014/main" id="{5C837A12-5C11-A065-125F-A6AFEF480D64}"/>
              </a:ext>
            </a:extLst>
          </p:cNvPr>
          <p:cNvSpPr/>
          <p:nvPr/>
        </p:nvSpPr>
        <p:spPr>
          <a:xfrm>
            <a:off x="5192047" y="4685390"/>
            <a:ext cx="725420" cy="7254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Oval 7">
            <a:extLst>
              <a:ext uri="{FF2B5EF4-FFF2-40B4-BE49-F238E27FC236}">
                <a16:creationId xmlns:a16="http://schemas.microsoft.com/office/drawing/2014/main" id="{BB4FDDB8-B9A4-D16D-98AF-4C37C68D58DF}"/>
              </a:ext>
            </a:extLst>
          </p:cNvPr>
          <p:cNvSpPr/>
          <p:nvPr/>
        </p:nvSpPr>
        <p:spPr>
          <a:xfrm>
            <a:off x="5384042" y="4869632"/>
            <a:ext cx="362427" cy="36242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34" name="Donut 24">
            <a:extLst>
              <a:ext uri="{FF2B5EF4-FFF2-40B4-BE49-F238E27FC236}">
                <a16:creationId xmlns:a16="http://schemas.microsoft.com/office/drawing/2014/main" id="{4420C2E8-1632-CEF6-9D28-E5A5C7C44AAE}"/>
              </a:ext>
            </a:extLst>
          </p:cNvPr>
          <p:cNvSpPr/>
          <p:nvPr/>
        </p:nvSpPr>
        <p:spPr>
          <a:xfrm>
            <a:off x="6552179" y="4844584"/>
            <a:ext cx="396474" cy="399702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5" name="Text 21">
            <a:extLst>
              <a:ext uri="{FF2B5EF4-FFF2-40B4-BE49-F238E27FC236}">
                <a16:creationId xmlns:a16="http://schemas.microsoft.com/office/drawing/2014/main" id="{FBED2240-9BA1-178A-2370-6D98DDD0ED52}"/>
              </a:ext>
            </a:extLst>
          </p:cNvPr>
          <p:cNvSpPr txBox="1"/>
          <p:nvPr/>
        </p:nvSpPr>
        <p:spPr>
          <a:xfrm>
            <a:off x="-23303" y="4682340"/>
            <a:ext cx="50292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uFillTx/>
                <a:ea typeface="Calibri" pitchFamily="34"/>
                <a:cs typeface="Calibri" pitchFamily="34"/>
              </a:rPr>
              <a:t>Risk &amp; Fallbacks</a:t>
            </a:r>
            <a:endParaRPr lang="en-US" sz="1300" b="0" i="0" u="none" strike="noStrike" kern="1200" cap="none" spc="0" baseline="0" dirty="0">
              <a:uFillTx/>
            </a:endParaRPr>
          </a:p>
        </p:txBody>
      </p:sp>
      <p:sp>
        <p:nvSpPr>
          <p:cNvPr id="136" name="Text 22">
            <a:extLst>
              <a:ext uri="{FF2B5EF4-FFF2-40B4-BE49-F238E27FC236}">
                <a16:creationId xmlns:a16="http://schemas.microsoft.com/office/drawing/2014/main" id="{4EC060BF-54D1-6C3E-4009-7D43E5AB7B94}"/>
              </a:ext>
            </a:extLst>
          </p:cNvPr>
          <p:cNvSpPr txBox="1"/>
          <p:nvPr/>
        </p:nvSpPr>
        <p:spPr>
          <a:xfrm>
            <a:off x="326834" y="5002380"/>
            <a:ext cx="4719221" cy="12801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ct val="11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ea typeface="Calibri" pitchFamily="34"/>
                <a:cs typeface="Calibri" pitchFamily="34"/>
              </a:rPr>
              <a:t>1. If trip-level data is delayed: calibrate synthetic request streams using aggregate data.</a:t>
            </a:r>
          </a:p>
          <a:p>
            <a:pPr algn="r">
              <a:lnSpc>
                <a:spcPct val="11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ea typeface="Calibri" pitchFamily="34"/>
                <a:cs typeface="Calibri" pitchFamily="34"/>
              </a:rPr>
              <a:t>2. If the MILP is too slow: use pruning, warm starts, or a hybrid approach. </a:t>
            </a:r>
          </a:p>
          <a:p>
            <a:pPr algn="r">
              <a:lnSpc>
                <a:spcPct val="11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ea typeface="Calibri" pitchFamily="34"/>
                <a:cs typeface="Calibri" pitchFamily="34"/>
              </a:rPr>
              <a:t>3. If historical trips cannot be reconstructed: compare transparent heuristic baselines.</a:t>
            </a:r>
            <a:endParaRPr lang="en-US" sz="1350" b="0" u="none" strike="noStrike" kern="1200" cap="none" spc="0" baseline="0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48212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F3428B-464A-5FD6-8C40-B602EE274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82"/>
            <a:ext cx="12190447" cy="687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1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4230"/>
      </a:accent1>
      <a:accent2>
        <a:srgbClr val="2CB091"/>
      </a:accent2>
      <a:accent3>
        <a:srgbClr val="E97D03"/>
      </a:accent3>
      <a:accent4>
        <a:srgbClr val="8A52FF"/>
      </a:accent4>
      <a:accent5>
        <a:srgbClr val="F5C402"/>
      </a:accent5>
      <a:accent6>
        <a:srgbClr val="1581BD"/>
      </a:accent6>
      <a:hlink>
        <a:srgbClr val="FFFFFF"/>
      </a:hlink>
      <a:folHlink>
        <a:srgbClr val="262626"/>
      </a:folHlink>
    </a:clrScheme>
    <a:fontScheme name="ALLPPT -Arial">
      <a:majorFont>
        <a:latin typeface="Arial"/>
        <a:ea typeface="맑은 고딕"/>
        <a:cs typeface=""/>
      </a:majorFont>
      <a:minorFont>
        <a:latin typeface="Arial"/>
        <a:ea typeface="Calibr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104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C5D62"/>
      </a:accent1>
      <a:accent2>
        <a:srgbClr val="EDBE44"/>
      </a:accent2>
      <a:accent3>
        <a:srgbClr val="82B135"/>
      </a:accent3>
      <a:accent4>
        <a:srgbClr val="2781AB"/>
      </a:accent4>
      <a:accent5>
        <a:srgbClr val="634E85"/>
      </a:accent5>
      <a:accent6>
        <a:srgbClr val="4C5053"/>
      </a:accent6>
      <a:hlink>
        <a:srgbClr val="FFFFFF"/>
      </a:hlink>
      <a:folHlink>
        <a:srgbClr val="262626"/>
      </a:folHlink>
    </a:clrScheme>
    <a:fontScheme name="ALLPPT -Arial">
      <a:majorFont>
        <a:latin typeface="Arial"/>
        <a:ea typeface="맑은 고딕"/>
        <a:cs typeface=""/>
      </a:majorFont>
      <a:minorFont>
        <a:latin typeface="Arial"/>
        <a:ea typeface="Calibr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1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4230"/>
      </a:accent1>
      <a:accent2>
        <a:srgbClr val="2CB091"/>
      </a:accent2>
      <a:accent3>
        <a:srgbClr val="E97D03"/>
      </a:accent3>
      <a:accent4>
        <a:srgbClr val="8A52FF"/>
      </a:accent4>
      <a:accent5>
        <a:srgbClr val="F5C402"/>
      </a:accent5>
      <a:accent6>
        <a:srgbClr val="1581BD"/>
      </a:accent6>
      <a:hlink>
        <a:srgbClr val="FFFFFF"/>
      </a:hlink>
      <a:folHlink>
        <a:srgbClr val="262626"/>
      </a:folHlink>
    </a:clrScheme>
    <a:fontScheme name="ALLPPT -Arial">
      <a:majorFont>
        <a:latin typeface="Arial"/>
        <a:ea typeface="맑은 고딕"/>
        <a:cs typeface=""/>
      </a:majorFont>
      <a:minorFont>
        <a:latin typeface="Arial"/>
        <a:ea typeface="Calibr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3050</TotalTime>
  <Words>1553</Words>
  <Application>Microsoft Macintosh PowerPoint</Application>
  <PresentationFormat>Widescreen</PresentationFormat>
  <Paragraphs>224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FZShuTi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Vignesh Rajesh Babu</cp:lastModifiedBy>
  <cp:revision>82</cp:revision>
  <dcterms:created xsi:type="dcterms:W3CDTF">2020-01-20T05:08:25Z</dcterms:created>
  <dcterms:modified xsi:type="dcterms:W3CDTF">2026-09-14T16:21:15Z</dcterms:modified>
</cp:coreProperties>
</file>